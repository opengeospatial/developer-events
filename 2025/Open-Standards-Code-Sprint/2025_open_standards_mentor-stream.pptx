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0"/>
  </p:notesMasterIdLst>
  <p:handoutMasterIdLst>
    <p:handoutMasterId r:id="rId11"/>
  </p:handoutMasterIdLst>
  <p:sldIdLst>
    <p:sldId id="378" r:id="rId5"/>
    <p:sldId id="5863" r:id="rId6"/>
    <p:sldId id="5864" r:id="rId7"/>
    <p:sldId id="5866" r:id="rId8"/>
    <p:sldId id="348" r:id="rId9"/>
  </p:sldIdLst>
  <p:sldSz cx="18288000" cy="10287000"/>
  <p:notesSz cx="6858000" cy="9144000"/>
  <p:embeddedFontLst>
    <p:embeddedFont>
      <p:font typeface="Aptos Light" panose="020B0004020202020204" pitchFamily="34" charset="0"/>
      <p:regular r:id="rId12"/>
      <p:italic r:id="rId13"/>
    </p:embeddedFont>
    <p:embeddedFont>
      <p:font typeface="Aptos SemiBold" panose="020B000402020202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3D8A3E-2763-BBE8-2B15-E74F1DB7656D}" name="Simon Chester" initials="SC" userId="S::schester@ogc.org::fefb1974-f0e7-428b-b44e-2b26a8de5167" providerId="AD"/>
  <p188:author id="{0933B96F-A88B-F1B0-C2BF-5C1F50CDD902}" name="Deepti Kala" initials="DK" userId="2b002ef7cfccb82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63BD3"/>
    <a:srgbClr val="9BBEFF"/>
    <a:srgbClr val="CAD31A"/>
    <a:srgbClr val="D4EAFF"/>
    <a:srgbClr val="C2DEFF"/>
    <a:srgbClr val="B3EBFF"/>
    <a:srgbClr val="D2F9FF"/>
    <a:srgbClr val="CAE7FF"/>
    <a:srgbClr val="D0EAFF"/>
    <a:srgbClr val="EAEF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57" autoAdjust="0"/>
    <p:restoredTop sz="88563" autoAdjust="0"/>
  </p:normalViewPr>
  <p:slideViewPr>
    <p:cSldViewPr>
      <p:cViewPr>
        <p:scale>
          <a:sx n="65" d="100"/>
          <a:sy n="65" d="100"/>
        </p:scale>
        <p:origin x="1328"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93" d="100"/>
          <a:sy n="93" d="100"/>
        </p:scale>
        <p:origin x="3784"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font" Target="fonts/font4.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2EF98C-C3F1-EA29-7B47-8E3A0A8702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8AF560-0EC2-50D5-DE42-C7440E243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28D1E4-4BBA-6F41-9D9B-7C498DFA1119}" type="datetimeFigureOut">
              <a:rPr lang="en-US" smtClean="0"/>
              <a:t>3/20/25</a:t>
            </a:fld>
            <a:endParaRPr lang="en-US"/>
          </a:p>
        </p:txBody>
      </p:sp>
      <p:sp>
        <p:nvSpPr>
          <p:cNvPr id="4" name="Footer Placeholder 3">
            <a:extLst>
              <a:ext uri="{FF2B5EF4-FFF2-40B4-BE49-F238E27FC236}">
                <a16:creationId xmlns:a16="http://schemas.microsoft.com/office/drawing/2014/main" id="{29B18C8C-72F6-C0BC-D6B9-F9F0ACDBDC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3F2DF8-0D80-D9E8-E1BF-F78D65111D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D2C68-F934-1540-BB6F-D78EF71B2103}" type="slidenum">
              <a:rPr lang="en-US" smtClean="0"/>
              <a:t>‹#›</a:t>
            </a:fld>
            <a:endParaRPr lang="en-US"/>
          </a:p>
        </p:txBody>
      </p:sp>
    </p:spTree>
    <p:extLst>
      <p:ext uri="{BB962C8B-B14F-4D97-AF65-F5344CB8AC3E}">
        <p14:creationId xmlns:p14="http://schemas.microsoft.com/office/powerpoint/2010/main" val="126349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ABE01-8AD2-744F-9651-CCC9DC857332}" type="datetimeFigureOut">
              <a:rPr lang="en-US" smtClean="0"/>
              <a:t>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575CF-62AD-8041-932F-56D977C8CDA1}" type="slidenum">
              <a:rPr lang="en-US" smtClean="0"/>
              <a:t>‹#›</a:t>
            </a:fld>
            <a:endParaRPr lang="en-US"/>
          </a:p>
        </p:txBody>
      </p:sp>
    </p:spTree>
    <p:extLst>
      <p:ext uri="{BB962C8B-B14F-4D97-AF65-F5344CB8AC3E}">
        <p14:creationId xmlns:p14="http://schemas.microsoft.com/office/powerpoint/2010/main" val="388640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9B3575CF-62AD-8041-932F-56D977C8CDA1}" type="slidenum">
              <a:rPr lang="en-US" smtClean="0"/>
              <a:t>1</a:t>
            </a:fld>
            <a:endParaRPr lang="en-US"/>
          </a:p>
        </p:txBody>
      </p:sp>
    </p:spTree>
    <p:extLst>
      <p:ext uri="{BB962C8B-B14F-4D97-AF65-F5344CB8AC3E}">
        <p14:creationId xmlns:p14="http://schemas.microsoft.com/office/powerpoint/2010/main" val="14703309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8.png"/><Relationship Id="rId7" Type="http://schemas.openxmlformats.org/officeDocument/2006/relationships/image" Target="../media/image21.svg"/><Relationship Id="rId2" Type="http://schemas.openxmlformats.org/officeDocument/2006/relationships/hyperlink" Target="https://www.linkedin.com/company/open-geospatial-consortium/" TargetMode="External"/><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hyperlink" Target="https://www.youtube.com/@opengeospatial" TargetMode="External"/><Relationship Id="rId4" Type="http://schemas.openxmlformats.org/officeDocument/2006/relationships/image" Target="../media/image19.svg"/><Relationship Id="rId9"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1">
    <p:bg>
      <p:bgPr>
        <a:gradFill>
          <a:gsLst>
            <a:gs pos="0">
              <a:srgbClr val="9BBEFF"/>
            </a:gs>
            <a:gs pos="35000">
              <a:srgbClr val="DEE9FF"/>
            </a:gs>
            <a:gs pos="95000">
              <a:srgbClr val="DFEC8C"/>
            </a:gs>
            <a:gs pos="61000">
              <a:srgbClr val="EAF1FF"/>
            </a:gs>
          </a:gsLst>
          <a:lin ang="27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6916F0-4005-691C-1549-C1B6A4FB71E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76500"/>
            <a:ext cx="18287998" cy="10439998"/>
          </a:xfrm>
          <a:prstGeom prst="rect">
            <a:avLst/>
          </a:prstGeom>
        </p:spPr>
      </p:pic>
      <p:sp>
        <p:nvSpPr>
          <p:cNvPr id="7" name="Rectangle 6">
            <a:extLst>
              <a:ext uri="{FF2B5EF4-FFF2-40B4-BE49-F238E27FC236}">
                <a16:creationId xmlns:a16="http://schemas.microsoft.com/office/drawing/2014/main" id="{501E8BC0-7012-850F-7747-84C567BEB39D}"/>
              </a:ext>
            </a:extLst>
          </p:cNvPr>
          <p:cNvSpPr/>
          <p:nvPr userDrawn="1"/>
        </p:nvSpPr>
        <p:spPr>
          <a:xfrm>
            <a:off x="0" y="-76500"/>
            <a:ext cx="10858500" cy="10439998"/>
          </a:xfrm>
          <a:prstGeom prst="rect">
            <a:avLst/>
          </a:prstGeom>
          <a:gradFill flip="none" rotWithShape="1">
            <a:gsLst>
              <a:gs pos="41000">
                <a:schemeClr val="accent1">
                  <a:lumMod val="5000"/>
                  <a:lumOff val="95000"/>
                  <a:alpha val="0"/>
                </a:schemeClr>
              </a:gs>
              <a:gs pos="73000">
                <a:srgbClr val="AFCAFE">
                  <a:alpha val="80000"/>
                </a:srgbClr>
              </a:gs>
              <a:gs pos="99000">
                <a:srgbClr val="9BBE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2" name="Rectangle 11">
            <a:extLst>
              <a:ext uri="{FF2B5EF4-FFF2-40B4-BE49-F238E27FC236}">
                <a16:creationId xmlns:a16="http://schemas.microsoft.com/office/drawing/2014/main" id="{92354EF5-8161-F85A-7D65-6C9939918912}"/>
              </a:ext>
            </a:extLst>
          </p:cNvPr>
          <p:cNvSpPr/>
          <p:nvPr userDrawn="1"/>
        </p:nvSpPr>
        <p:spPr>
          <a:xfrm>
            <a:off x="762000" y="8343900"/>
            <a:ext cx="152400" cy="1219200"/>
          </a:xfrm>
          <a:prstGeom prst="rect">
            <a:avLst/>
          </a:prstGeom>
          <a:solidFill>
            <a:srgbClr val="AAB5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562239E-3A1A-4C63-C629-FA1A084D49D6}"/>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rgbClr val="1A2584"/>
                </a:solidFill>
              </a:defRPr>
            </a:lvl1pPr>
          </a:lstStyle>
          <a:p>
            <a:r>
              <a:rPr lang="en-US" dirty="0"/>
              <a:t>NAME OF PERSON</a:t>
            </a:r>
            <a:br>
              <a:rPr lang="en-US" dirty="0"/>
            </a:br>
            <a:r>
              <a:rPr lang="en-US" dirty="0"/>
              <a:t>Date</a:t>
            </a:r>
          </a:p>
        </p:txBody>
      </p:sp>
      <p:pic>
        <p:nvPicPr>
          <p:cNvPr id="5" name="Graphic 4">
            <a:extLst>
              <a:ext uri="{FF2B5EF4-FFF2-40B4-BE49-F238E27FC236}">
                <a16:creationId xmlns:a16="http://schemas.microsoft.com/office/drawing/2014/main" id="{4FE84FA7-2A39-4F23-BC92-79CB53C5D0A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14400" y="547189"/>
            <a:ext cx="1154872" cy="1154872"/>
          </a:xfrm>
          <a:prstGeom prst="rect">
            <a:avLst/>
          </a:prstGeom>
        </p:spPr>
      </p:pic>
      <p:sp>
        <p:nvSpPr>
          <p:cNvPr id="4" name="Text Placeholder 6">
            <a:extLst>
              <a:ext uri="{FF2B5EF4-FFF2-40B4-BE49-F238E27FC236}">
                <a16:creationId xmlns:a16="http://schemas.microsoft.com/office/drawing/2014/main" id="{9F1368E1-AC99-E458-03C7-181BBD6BC7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rgbClr val="263BD3"/>
                </a:solidFill>
                <a:latin typeface="Aptos" panose="020B0004020202020204" pitchFamily="34" charset="0"/>
              </a:defRPr>
            </a:lvl1pPr>
          </a:lstStyle>
          <a:p>
            <a:pPr lvl="0"/>
            <a:r>
              <a:rPr lang="en-GB" dirty="0"/>
              <a:t>OPEN GEOSPATIAL CONSORTIUM</a:t>
            </a:r>
            <a:endParaRPr lang="en-US" dirty="0"/>
          </a:p>
        </p:txBody>
      </p:sp>
      <p:sp>
        <p:nvSpPr>
          <p:cNvPr id="6" name="Text Placeholder 6">
            <a:extLst>
              <a:ext uri="{FF2B5EF4-FFF2-40B4-BE49-F238E27FC236}">
                <a16:creationId xmlns:a16="http://schemas.microsoft.com/office/drawing/2014/main" id="{A31974CB-599D-9941-ABE6-AC42418DF945}"/>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rgbClr val="263BD3"/>
                </a:solidFill>
                <a:latin typeface="Aptos" panose="020B0004020202020204" pitchFamily="34" charset="0"/>
              </a:defRPr>
            </a:lvl1pPr>
          </a:lstStyle>
          <a:p>
            <a:pPr lvl="0"/>
            <a:r>
              <a:rPr lang="en-GB" dirty="0"/>
              <a:t>OGC</a:t>
            </a:r>
            <a:endParaRPr lang="en-US" dirty="0"/>
          </a:p>
        </p:txBody>
      </p:sp>
    </p:spTree>
    <p:extLst>
      <p:ext uri="{BB962C8B-B14F-4D97-AF65-F5344CB8AC3E}">
        <p14:creationId xmlns:p14="http://schemas.microsoft.com/office/powerpoint/2010/main" val="4182807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2">
    <p:bg>
      <p:bgPr>
        <a:solidFill>
          <a:srgbClr val="1A2584"/>
        </a:solidFill>
        <a:effectLst/>
      </p:bgPr>
    </p:bg>
    <p:spTree>
      <p:nvGrpSpPr>
        <p:cNvPr id="1" name=""/>
        <p:cNvGrpSpPr/>
        <p:nvPr/>
      </p:nvGrpSpPr>
      <p:grpSpPr>
        <a:xfrm>
          <a:off x="0" y="0"/>
          <a:ext cx="0" cy="0"/>
          <a:chOff x="0" y="0"/>
          <a:chExt cx="0" cy="0"/>
        </a:xfrm>
      </p:grpSpPr>
      <p:pic>
        <p:nvPicPr>
          <p:cNvPr id="6" name="Picture 5" descr="A blue background with dots and lines&#10;&#10;Description automatically generated">
            <a:extLst>
              <a:ext uri="{FF2B5EF4-FFF2-40B4-BE49-F238E27FC236}">
                <a16:creationId xmlns:a16="http://schemas.microsoft.com/office/drawing/2014/main" id="{431DD0F2-3B07-4CD9-C9D4-BD975901978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sp>
        <p:nvSpPr>
          <p:cNvPr id="11" name="Rectangle 10">
            <a:extLst>
              <a:ext uri="{FF2B5EF4-FFF2-40B4-BE49-F238E27FC236}">
                <a16:creationId xmlns:a16="http://schemas.microsoft.com/office/drawing/2014/main" id="{19309EC5-8A84-9079-0A32-DD694DDB84E2}"/>
              </a:ext>
            </a:extLst>
          </p:cNvPr>
          <p:cNvSpPr/>
          <p:nvPr userDrawn="1"/>
        </p:nvSpPr>
        <p:spPr>
          <a:xfrm>
            <a:off x="762000" y="83439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6">
            <a:extLst>
              <a:ext uri="{FF2B5EF4-FFF2-40B4-BE49-F238E27FC236}">
                <a16:creationId xmlns:a16="http://schemas.microsoft.com/office/drawing/2014/main" id="{70D2371B-9266-15FA-FC2A-1708C7327F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chemeClr val="bg1"/>
                </a:solidFill>
                <a:latin typeface="Aptos" panose="020B0004020202020204" pitchFamily="34" charset="0"/>
              </a:defRPr>
            </a:lvl1pPr>
          </a:lstStyle>
          <a:p>
            <a:pPr lvl="0"/>
            <a:r>
              <a:rPr lang="en-GB" dirty="0"/>
              <a:t>OPEN GEOSPATIAL CONSORTIUM</a:t>
            </a:r>
            <a:endParaRPr lang="en-US" dirty="0"/>
          </a:p>
        </p:txBody>
      </p:sp>
      <p:sp>
        <p:nvSpPr>
          <p:cNvPr id="10" name="Text Placeholder 6">
            <a:extLst>
              <a:ext uri="{FF2B5EF4-FFF2-40B4-BE49-F238E27FC236}">
                <a16:creationId xmlns:a16="http://schemas.microsoft.com/office/drawing/2014/main" id="{1BD5B0C9-DE43-2451-ECE2-D1E27B88CECC}"/>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chemeClr val="bg1"/>
                </a:solidFill>
                <a:latin typeface="Aptos" panose="020B0004020202020204" pitchFamily="34" charset="0"/>
              </a:defRPr>
            </a:lvl1pPr>
          </a:lstStyle>
          <a:p>
            <a:pPr lvl="0"/>
            <a:r>
              <a:rPr lang="en-GB" dirty="0"/>
              <a:t>OGC</a:t>
            </a:r>
            <a:endParaRPr lang="en-US" dirty="0"/>
          </a:p>
        </p:txBody>
      </p:sp>
      <p:sp>
        <p:nvSpPr>
          <p:cNvPr id="2" name="Title 1">
            <a:extLst>
              <a:ext uri="{FF2B5EF4-FFF2-40B4-BE49-F238E27FC236}">
                <a16:creationId xmlns:a16="http://schemas.microsoft.com/office/drawing/2014/main" id="{68D9D9D9-ACF1-FDFC-9EA3-26D0F3C2214A}"/>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chemeClr val="bg1"/>
                </a:solidFill>
              </a:defRPr>
            </a:lvl1pPr>
          </a:lstStyle>
          <a:p>
            <a:r>
              <a:rPr lang="en-US" dirty="0"/>
              <a:t>NAME OF PERSON</a:t>
            </a:r>
            <a:br>
              <a:rPr lang="en-US" dirty="0"/>
            </a:br>
            <a:r>
              <a:rPr lang="en-US" dirty="0"/>
              <a:t>Date</a:t>
            </a:r>
          </a:p>
        </p:txBody>
      </p:sp>
      <p:pic>
        <p:nvPicPr>
          <p:cNvPr id="3" name="Graphic 2">
            <a:extLst>
              <a:ext uri="{FF2B5EF4-FFF2-40B4-BE49-F238E27FC236}">
                <a16:creationId xmlns:a16="http://schemas.microsoft.com/office/drawing/2014/main" id="{ED6684FE-59EA-B16B-2A79-6A7F5F5A7A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328" y="547189"/>
            <a:ext cx="1154872" cy="1154872"/>
          </a:xfrm>
          <a:prstGeom prst="rect">
            <a:avLst/>
          </a:prstGeom>
        </p:spPr>
      </p:pic>
    </p:spTree>
    <p:extLst>
      <p:ext uri="{BB962C8B-B14F-4D97-AF65-F5344CB8AC3E}">
        <p14:creationId xmlns:p14="http://schemas.microsoft.com/office/powerpoint/2010/main" val="19454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 Body 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9982200" y="0"/>
            <a:ext cx="8305800" cy="9601198"/>
          </a:xfrm>
        </p:spPr>
        <p:txBody>
          <a:bodyPr/>
          <a:lstStyle/>
          <a:p>
            <a:r>
              <a:rPr lang="en-GB"/>
              <a:t>Click icon to add picture</a:t>
            </a:r>
            <a:endParaRPr lang="en-US" dirty="0"/>
          </a:p>
        </p:txBody>
      </p:sp>
      <p:sp>
        <p:nvSpPr>
          <p:cNvPr id="3" name="Rectangle 2">
            <a:extLst>
              <a:ext uri="{FF2B5EF4-FFF2-40B4-BE49-F238E27FC236}">
                <a16:creationId xmlns:a16="http://schemas.microsoft.com/office/drawing/2014/main" id="{8DA451B2-6537-C56A-DD2E-DBED454884CD}"/>
              </a:ext>
            </a:extLst>
          </p:cNvPr>
          <p:cNvSpPr/>
          <p:nvPr userDrawn="1"/>
        </p:nvSpPr>
        <p:spPr>
          <a:xfrm>
            <a:off x="9982200" y="9601198"/>
            <a:ext cx="8305800" cy="68580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9825990" y="9751597"/>
            <a:ext cx="691613"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097FC99-9BB9-3CEF-1B52-831BB9C469B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26000" y="9678268"/>
            <a:ext cx="540082" cy="540082"/>
          </a:xfrm>
          <a:prstGeom prst="rect">
            <a:avLst/>
          </a:prstGeom>
        </p:spPr>
      </p:pic>
      <p:sp>
        <p:nvSpPr>
          <p:cNvPr id="7" name="Title 1">
            <a:extLst>
              <a:ext uri="{FF2B5EF4-FFF2-40B4-BE49-F238E27FC236}">
                <a16:creationId xmlns:a16="http://schemas.microsoft.com/office/drawing/2014/main" id="{9F2F56CB-D295-6191-4D70-C775495CD1E1}"/>
              </a:ext>
            </a:extLst>
          </p:cNvPr>
          <p:cNvSpPr>
            <a:spLocks noGrp="1"/>
          </p:cNvSpPr>
          <p:nvPr>
            <p:ph type="title" hasCustomPrompt="1"/>
          </p:nvPr>
        </p:nvSpPr>
        <p:spPr>
          <a:xfrm>
            <a:off x="838200" y="494231"/>
            <a:ext cx="8534400" cy="1295400"/>
          </a:xfrm>
        </p:spPr>
        <p:txBody>
          <a:bodyPr anchor="t"/>
          <a:lstStyle>
            <a:lvl1pPr>
              <a:lnSpc>
                <a:spcPts val="4700"/>
              </a:lnSpc>
              <a:defRPr sz="4500">
                <a:solidFill>
                  <a:srgbClr val="263BD3"/>
                </a:solidFill>
              </a:defRPr>
            </a:lvl1pPr>
          </a:lstStyle>
          <a:p>
            <a:r>
              <a:rPr lang="en-GB" dirty="0"/>
              <a:t>Main subject header content placement here.</a:t>
            </a:r>
            <a:endParaRPr lang="en-US" dirty="0"/>
          </a:p>
        </p:txBody>
      </p:sp>
      <p:sp>
        <p:nvSpPr>
          <p:cNvPr id="10" name="Text Placeholder 2">
            <a:extLst>
              <a:ext uri="{FF2B5EF4-FFF2-40B4-BE49-F238E27FC236}">
                <a16:creationId xmlns:a16="http://schemas.microsoft.com/office/drawing/2014/main" id="{67476E69-C878-8C3A-E3B7-4F9363E980C3}"/>
              </a:ext>
            </a:extLst>
          </p:cNvPr>
          <p:cNvSpPr>
            <a:spLocks noGrp="1"/>
          </p:cNvSpPr>
          <p:nvPr>
            <p:ph type="body" idx="15" hasCustomPrompt="1"/>
          </p:nvPr>
        </p:nvSpPr>
        <p:spPr>
          <a:xfrm>
            <a:off x="838201" y="2399231"/>
            <a:ext cx="8534400" cy="7190343"/>
          </a:xfrm>
        </p:spPr>
        <p:txBody>
          <a:bodyPr anchor="t">
            <a:noAutofit/>
          </a:bodyPr>
          <a:lstStyle>
            <a:lvl1pPr marL="0" indent="0">
              <a:buNone/>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1" name="Rectangle 10">
            <a:extLst>
              <a:ext uri="{FF2B5EF4-FFF2-40B4-BE49-F238E27FC236}">
                <a16:creationId xmlns:a16="http://schemas.microsoft.com/office/drawing/2014/main" id="{B69B712A-4BEC-69D4-3236-6FD3F4EFC13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046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Body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0" y="3266583"/>
            <a:ext cx="7815263" cy="7086600"/>
          </a:xfrm>
        </p:spPr>
        <p:txBody>
          <a:bodyPr/>
          <a:lstStyle/>
          <a:p>
            <a:r>
              <a:rPr lang="en-GB"/>
              <a:t>Click icon to add picture</a:t>
            </a:r>
            <a:endParaRPr lang="en-US" dirty="0"/>
          </a:p>
        </p:txBody>
      </p:sp>
      <p:sp>
        <p:nvSpPr>
          <p:cNvPr id="8" name="Rectangle 7">
            <a:extLst>
              <a:ext uri="{FF2B5EF4-FFF2-40B4-BE49-F238E27FC236}">
                <a16:creationId xmlns:a16="http://schemas.microsoft.com/office/drawing/2014/main" id="{AD709EF6-948C-4610-0143-2D87EF9D59A7}"/>
              </a:ext>
            </a:extLst>
          </p:cNvPr>
          <p:cNvSpPr/>
          <p:nvPr userDrawn="1"/>
        </p:nvSpPr>
        <p:spPr>
          <a:xfrm>
            <a:off x="7808696" y="-38100"/>
            <a:ext cx="10472833" cy="3276600"/>
          </a:xfrm>
          <a:prstGeom prst="rect">
            <a:avLst/>
          </a:prstGeom>
          <a:solidFill>
            <a:srgbClr val="D7E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A451B2-6537-C56A-DD2E-DBED454884CD}"/>
              </a:ext>
            </a:extLst>
          </p:cNvPr>
          <p:cNvSpPr/>
          <p:nvPr userDrawn="1"/>
        </p:nvSpPr>
        <p:spPr>
          <a:xfrm>
            <a:off x="7815167" y="3266584"/>
            <a:ext cx="10472833" cy="7058516"/>
          </a:xfrm>
          <a:prstGeom prst="rect">
            <a:avLst/>
          </a:prstGeom>
          <a:solidFill>
            <a:srgbClr val="6B8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E39186B0-95D3-14D7-7DF9-BD9648C5FF59}"/>
              </a:ext>
            </a:extLst>
          </p:cNvPr>
          <p:cNvSpPr>
            <a:spLocks noGrp="1"/>
          </p:cNvSpPr>
          <p:nvPr>
            <p:ph type="body" idx="16" hasCustomPrompt="1"/>
          </p:nvPr>
        </p:nvSpPr>
        <p:spPr>
          <a:xfrm>
            <a:off x="8823702" y="5026931"/>
            <a:ext cx="8564754" cy="3515217"/>
          </a:xfrm>
        </p:spPr>
        <p:txBody>
          <a:bodyPr anchor="t">
            <a:noAutofit/>
          </a:bodyPr>
          <a:lstStyle>
            <a:lvl1pPr marL="0" indent="0">
              <a:buNone/>
              <a:defRPr sz="3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text content. Body copy content will come here.</a:t>
            </a:r>
          </a:p>
          <a:p>
            <a:pPr lvl="0"/>
            <a:endParaRPr lang="en-US" dirty="0"/>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7792909" y="1410604"/>
            <a:ext cx="1489951"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1BED29-17FE-9F77-AEB8-2A9E24E26603}"/>
              </a:ext>
            </a:extLst>
          </p:cNvPr>
          <p:cNvSpPr>
            <a:spLocks noGrp="1"/>
          </p:cNvSpPr>
          <p:nvPr>
            <p:ph type="title" hasCustomPrompt="1"/>
          </p:nvPr>
        </p:nvSpPr>
        <p:spPr>
          <a:xfrm>
            <a:off x="8823702" y="1104900"/>
            <a:ext cx="8915400" cy="914400"/>
          </a:xfrm>
        </p:spPr>
        <p:txBody>
          <a:bodyPr anchor="t"/>
          <a:lstStyle>
            <a:lvl1pPr>
              <a:lnSpc>
                <a:spcPts val="3800"/>
              </a:lnSpc>
              <a:defRPr sz="3800" b="0">
                <a:solidFill>
                  <a:srgbClr val="263BD3"/>
                </a:solidFill>
              </a:defRPr>
            </a:lvl1pPr>
          </a:lstStyle>
          <a:p>
            <a:r>
              <a:rPr lang="en-GB" dirty="0"/>
              <a:t>Main subject header content placement here. Click to add content.</a:t>
            </a:r>
            <a:endParaRPr lang="en-US" dirty="0"/>
          </a:p>
        </p:txBody>
      </p:sp>
      <p:pic>
        <p:nvPicPr>
          <p:cNvPr id="9" name="Graphic 8">
            <a:extLst>
              <a:ext uri="{FF2B5EF4-FFF2-40B4-BE49-F238E27FC236}">
                <a16:creationId xmlns:a16="http://schemas.microsoft.com/office/drawing/2014/main" id="{4B3F53EB-1803-3219-9A99-2919CE989A58}"/>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80448" y="876300"/>
            <a:ext cx="1447800" cy="1447800"/>
          </a:xfrm>
          <a:prstGeom prst="rect">
            <a:avLst/>
          </a:prstGeom>
        </p:spPr>
      </p:pic>
    </p:spTree>
    <p:extLst>
      <p:ext uri="{BB962C8B-B14F-4D97-AF65-F5344CB8AC3E}">
        <p14:creationId xmlns:p14="http://schemas.microsoft.com/office/powerpoint/2010/main" val="3341692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Bullets Paragraph">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9982200" y="0"/>
            <a:ext cx="8305800" cy="9609618"/>
          </a:xfrm>
        </p:spPr>
        <p:txBody>
          <a:bodyPr/>
          <a:lstStyle/>
          <a:p>
            <a:r>
              <a:rPr lang="en-GB"/>
              <a:t>Click icon to add picture</a:t>
            </a:r>
            <a:endParaRPr lang="en-US" dirty="0"/>
          </a:p>
        </p:txBody>
      </p:sp>
      <p:sp>
        <p:nvSpPr>
          <p:cNvPr id="3" name="Rectangle 2">
            <a:extLst>
              <a:ext uri="{FF2B5EF4-FFF2-40B4-BE49-F238E27FC236}">
                <a16:creationId xmlns:a16="http://schemas.microsoft.com/office/drawing/2014/main" id="{8DA451B2-6537-C56A-DD2E-DBED454884CD}"/>
              </a:ext>
            </a:extLst>
          </p:cNvPr>
          <p:cNvSpPr/>
          <p:nvPr userDrawn="1"/>
        </p:nvSpPr>
        <p:spPr>
          <a:xfrm>
            <a:off x="9982200" y="9601198"/>
            <a:ext cx="8305800" cy="68580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9825990" y="9751597"/>
            <a:ext cx="691613"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097FC99-9BB9-3CEF-1B52-831BB9C469B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26000" y="9678268"/>
            <a:ext cx="540082" cy="540082"/>
          </a:xfrm>
          <a:prstGeom prst="rect">
            <a:avLst/>
          </a:prstGeom>
        </p:spPr>
      </p:pic>
      <p:sp>
        <p:nvSpPr>
          <p:cNvPr id="7" name="Title 1">
            <a:extLst>
              <a:ext uri="{FF2B5EF4-FFF2-40B4-BE49-F238E27FC236}">
                <a16:creationId xmlns:a16="http://schemas.microsoft.com/office/drawing/2014/main" id="{9F2F56CB-D295-6191-4D70-C775495CD1E1}"/>
              </a:ext>
            </a:extLst>
          </p:cNvPr>
          <p:cNvSpPr>
            <a:spLocks noGrp="1"/>
          </p:cNvSpPr>
          <p:nvPr>
            <p:ph type="title" hasCustomPrompt="1"/>
          </p:nvPr>
        </p:nvSpPr>
        <p:spPr>
          <a:xfrm>
            <a:off x="838200" y="494231"/>
            <a:ext cx="8534400" cy="1295400"/>
          </a:xfrm>
        </p:spPr>
        <p:txBody>
          <a:bodyPr anchor="t"/>
          <a:lstStyle>
            <a:lvl1pPr>
              <a:lnSpc>
                <a:spcPts val="4700"/>
              </a:lnSpc>
              <a:defRPr sz="4500">
                <a:solidFill>
                  <a:srgbClr val="263BD3"/>
                </a:solidFill>
              </a:defRPr>
            </a:lvl1pPr>
          </a:lstStyle>
          <a:p>
            <a:r>
              <a:rPr lang="en-GB" dirty="0"/>
              <a:t>Main subject header content placement here.</a:t>
            </a:r>
            <a:endParaRPr lang="en-US" dirty="0"/>
          </a:p>
        </p:txBody>
      </p:sp>
      <p:sp>
        <p:nvSpPr>
          <p:cNvPr id="11" name="Rectangle 10">
            <a:extLst>
              <a:ext uri="{FF2B5EF4-FFF2-40B4-BE49-F238E27FC236}">
                <a16:creationId xmlns:a16="http://schemas.microsoft.com/office/drawing/2014/main" id="{B69B712A-4BEC-69D4-3236-6FD3F4EFC13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8CCA329D-DBE0-E39C-F36D-D56185ADC7B2}"/>
              </a:ext>
            </a:extLst>
          </p:cNvPr>
          <p:cNvSpPr>
            <a:spLocks noGrp="1"/>
          </p:cNvSpPr>
          <p:nvPr>
            <p:ph type="body" idx="16" hasCustomPrompt="1"/>
          </p:nvPr>
        </p:nvSpPr>
        <p:spPr>
          <a:xfrm>
            <a:off x="838201" y="2322445"/>
            <a:ext cx="8534400" cy="4549248"/>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a:t>
            </a:r>
          </a:p>
        </p:txBody>
      </p:sp>
      <p:sp>
        <p:nvSpPr>
          <p:cNvPr id="9" name="Text Placeholder 2">
            <a:extLst>
              <a:ext uri="{FF2B5EF4-FFF2-40B4-BE49-F238E27FC236}">
                <a16:creationId xmlns:a16="http://schemas.microsoft.com/office/drawing/2014/main" id="{E5829C51-00FA-8FF0-D634-0F887371B477}"/>
              </a:ext>
            </a:extLst>
          </p:cNvPr>
          <p:cNvSpPr>
            <a:spLocks noGrp="1"/>
          </p:cNvSpPr>
          <p:nvPr>
            <p:ph type="body" idx="15" hasCustomPrompt="1"/>
          </p:nvPr>
        </p:nvSpPr>
        <p:spPr>
          <a:xfrm>
            <a:off x="838201" y="7964555"/>
            <a:ext cx="8534400" cy="1452903"/>
          </a:xfrm>
        </p:spPr>
        <p:txBody>
          <a:bodyPr anchor="t">
            <a:noAutofit/>
          </a:bodyPr>
          <a:lstStyle>
            <a:lvl1pPr marL="0" indent="0">
              <a:buNone/>
              <a:defRPr sz="2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a:t>
            </a:r>
          </a:p>
        </p:txBody>
      </p:sp>
    </p:spTree>
    <p:extLst>
      <p:ext uri="{BB962C8B-B14F-4D97-AF65-F5344CB8AC3E}">
        <p14:creationId xmlns:p14="http://schemas.microsoft.com/office/powerpoint/2010/main" val="3878830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ighlight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A68CD8-2785-F407-9183-E33A791B29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751" y="-1"/>
            <a:ext cx="18296187" cy="10276217"/>
          </a:xfrm>
          <a:prstGeom prst="rect">
            <a:avLst/>
          </a:prstGeom>
        </p:spPr>
      </p:pic>
      <p:sp>
        <p:nvSpPr>
          <p:cNvPr id="8" name="Rectangle 7">
            <a:extLst>
              <a:ext uri="{FF2B5EF4-FFF2-40B4-BE49-F238E27FC236}">
                <a16:creationId xmlns:a16="http://schemas.microsoft.com/office/drawing/2014/main" id="{852BAEB9-2B15-B01E-F7A1-FD0E7B101A16}"/>
              </a:ext>
            </a:extLst>
          </p:cNvPr>
          <p:cNvSpPr/>
          <p:nvPr userDrawn="1"/>
        </p:nvSpPr>
        <p:spPr>
          <a:xfrm>
            <a:off x="0" y="10784"/>
            <a:ext cx="18288000" cy="10276217"/>
          </a:xfrm>
          <a:prstGeom prst="rect">
            <a:avLst/>
          </a:prstGeom>
          <a:solidFill>
            <a:srgbClr val="1A2584">
              <a:alpha val="1923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905000" y="4679830"/>
            <a:ext cx="14173200" cy="3352800"/>
          </a:xfrm>
        </p:spPr>
        <p:txBody>
          <a:bodyPr/>
          <a:lstStyle>
            <a:lvl1pPr algn="ctr">
              <a:lnSpc>
                <a:spcPts val="7500"/>
              </a:lnSpc>
              <a:defRPr>
                <a:solidFill>
                  <a:schemeClr val="bg1"/>
                </a:solidFill>
              </a:defRPr>
            </a:lvl1pPr>
          </a:lstStyle>
          <a:p>
            <a:r>
              <a:rPr lang="en-US" dirty="0"/>
              <a:t>Click to edit title style for highlight statement showcasing the brand’s key contributions in solving problems.</a:t>
            </a:r>
          </a:p>
        </p:txBody>
      </p:sp>
      <p:sp>
        <p:nvSpPr>
          <p:cNvPr id="12" name="Rectangle 11">
            <a:extLst>
              <a:ext uri="{FF2B5EF4-FFF2-40B4-BE49-F238E27FC236}">
                <a16:creationId xmlns:a16="http://schemas.microsoft.com/office/drawing/2014/main" id="{283C6354-E954-7102-0123-5BE357E7FAD9}"/>
              </a:ext>
            </a:extLst>
          </p:cNvPr>
          <p:cNvSpPr/>
          <p:nvPr userDrawn="1"/>
        </p:nvSpPr>
        <p:spPr>
          <a:xfrm rot="5400000">
            <a:off x="9067800" y="35433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2">
            <a:extLst>
              <a:ext uri="{FF2B5EF4-FFF2-40B4-BE49-F238E27FC236}">
                <a16:creationId xmlns:a16="http://schemas.microsoft.com/office/drawing/2014/main" id="{172EE216-3912-C611-CDB5-964A5F0A8269}"/>
              </a:ext>
            </a:extLst>
          </p:cNvPr>
          <p:cNvSpPr>
            <a:spLocks noGrp="1"/>
          </p:cNvSpPr>
          <p:nvPr>
            <p:ph type="body" idx="1" hasCustomPrompt="1"/>
          </p:nvPr>
        </p:nvSpPr>
        <p:spPr>
          <a:xfrm>
            <a:off x="5257800" y="3162300"/>
            <a:ext cx="7772400" cy="591645"/>
          </a:xfrm>
        </p:spPr>
        <p:txBody>
          <a:bodyPr anchor="b">
            <a:normAutofit/>
          </a:bodyPr>
          <a:lstStyle>
            <a:lvl1pPr marL="0" indent="0" algn="ctr">
              <a:buNone/>
              <a:defRPr sz="2800" b="1" i="0">
                <a:solidFill>
                  <a:srgbClr val="CAD31A"/>
                </a:solidFill>
                <a:latin typeface="Aptos SemiBold"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OGC KEY HIGHLIGHT</a:t>
            </a:r>
          </a:p>
        </p:txBody>
      </p:sp>
    </p:spTree>
    <p:extLst>
      <p:ext uri="{BB962C8B-B14F-4D97-AF65-F5344CB8AC3E}">
        <p14:creationId xmlns:p14="http://schemas.microsoft.com/office/powerpoint/2010/main" val="1713961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s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74E410-A26D-E0D5-2ED5-06AE4B96D6E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1195" cy="10287000"/>
          </a:xfrm>
          <a:prstGeom prst="rect">
            <a:avLst/>
          </a:prstGeom>
        </p:spPr>
      </p:pic>
      <p:sp>
        <p:nvSpPr>
          <p:cNvPr id="9" name="Rectangle 8">
            <a:extLst>
              <a:ext uri="{FF2B5EF4-FFF2-40B4-BE49-F238E27FC236}">
                <a16:creationId xmlns:a16="http://schemas.microsoft.com/office/drawing/2014/main" id="{799F0E9A-D714-B8E5-F5BB-F2DD4B6D6AB7}"/>
              </a:ext>
            </a:extLst>
          </p:cNvPr>
          <p:cNvSpPr/>
          <p:nvPr userDrawn="1"/>
        </p:nvSpPr>
        <p:spPr>
          <a:xfrm>
            <a:off x="0" y="2476499"/>
            <a:ext cx="13258800" cy="5241471"/>
          </a:xfrm>
          <a:prstGeom prst="rect">
            <a:avLst/>
          </a:prstGeom>
          <a:solidFill>
            <a:schemeClr val="accent2">
              <a:lumMod val="60000"/>
              <a:lumOff val="40000"/>
              <a:alpha val="7442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6894F8-9069-F809-146A-804D38A4D259}"/>
              </a:ext>
            </a:extLst>
          </p:cNvPr>
          <p:cNvSpPr/>
          <p:nvPr userDrawn="1"/>
        </p:nvSpPr>
        <p:spPr>
          <a:xfrm>
            <a:off x="13265602" y="7717971"/>
            <a:ext cx="5015593" cy="13716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9B376612-31C7-1F04-C171-8DE9B1C5EFA8}"/>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62000" y="1830161"/>
            <a:ext cx="1564821" cy="1564821"/>
          </a:xfrm>
          <a:prstGeom prst="rect">
            <a:avLst/>
          </a:prstGeom>
        </p:spPr>
      </p:pic>
      <p:sp>
        <p:nvSpPr>
          <p:cNvPr id="14" name="Title 1">
            <a:extLst>
              <a:ext uri="{FF2B5EF4-FFF2-40B4-BE49-F238E27FC236}">
                <a16:creationId xmlns:a16="http://schemas.microsoft.com/office/drawing/2014/main" id="{F78F40EF-4093-33EA-18F7-1A5712D54E74}"/>
              </a:ext>
            </a:extLst>
          </p:cNvPr>
          <p:cNvSpPr>
            <a:spLocks noGrp="1"/>
          </p:cNvSpPr>
          <p:nvPr>
            <p:ph type="title" hasCustomPrompt="1"/>
          </p:nvPr>
        </p:nvSpPr>
        <p:spPr>
          <a:xfrm>
            <a:off x="1066800" y="3488871"/>
            <a:ext cx="11125200" cy="3352800"/>
          </a:xfrm>
        </p:spPr>
        <p:txBody>
          <a:bodyPr/>
          <a:lstStyle>
            <a:lvl1pPr algn="l">
              <a:lnSpc>
                <a:spcPts val="5100"/>
              </a:lnSpc>
              <a:defRPr sz="4300" b="0">
                <a:solidFill>
                  <a:schemeClr val="bg1"/>
                </a:solidFill>
              </a:defRPr>
            </a:lvl1pPr>
          </a:lstStyle>
          <a:p>
            <a:r>
              <a:rPr lang="en-US" dirty="0"/>
              <a:t>Quotation content placeholder.</a:t>
            </a:r>
          </a:p>
        </p:txBody>
      </p:sp>
      <p:pic>
        <p:nvPicPr>
          <p:cNvPr id="16" name="Graphic 15">
            <a:extLst>
              <a:ext uri="{FF2B5EF4-FFF2-40B4-BE49-F238E27FC236}">
                <a16:creationId xmlns:a16="http://schemas.microsoft.com/office/drawing/2014/main" id="{99A89BDB-5289-A714-A992-16121771A44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10800000">
            <a:off x="11049000" y="6743700"/>
            <a:ext cx="1564821" cy="1564821"/>
          </a:xfrm>
          <a:prstGeom prst="rect">
            <a:avLst/>
          </a:prstGeom>
        </p:spPr>
      </p:pic>
      <p:sp>
        <p:nvSpPr>
          <p:cNvPr id="19" name="Text Placeholder 2">
            <a:extLst>
              <a:ext uri="{FF2B5EF4-FFF2-40B4-BE49-F238E27FC236}">
                <a16:creationId xmlns:a16="http://schemas.microsoft.com/office/drawing/2014/main" id="{D093EA1D-EE4E-9DC3-77B3-569AF695CF84}"/>
              </a:ext>
            </a:extLst>
          </p:cNvPr>
          <p:cNvSpPr>
            <a:spLocks noGrp="1"/>
          </p:cNvSpPr>
          <p:nvPr>
            <p:ph type="body" idx="1" hasCustomPrompt="1"/>
          </p:nvPr>
        </p:nvSpPr>
        <p:spPr>
          <a:xfrm>
            <a:off x="13487400" y="8022771"/>
            <a:ext cx="4495800" cy="762000"/>
          </a:xfrm>
        </p:spPr>
        <p:txBody>
          <a:bodyPr anchor="ctr">
            <a:noAutofit/>
          </a:bodyPr>
          <a:lstStyle>
            <a:lvl1pPr marL="0" indent="0" algn="l">
              <a:buNone/>
              <a:defRPr sz="3500" b="1" i="0">
                <a:solidFill>
                  <a:srgbClr val="1A2584"/>
                </a:solidFill>
                <a:latin typeface="Aptos SemiBold"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Name of Person</a:t>
            </a:r>
          </a:p>
        </p:txBody>
      </p:sp>
    </p:spTree>
    <p:extLst>
      <p:ext uri="{BB962C8B-B14F-4D97-AF65-F5344CB8AC3E}">
        <p14:creationId xmlns:p14="http://schemas.microsoft.com/office/powerpoint/2010/main" val="3850898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838200" y="494231"/>
            <a:ext cx="11788302" cy="1295400"/>
          </a:xfrm>
        </p:spPr>
        <p:txBody>
          <a:bodyPr anchor="t"/>
          <a:lstStyle>
            <a:lvl1pPr>
              <a:lnSpc>
                <a:spcPts val="4700"/>
              </a:lnSpc>
              <a:defRPr sz="4500">
                <a:solidFill>
                  <a:srgbClr val="263BD3"/>
                </a:solidFill>
              </a:defRPr>
            </a:lvl1pPr>
          </a:lstStyle>
          <a:p>
            <a:r>
              <a:rPr lang="en-GB" dirty="0"/>
              <a:t>Main subject header content placement here</a:t>
            </a:r>
            <a:br>
              <a:rPr lang="en-GB" dirty="0"/>
            </a:br>
            <a:r>
              <a:rPr lang="en-GB" dirty="0"/>
              <a:t>Click to add content.</a:t>
            </a:r>
            <a:endParaRPr lang="en-US" dirty="0"/>
          </a:p>
        </p:txBody>
      </p:sp>
      <p:sp>
        <p:nvSpPr>
          <p:cNvPr id="4" name="Text Placeholder 2">
            <a:extLst>
              <a:ext uri="{FF2B5EF4-FFF2-40B4-BE49-F238E27FC236}">
                <a16:creationId xmlns:a16="http://schemas.microsoft.com/office/drawing/2014/main" id="{A814CE70-831C-0A2D-C41D-E8B5061647E9}"/>
              </a:ext>
            </a:extLst>
          </p:cNvPr>
          <p:cNvSpPr>
            <a:spLocks noGrp="1"/>
          </p:cNvSpPr>
          <p:nvPr>
            <p:ph type="body" idx="15" hasCustomPrompt="1"/>
          </p:nvPr>
        </p:nvSpPr>
        <p:spPr>
          <a:xfrm>
            <a:off x="838200" y="2399231"/>
            <a:ext cx="16967201" cy="6528745"/>
          </a:xfrm>
        </p:spPr>
        <p:txBody>
          <a:bodyPr anchor="t">
            <a:noAutofit/>
          </a:bodyPr>
          <a:lstStyle>
            <a:lvl1pPr marL="0" indent="0">
              <a:buNone/>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12" name="Rectangle 11">
            <a:extLst>
              <a:ext uri="{FF2B5EF4-FFF2-40B4-BE49-F238E27FC236}">
                <a16:creationId xmlns:a16="http://schemas.microsoft.com/office/drawing/2014/main" id="{4BC32C42-FEED-1106-411C-92964E5BDF2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546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2 Bullet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838200" y="493645"/>
            <a:ext cx="11788302" cy="1295400"/>
          </a:xfrm>
        </p:spPr>
        <p:txBody>
          <a:bodyPr anchor="t"/>
          <a:lstStyle>
            <a:lvl1pPr>
              <a:lnSpc>
                <a:spcPts val="4700"/>
              </a:lnSpc>
              <a:defRPr sz="4500">
                <a:solidFill>
                  <a:srgbClr val="263BD3"/>
                </a:solidFill>
              </a:defRPr>
            </a:lvl1pPr>
          </a:lstStyle>
          <a:p>
            <a:r>
              <a:rPr lang="en-GB" dirty="0"/>
              <a:t>Main subject header content placement here</a:t>
            </a:r>
            <a:br>
              <a:rPr lang="en-GB" dirty="0"/>
            </a:br>
            <a:r>
              <a:rPr lang="en-GB" dirty="0"/>
              <a:t>Click to add content.</a:t>
            </a:r>
            <a:endParaRPr lang="en-US" dirty="0"/>
          </a:p>
        </p:txBody>
      </p:sp>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2" name="Text Placeholder 2">
            <a:extLst>
              <a:ext uri="{FF2B5EF4-FFF2-40B4-BE49-F238E27FC236}">
                <a16:creationId xmlns:a16="http://schemas.microsoft.com/office/drawing/2014/main" id="{50E63C18-4494-429D-C7BD-8F1E6789EF1E}"/>
              </a:ext>
            </a:extLst>
          </p:cNvPr>
          <p:cNvSpPr>
            <a:spLocks noGrp="1"/>
          </p:cNvSpPr>
          <p:nvPr>
            <p:ph type="body" idx="16" hasCustomPrompt="1"/>
          </p:nvPr>
        </p:nvSpPr>
        <p:spPr>
          <a:xfrm>
            <a:off x="838200" y="2322445"/>
            <a:ext cx="16598236" cy="6019800"/>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endParaRPr lang="en-US" dirty="0"/>
          </a:p>
          <a:p>
            <a:pPr lvl="0"/>
            <a:endParaRPr lang="en-US" dirty="0"/>
          </a:p>
        </p:txBody>
      </p:sp>
      <p:sp>
        <p:nvSpPr>
          <p:cNvPr id="5" name="Rectangle 4">
            <a:extLst>
              <a:ext uri="{FF2B5EF4-FFF2-40B4-BE49-F238E27FC236}">
                <a16:creationId xmlns:a16="http://schemas.microsoft.com/office/drawing/2014/main" id="{4C8868EC-94E2-4A78-053D-6EEE923148F4}"/>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794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Title Bi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AE74F5F-411A-2F20-B03E-E84E45D36D4E}"/>
              </a:ext>
            </a:extLst>
          </p:cNvPr>
          <p:cNvSpPr>
            <a:spLocks noGrp="1"/>
          </p:cNvSpPr>
          <p:nvPr>
            <p:ph type="title" hasCustomPrompt="1"/>
          </p:nvPr>
        </p:nvSpPr>
        <p:spPr>
          <a:xfrm>
            <a:off x="838200" y="643789"/>
            <a:ext cx="11658600" cy="1680311"/>
          </a:xfrm>
        </p:spPr>
        <p:txBody>
          <a:bodyPr anchor="t"/>
          <a:lstStyle>
            <a:lvl1pPr>
              <a:lnSpc>
                <a:spcPts val="6200"/>
              </a:lnSpc>
              <a:defRPr sz="7100">
                <a:solidFill>
                  <a:srgbClr val="263BD3"/>
                </a:solidFill>
              </a:defRPr>
            </a:lvl1pPr>
          </a:lstStyle>
          <a:p>
            <a:r>
              <a:rPr lang="en-GB" dirty="0"/>
              <a:t>Main Header Subject Placement</a:t>
            </a:r>
            <a:endParaRPr lang="en-US" dirty="0"/>
          </a:p>
        </p:txBody>
      </p:sp>
      <p:pic>
        <p:nvPicPr>
          <p:cNvPr id="2" name="Graphic 1">
            <a:extLst>
              <a:ext uri="{FF2B5EF4-FFF2-40B4-BE49-F238E27FC236}">
                <a16:creationId xmlns:a16="http://schemas.microsoft.com/office/drawing/2014/main" id="{BF1C0E2F-5CDA-9882-A4DD-F621C7C4A64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13" name="Rectangle 12">
            <a:extLst>
              <a:ext uri="{FF2B5EF4-FFF2-40B4-BE49-F238E27FC236}">
                <a16:creationId xmlns:a16="http://schemas.microsoft.com/office/drawing/2014/main" id="{07EC720E-10AC-8E58-586D-2FAE286B700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42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F1C0E2F-5CDA-9882-A4DD-F621C7C4A64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947166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F716E6-8874-4CF4-C9A6-EE02CFB24A25}"/>
              </a:ext>
            </a:extLst>
          </p:cNvPr>
          <p:cNvSpPr/>
          <p:nvPr userDrawn="1"/>
        </p:nvSpPr>
        <p:spPr>
          <a:xfrm>
            <a:off x="-9596" y="0"/>
            <a:ext cx="18297595" cy="10286999"/>
          </a:xfrm>
          <a:prstGeom prst="rect">
            <a:avLst/>
          </a:prstGeom>
          <a:solidFill>
            <a:srgbClr val="1A2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
            <a:extLst>
              <a:ext uri="{FF2B5EF4-FFF2-40B4-BE49-F238E27FC236}">
                <a16:creationId xmlns:a16="http://schemas.microsoft.com/office/drawing/2014/main" id="{55E38FC6-C9DD-9534-F2D0-6DD4E511F98D}"/>
              </a:ext>
            </a:extLst>
          </p:cNvPr>
          <p:cNvSpPr/>
          <p:nvPr userDrawn="1"/>
        </p:nvSpPr>
        <p:spPr>
          <a:xfrm rot="-5400000">
            <a:off x="1915476" y="3244106"/>
            <a:ext cx="1480022" cy="1726079"/>
          </a:xfrm>
          <a:custGeom>
            <a:avLst/>
            <a:gdLst/>
            <a:ahLst/>
            <a:cxnLst/>
            <a:rect l="l" t="t" r="r" b="b"/>
            <a:pathLst>
              <a:path w="1480022" h="1726079">
                <a:moveTo>
                  <a:pt x="0" y="0"/>
                </a:moveTo>
                <a:lnTo>
                  <a:pt x="1480022" y="0"/>
                </a:lnTo>
                <a:lnTo>
                  <a:pt x="1480022" y="1726078"/>
                </a:lnTo>
                <a:lnTo>
                  <a:pt x="0" y="1726078"/>
                </a:lnTo>
                <a:lnTo>
                  <a:pt x="0" y="0"/>
                </a:lnTo>
                <a:close/>
              </a:path>
            </a:pathLst>
          </a:custGeom>
          <a: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l="-117102"/>
            </a:stretch>
          </a:blipFill>
        </p:spPr>
        <p:txBody>
          <a:bodyPr/>
          <a:lstStyle/>
          <a:p>
            <a:endParaRPr lang="en-US"/>
          </a:p>
        </p:txBody>
      </p:sp>
      <p:sp>
        <p:nvSpPr>
          <p:cNvPr id="5" name="Freeform 3">
            <a:extLst>
              <a:ext uri="{FF2B5EF4-FFF2-40B4-BE49-F238E27FC236}">
                <a16:creationId xmlns:a16="http://schemas.microsoft.com/office/drawing/2014/main" id="{EDA8DA22-15BF-E6FA-28B6-B81F47098C83}"/>
              </a:ext>
            </a:extLst>
          </p:cNvPr>
          <p:cNvSpPr/>
          <p:nvPr userDrawn="1"/>
        </p:nvSpPr>
        <p:spPr>
          <a:xfrm rot="-5400000">
            <a:off x="1993648" y="5055418"/>
            <a:ext cx="1323677" cy="1726079"/>
          </a:xfrm>
          <a:custGeom>
            <a:avLst/>
            <a:gdLst/>
            <a:ahLst/>
            <a:cxnLst/>
            <a:rect l="l" t="t" r="r" b="b"/>
            <a:pathLst>
              <a:path w="1323677" h="1726079">
                <a:moveTo>
                  <a:pt x="0" y="0"/>
                </a:moveTo>
                <a:lnTo>
                  <a:pt x="1323678" y="0"/>
                </a:lnTo>
                <a:lnTo>
                  <a:pt x="1323678" y="1726079"/>
                </a:lnTo>
                <a:lnTo>
                  <a:pt x="0" y="1726079"/>
                </a:lnTo>
                <a:lnTo>
                  <a:pt x="0" y="0"/>
                </a:lnTo>
                <a:close/>
              </a:path>
            </a:pathLst>
          </a:custGeom>
          <a: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r="-142745"/>
            </a:stretch>
          </a:blipFill>
        </p:spPr>
        <p:txBody>
          <a:bodyPr/>
          <a:lstStyle/>
          <a:p>
            <a:endParaRPr lang="en-US"/>
          </a:p>
        </p:txBody>
      </p:sp>
      <p:grpSp>
        <p:nvGrpSpPr>
          <p:cNvPr id="6" name="Group 4">
            <a:extLst>
              <a:ext uri="{FF2B5EF4-FFF2-40B4-BE49-F238E27FC236}">
                <a16:creationId xmlns:a16="http://schemas.microsoft.com/office/drawing/2014/main" id="{C4D34B3C-937D-A125-5C2D-835BE57A5BBE}"/>
              </a:ext>
            </a:extLst>
          </p:cNvPr>
          <p:cNvGrpSpPr>
            <a:grpSpLocks noChangeAspect="1"/>
          </p:cNvGrpSpPr>
          <p:nvPr userDrawn="1"/>
        </p:nvGrpSpPr>
        <p:grpSpPr>
          <a:xfrm>
            <a:off x="3927435" y="3373641"/>
            <a:ext cx="1690175" cy="26931"/>
            <a:chOff x="0" y="0"/>
            <a:chExt cx="2391169" cy="38100"/>
          </a:xfrm>
        </p:grpSpPr>
        <p:sp>
          <p:nvSpPr>
            <p:cNvPr id="7" name="Freeform 5">
              <a:extLst>
                <a:ext uri="{FF2B5EF4-FFF2-40B4-BE49-F238E27FC236}">
                  <a16:creationId xmlns:a16="http://schemas.microsoft.com/office/drawing/2014/main" id="{30C17330-E501-48BC-1D3B-2682BC8244ED}"/>
                </a:ext>
              </a:extLst>
            </p:cNvPr>
            <p:cNvSpPr/>
            <p:nvPr/>
          </p:nvSpPr>
          <p:spPr>
            <a:xfrm>
              <a:off x="0" y="0"/>
              <a:ext cx="2391156" cy="38100"/>
            </a:xfrm>
            <a:custGeom>
              <a:avLst/>
              <a:gdLst/>
              <a:ahLst/>
              <a:cxnLst/>
              <a:rect l="l" t="t" r="r" b="b"/>
              <a:pathLst>
                <a:path w="2391156" h="38100">
                  <a:moveTo>
                    <a:pt x="0" y="0"/>
                  </a:moveTo>
                  <a:lnTo>
                    <a:pt x="2391156" y="0"/>
                  </a:lnTo>
                  <a:lnTo>
                    <a:pt x="2391156" y="38100"/>
                  </a:lnTo>
                  <a:lnTo>
                    <a:pt x="0" y="38100"/>
                  </a:lnTo>
                  <a:close/>
                </a:path>
              </a:pathLst>
            </a:custGeom>
            <a:solidFill>
              <a:srgbClr val="FFFFFF"/>
            </a:solidFill>
          </p:spPr>
          <p:txBody>
            <a:bodyPr/>
            <a:lstStyle/>
            <a:p>
              <a:endParaRPr lang="en-US"/>
            </a:p>
          </p:txBody>
        </p:sp>
      </p:grpSp>
      <p:grpSp>
        <p:nvGrpSpPr>
          <p:cNvPr id="8" name="Group 6">
            <a:extLst>
              <a:ext uri="{FF2B5EF4-FFF2-40B4-BE49-F238E27FC236}">
                <a16:creationId xmlns:a16="http://schemas.microsoft.com/office/drawing/2014/main" id="{3E3E313B-AB9E-0864-39CB-1B9B819237F9}"/>
              </a:ext>
            </a:extLst>
          </p:cNvPr>
          <p:cNvGrpSpPr>
            <a:grpSpLocks noChangeAspect="1"/>
          </p:cNvGrpSpPr>
          <p:nvPr userDrawn="1"/>
        </p:nvGrpSpPr>
        <p:grpSpPr>
          <a:xfrm>
            <a:off x="6185380" y="3373641"/>
            <a:ext cx="1743830" cy="26931"/>
            <a:chOff x="0" y="0"/>
            <a:chExt cx="2467077" cy="38100"/>
          </a:xfrm>
        </p:grpSpPr>
        <p:sp>
          <p:nvSpPr>
            <p:cNvPr id="11" name="Freeform 7">
              <a:extLst>
                <a:ext uri="{FF2B5EF4-FFF2-40B4-BE49-F238E27FC236}">
                  <a16:creationId xmlns:a16="http://schemas.microsoft.com/office/drawing/2014/main" id="{A6EC624E-6A3C-0104-3A47-3B34D25B22EB}"/>
                </a:ext>
              </a:extLst>
            </p:cNvPr>
            <p:cNvSpPr/>
            <p:nvPr/>
          </p:nvSpPr>
          <p:spPr>
            <a:xfrm>
              <a:off x="0" y="0"/>
              <a:ext cx="2467102" cy="38100"/>
            </a:xfrm>
            <a:custGeom>
              <a:avLst/>
              <a:gdLst/>
              <a:ahLst/>
              <a:cxnLst/>
              <a:rect l="l" t="t" r="r" b="b"/>
              <a:pathLst>
                <a:path w="2467102" h="38100">
                  <a:moveTo>
                    <a:pt x="0" y="0"/>
                  </a:moveTo>
                  <a:lnTo>
                    <a:pt x="2467102" y="0"/>
                  </a:lnTo>
                  <a:lnTo>
                    <a:pt x="2467102" y="38100"/>
                  </a:lnTo>
                  <a:lnTo>
                    <a:pt x="0" y="38100"/>
                  </a:lnTo>
                  <a:close/>
                </a:path>
              </a:pathLst>
            </a:custGeom>
            <a:solidFill>
              <a:srgbClr val="FFFFFF"/>
            </a:solidFill>
          </p:spPr>
          <p:txBody>
            <a:bodyPr/>
            <a:lstStyle/>
            <a:p>
              <a:endParaRPr lang="en-US"/>
            </a:p>
          </p:txBody>
        </p:sp>
      </p:grpSp>
      <p:grpSp>
        <p:nvGrpSpPr>
          <p:cNvPr id="12" name="Group 8">
            <a:extLst>
              <a:ext uri="{FF2B5EF4-FFF2-40B4-BE49-F238E27FC236}">
                <a16:creationId xmlns:a16="http://schemas.microsoft.com/office/drawing/2014/main" id="{6F2B7C56-1A62-2583-D3D5-804F0D2C2C93}"/>
              </a:ext>
            </a:extLst>
          </p:cNvPr>
          <p:cNvGrpSpPr>
            <a:grpSpLocks noChangeAspect="1"/>
          </p:cNvGrpSpPr>
          <p:nvPr userDrawn="1"/>
        </p:nvGrpSpPr>
        <p:grpSpPr>
          <a:xfrm>
            <a:off x="8479726" y="3373641"/>
            <a:ext cx="1617103" cy="26931"/>
            <a:chOff x="0" y="0"/>
            <a:chExt cx="2287791" cy="38100"/>
          </a:xfrm>
        </p:grpSpPr>
        <p:sp>
          <p:nvSpPr>
            <p:cNvPr id="13" name="Freeform 9">
              <a:extLst>
                <a:ext uri="{FF2B5EF4-FFF2-40B4-BE49-F238E27FC236}">
                  <a16:creationId xmlns:a16="http://schemas.microsoft.com/office/drawing/2014/main" id="{0308A7AC-D0A7-76F5-2FE5-EC7FF73BF875}"/>
                </a:ext>
              </a:extLst>
            </p:cNvPr>
            <p:cNvSpPr/>
            <p:nvPr/>
          </p:nvSpPr>
          <p:spPr>
            <a:xfrm>
              <a:off x="0" y="0"/>
              <a:ext cx="2287778" cy="38100"/>
            </a:xfrm>
            <a:custGeom>
              <a:avLst/>
              <a:gdLst/>
              <a:ahLst/>
              <a:cxnLst/>
              <a:rect l="l" t="t" r="r" b="b"/>
              <a:pathLst>
                <a:path w="2287778" h="38100">
                  <a:moveTo>
                    <a:pt x="0" y="0"/>
                  </a:moveTo>
                  <a:lnTo>
                    <a:pt x="2287778" y="0"/>
                  </a:lnTo>
                  <a:lnTo>
                    <a:pt x="2287778" y="38100"/>
                  </a:lnTo>
                  <a:lnTo>
                    <a:pt x="0" y="38100"/>
                  </a:lnTo>
                  <a:close/>
                </a:path>
              </a:pathLst>
            </a:custGeom>
            <a:solidFill>
              <a:srgbClr val="FFFFFF"/>
            </a:solidFill>
          </p:spPr>
          <p:txBody>
            <a:bodyPr/>
            <a:lstStyle/>
            <a:p>
              <a:endParaRPr lang="en-US"/>
            </a:p>
          </p:txBody>
        </p:sp>
      </p:grpSp>
      <p:grpSp>
        <p:nvGrpSpPr>
          <p:cNvPr id="14" name="Group 10">
            <a:extLst>
              <a:ext uri="{FF2B5EF4-FFF2-40B4-BE49-F238E27FC236}">
                <a16:creationId xmlns:a16="http://schemas.microsoft.com/office/drawing/2014/main" id="{A8B4B29C-48DC-F975-0F0F-062CA0A0031A}"/>
              </a:ext>
            </a:extLst>
          </p:cNvPr>
          <p:cNvGrpSpPr>
            <a:grpSpLocks noChangeAspect="1"/>
          </p:cNvGrpSpPr>
          <p:nvPr userDrawn="1"/>
        </p:nvGrpSpPr>
        <p:grpSpPr>
          <a:xfrm>
            <a:off x="10664590" y="3373641"/>
            <a:ext cx="1558260" cy="26931"/>
            <a:chOff x="0" y="0"/>
            <a:chExt cx="2204542" cy="38100"/>
          </a:xfrm>
        </p:grpSpPr>
        <p:sp>
          <p:nvSpPr>
            <p:cNvPr id="16" name="Freeform 11">
              <a:extLst>
                <a:ext uri="{FF2B5EF4-FFF2-40B4-BE49-F238E27FC236}">
                  <a16:creationId xmlns:a16="http://schemas.microsoft.com/office/drawing/2014/main" id="{7CE4C480-376A-D0AC-ADF6-73B7F2C1046B}"/>
                </a:ext>
              </a:extLst>
            </p:cNvPr>
            <p:cNvSpPr/>
            <p:nvPr/>
          </p:nvSpPr>
          <p:spPr>
            <a:xfrm>
              <a:off x="0" y="0"/>
              <a:ext cx="2204593" cy="38100"/>
            </a:xfrm>
            <a:custGeom>
              <a:avLst/>
              <a:gdLst/>
              <a:ahLst/>
              <a:cxnLst/>
              <a:rect l="l" t="t" r="r" b="b"/>
              <a:pathLst>
                <a:path w="2204593" h="38100">
                  <a:moveTo>
                    <a:pt x="0" y="0"/>
                  </a:moveTo>
                  <a:lnTo>
                    <a:pt x="2204593" y="0"/>
                  </a:lnTo>
                  <a:lnTo>
                    <a:pt x="2204593" y="38100"/>
                  </a:lnTo>
                  <a:lnTo>
                    <a:pt x="0" y="38100"/>
                  </a:lnTo>
                  <a:close/>
                </a:path>
              </a:pathLst>
            </a:custGeom>
            <a:solidFill>
              <a:srgbClr val="FFFFFF"/>
            </a:solidFill>
          </p:spPr>
          <p:txBody>
            <a:bodyPr/>
            <a:lstStyle/>
            <a:p>
              <a:endParaRPr lang="en-US"/>
            </a:p>
          </p:txBody>
        </p:sp>
      </p:grpSp>
      <p:grpSp>
        <p:nvGrpSpPr>
          <p:cNvPr id="17" name="Group 12">
            <a:extLst>
              <a:ext uri="{FF2B5EF4-FFF2-40B4-BE49-F238E27FC236}">
                <a16:creationId xmlns:a16="http://schemas.microsoft.com/office/drawing/2014/main" id="{EC766B3F-3A90-05C1-41D3-027A6A1CDF2E}"/>
              </a:ext>
            </a:extLst>
          </p:cNvPr>
          <p:cNvGrpSpPr>
            <a:grpSpLocks noChangeAspect="1"/>
          </p:cNvGrpSpPr>
          <p:nvPr userDrawn="1"/>
        </p:nvGrpSpPr>
        <p:grpSpPr>
          <a:xfrm>
            <a:off x="12756184" y="3373641"/>
            <a:ext cx="1541536" cy="26931"/>
            <a:chOff x="0" y="0"/>
            <a:chExt cx="2180882" cy="38100"/>
          </a:xfrm>
        </p:grpSpPr>
        <p:sp>
          <p:nvSpPr>
            <p:cNvPr id="18" name="Freeform 13">
              <a:extLst>
                <a:ext uri="{FF2B5EF4-FFF2-40B4-BE49-F238E27FC236}">
                  <a16:creationId xmlns:a16="http://schemas.microsoft.com/office/drawing/2014/main" id="{4C075840-A9C4-A2EF-C1C3-1F109A2410DA}"/>
                </a:ext>
              </a:extLst>
            </p:cNvPr>
            <p:cNvSpPr/>
            <p:nvPr/>
          </p:nvSpPr>
          <p:spPr>
            <a:xfrm>
              <a:off x="0" y="0"/>
              <a:ext cx="2180844" cy="38100"/>
            </a:xfrm>
            <a:custGeom>
              <a:avLst/>
              <a:gdLst/>
              <a:ahLst/>
              <a:cxnLst/>
              <a:rect l="l" t="t" r="r" b="b"/>
              <a:pathLst>
                <a:path w="2180844" h="38100">
                  <a:moveTo>
                    <a:pt x="0" y="0"/>
                  </a:moveTo>
                  <a:lnTo>
                    <a:pt x="2180844" y="0"/>
                  </a:lnTo>
                  <a:lnTo>
                    <a:pt x="2180844" y="38100"/>
                  </a:lnTo>
                  <a:lnTo>
                    <a:pt x="0" y="38100"/>
                  </a:lnTo>
                  <a:close/>
                </a:path>
              </a:pathLst>
            </a:custGeom>
            <a:solidFill>
              <a:srgbClr val="FFFFFF"/>
            </a:solidFill>
          </p:spPr>
          <p:txBody>
            <a:bodyPr/>
            <a:lstStyle/>
            <a:p>
              <a:endParaRPr lang="en-US"/>
            </a:p>
          </p:txBody>
        </p:sp>
      </p:grpSp>
      <p:grpSp>
        <p:nvGrpSpPr>
          <p:cNvPr id="19" name="Group 14">
            <a:extLst>
              <a:ext uri="{FF2B5EF4-FFF2-40B4-BE49-F238E27FC236}">
                <a16:creationId xmlns:a16="http://schemas.microsoft.com/office/drawing/2014/main" id="{161AC5E5-3CF2-5B05-E658-69BEB9F699F0}"/>
              </a:ext>
            </a:extLst>
          </p:cNvPr>
          <p:cNvGrpSpPr>
            <a:grpSpLocks noChangeAspect="1"/>
          </p:cNvGrpSpPr>
          <p:nvPr userDrawn="1"/>
        </p:nvGrpSpPr>
        <p:grpSpPr>
          <a:xfrm>
            <a:off x="14881836" y="3373641"/>
            <a:ext cx="1524013" cy="26931"/>
            <a:chOff x="0" y="0"/>
            <a:chExt cx="2156092" cy="38100"/>
          </a:xfrm>
        </p:grpSpPr>
        <p:sp>
          <p:nvSpPr>
            <p:cNvPr id="20" name="Freeform 15">
              <a:extLst>
                <a:ext uri="{FF2B5EF4-FFF2-40B4-BE49-F238E27FC236}">
                  <a16:creationId xmlns:a16="http://schemas.microsoft.com/office/drawing/2014/main" id="{2DE7A302-BD24-6ECF-6211-067ACB4BE10F}"/>
                </a:ext>
              </a:extLst>
            </p:cNvPr>
            <p:cNvSpPr/>
            <p:nvPr/>
          </p:nvSpPr>
          <p:spPr>
            <a:xfrm>
              <a:off x="0" y="0"/>
              <a:ext cx="2156079" cy="38100"/>
            </a:xfrm>
            <a:custGeom>
              <a:avLst/>
              <a:gdLst/>
              <a:ahLst/>
              <a:cxnLst/>
              <a:rect l="l" t="t" r="r" b="b"/>
              <a:pathLst>
                <a:path w="2156079" h="38100">
                  <a:moveTo>
                    <a:pt x="0" y="0"/>
                  </a:moveTo>
                  <a:lnTo>
                    <a:pt x="2156079" y="0"/>
                  </a:lnTo>
                  <a:lnTo>
                    <a:pt x="2156079" y="38100"/>
                  </a:lnTo>
                  <a:lnTo>
                    <a:pt x="0" y="38100"/>
                  </a:lnTo>
                  <a:close/>
                </a:path>
              </a:pathLst>
            </a:custGeom>
            <a:solidFill>
              <a:srgbClr val="FFFFFF"/>
            </a:solidFill>
          </p:spPr>
          <p:txBody>
            <a:bodyPr/>
            <a:lstStyle/>
            <a:p>
              <a:endParaRPr lang="en-US"/>
            </a:p>
          </p:txBody>
        </p:sp>
      </p:grpSp>
      <p:grpSp>
        <p:nvGrpSpPr>
          <p:cNvPr id="21" name="Group 16">
            <a:extLst>
              <a:ext uri="{FF2B5EF4-FFF2-40B4-BE49-F238E27FC236}">
                <a16:creationId xmlns:a16="http://schemas.microsoft.com/office/drawing/2014/main" id="{AE8BC353-CE67-9117-01AB-4259FA8F0117}"/>
              </a:ext>
            </a:extLst>
          </p:cNvPr>
          <p:cNvGrpSpPr>
            <a:grpSpLocks noChangeAspect="1"/>
          </p:cNvGrpSpPr>
          <p:nvPr userDrawn="1"/>
        </p:nvGrpSpPr>
        <p:grpSpPr>
          <a:xfrm>
            <a:off x="16947985" y="6566830"/>
            <a:ext cx="701130" cy="26931"/>
            <a:chOff x="0" y="0"/>
            <a:chExt cx="991921" cy="38100"/>
          </a:xfrm>
        </p:grpSpPr>
        <p:sp>
          <p:nvSpPr>
            <p:cNvPr id="22" name="Freeform 17">
              <a:extLst>
                <a:ext uri="{FF2B5EF4-FFF2-40B4-BE49-F238E27FC236}">
                  <a16:creationId xmlns:a16="http://schemas.microsoft.com/office/drawing/2014/main" id="{7B118AE8-2723-07B1-5238-F0367B3C8BC0}"/>
                </a:ext>
              </a:extLst>
            </p:cNvPr>
            <p:cNvSpPr/>
            <p:nvPr/>
          </p:nvSpPr>
          <p:spPr>
            <a:xfrm>
              <a:off x="0" y="0"/>
              <a:ext cx="991870" cy="38100"/>
            </a:xfrm>
            <a:custGeom>
              <a:avLst/>
              <a:gdLst/>
              <a:ahLst/>
              <a:cxnLst/>
              <a:rect l="l" t="t" r="r" b="b"/>
              <a:pathLst>
                <a:path w="991870" h="38100">
                  <a:moveTo>
                    <a:pt x="0" y="0"/>
                  </a:moveTo>
                  <a:lnTo>
                    <a:pt x="991870" y="0"/>
                  </a:lnTo>
                  <a:lnTo>
                    <a:pt x="991870" y="38100"/>
                  </a:lnTo>
                  <a:lnTo>
                    <a:pt x="0" y="38100"/>
                  </a:lnTo>
                  <a:close/>
                </a:path>
              </a:pathLst>
            </a:custGeom>
            <a:solidFill>
              <a:srgbClr val="FFFFFF"/>
            </a:solidFill>
          </p:spPr>
          <p:txBody>
            <a:bodyPr/>
            <a:lstStyle/>
            <a:p>
              <a:endParaRPr lang="en-US"/>
            </a:p>
          </p:txBody>
        </p:sp>
      </p:grpSp>
      <p:sp>
        <p:nvSpPr>
          <p:cNvPr id="68" name="AutoShape 63">
            <a:extLst>
              <a:ext uri="{FF2B5EF4-FFF2-40B4-BE49-F238E27FC236}">
                <a16:creationId xmlns:a16="http://schemas.microsoft.com/office/drawing/2014/main" id="{B9079F11-E720-9881-8D85-F14154F439E4}"/>
              </a:ext>
            </a:extLst>
          </p:cNvPr>
          <p:cNvSpPr/>
          <p:nvPr userDrawn="1"/>
        </p:nvSpPr>
        <p:spPr>
          <a:xfrm>
            <a:off x="3959932" y="6581118"/>
            <a:ext cx="2121278" cy="0"/>
          </a:xfrm>
          <a:prstGeom prst="line">
            <a:avLst/>
          </a:prstGeom>
          <a:ln w="28575" cap="flat">
            <a:solidFill>
              <a:srgbClr val="FFFFFF"/>
            </a:solidFill>
            <a:prstDash val="solid"/>
            <a:headEnd type="none" w="sm" len="sm"/>
            <a:tailEnd type="none" w="sm" len="sm"/>
          </a:ln>
        </p:spPr>
        <p:txBody>
          <a:bodyPr/>
          <a:lstStyle/>
          <a:p>
            <a:endParaRPr lang="en-US"/>
          </a:p>
        </p:txBody>
      </p:sp>
      <p:sp>
        <p:nvSpPr>
          <p:cNvPr id="69" name="AutoShape 64">
            <a:extLst>
              <a:ext uri="{FF2B5EF4-FFF2-40B4-BE49-F238E27FC236}">
                <a16:creationId xmlns:a16="http://schemas.microsoft.com/office/drawing/2014/main" id="{06043DF0-912A-38ED-2FFB-D0D56C9514B0}"/>
              </a:ext>
            </a:extLst>
          </p:cNvPr>
          <p:cNvSpPr/>
          <p:nvPr userDrawn="1"/>
        </p:nvSpPr>
        <p:spPr>
          <a:xfrm>
            <a:off x="6653800" y="6581118"/>
            <a:ext cx="1433466" cy="0"/>
          </a:xfrm>
          <a:prstGeom prst="line">
            <a:avLst/>
          </a:prstGeom>
          <a:ln w="28575" cap="flat">
            <a:solidFill>
              <a:srgbClr val="FFFFFF"/>
            </a:solidFill>
            <a:prstDash val="solid"/>
            <a:headEnd type="none" w="sm" len="sm"/>
            <a:tailEnd type="none" w="sm" len="sm"/>
          </a:ln>
        </p:spPr>
        <p:txBody>
          <a:bodyPr/>
          <a:lstStyle/>
          <a:p>
            <a:endParaRPr lang="en-US"/>
          </a:p>
        </p:txBody>
      </p:sp>
      <p:sp>
        <p:nvSpPr>
          <p:cNvPr id="70" name="AutoShape 65">
            <a:extLst>
              <a:ext uri="{FF2B5EF4-FFF2-40B4-BE49-F238E27FC236}">
                <a16:creationId xmlns:a16="http://schemas.microsoft.com/office/drawing/2014/main" id="{3433624E-41DA-A450-1592-8F27CB4F76A3}"/>
              </a:ext>
            </a:extLst>
          </p:cNvPr>
          <p:cNvSpPr/>
          <p:nvPr userDrawn="1"/>
        </p:nvSpPr>
        <p:spPr>
          <a:xfrm>
            <a:off x="8541824" y="6581118"/>
            <a:ext cx="1036032" cy="0"/>
          </a:xfrm>
          <a:prstGeom prst="line">
            <a:avLst/>
          </a:prstGeom>
          <a:ln w="28575" cap="flat">
            <a:solidFill>
              <a:srgbClr val="FFFFFF"/>
            </a:solidFill>
            <a:prstDash val="solid"/>
            <a:headEnd type="none" w="sm" len="sm"/>
            <a:tailEnd type="none" w="sm" len="sm"/>
          </a:ln>
        </p:spPr>
        <p:txBody>
          <a:bodyPr/>
          <a:lstStyle/>
          <a:p>
            <a:endParaRPr lang="en-US"/>
          </a:p>
        </p:txBody>
      </p:sp>
      <p:sp>
        <p:nvSpPr>
          <p:cNvPr id="71" name="AutoShape 66">
            <a:extLst>
              <a:ext uri="{FF2B5EF4-FFF2-40B4-BE49-F238E27FC236}">
                <a16:creationId xmlns:a16="http://schemas.microsoft.com/office/drawing/2014/main" id="{5C90F62D-DC31-BC8F-77C1-5EBD5C56DED4}"/>
              </a:ext>
            </a:extLst>
          </p:cNvPr>
          <p:cNvSpPr/>
          <p:nvPr userDrawn="1"/>
        </p:nvSpPr>
        <p:spPr>
          <a:xfrm flipV="1">
            <a:off x="10051713" y="6581118"/>
            <a:ext cx="1860236" cy="0"/>
          </a:xfrm>
          <a:prstGeom prst="line">
            <a:avLst/>
          </a:prstGeom>
          <a:ln w="28575" cap="flat">
            <a:solidFill>
              <a:srgbClr val="FFFFFF"/>
            </a:solidFill>
            <a:prstDash val="solid"/>
            <a:headEnd type="none" w="sm" len="sm"/>
            <a:tailEnd type="none" w="sm" len="sm"/>
          </a:ln>
        </p:spPr>
        <p:txBody>
          <a:bodyPr/>
          <a:lstStyle/>
          <a:p>
            <a:endParaRPr lang="en-US"/>
          </a:p>
        </p:txBody>
      </p:sp>
      <p:sp>
        <p:nvSpPr>
          <p:cNvPr id="72" name="AutoShape 67">
            <a:extLst>
              <a:ext uri="{FF2B5EF4-FFF2-40B4-BE49-F238E27FC236}">
                <a16:creationId xmlns:a16="http://schemas.microsoft.com/office/drawing/2014/main" id="{9A710BA0-1D0B-B5D5-3CD8-946ED9C837E5}"/>
              </a:ext>
            </a:extLst>
          </p:cNvPr>
          <p:cNvSpPr/>
          <p:nvPr userDrawn="1"/>
        </p:nvSpPr>
        <p:spPr>
          <a:xfrm flipV="1">
            <a:off x="12474410" y="6581118"/>
            <a:ext cx="1563670" cy="0"/>
          </a:xfrm>
          <a:prstGeom prst="line">
            <a:avLst/>
          </a:prstGeom>
          <a:ln w="28575" cap="flat">
            <a:solidFill>
              <a:srgbClr val="FFFFFF"/>
            </a:solidFill>
            <a:prstDash val="solid"/>
            <a:headEnd type="none" w="sm" len="sm"/>
            <a:tailEnd type="none" w="sm" len="sm"/>
          </a:ln>
        </p:spPr>
        <p:txBody>
          <a:bodyPr/>
          <a:lstStyle/>
          <a:p>
            <a:endParaRPr lang="en-US"/>
          </a:p>
        </p:txBody>
      </p:sp>
      <p:sp>
        <p:nvSpPr>
          <p:cNvPr id="73" name="AutoShape 68">
            <a:extLst>
              <a:ext uri="{FF2B5EF4-FFF2-40B4-BE49-F238E27FC236}">
                <a16:creationId xmlns:a16="http://schemas.microsoft.com/office/drawing/2014/main" id="{8AD79C77-6341-D0E2-22DE-7A750E49C559}"/>
              </a:ext>
            </a:extLst>
          </p:cNvPr>
          <p:cNvSpPr/>
          <p:nvPr userDrawn="1"/>
        </p:nvSpPr>
        <p:spPr>
          <a:xfrm>
            <a:off x="14514086" y="6581118"/>
            <a:ext cx="1891763" cy="0"/>
          </a:xfrm>
          <a:prstGeom prst="line">
            <a:avLst/>
          </a:prstGeom>
          <a:ln w="28575" cap="flat">
            <a:solidFill>
              <a:srgbClr val="FFFFFF"/>
            </a:solidFill>
            <a:prstDash val="solid"/>
            <a:headEnd type="none" w="sm" len="sm"/>
            <a:tailEnd type="none" w="sm" len="sm"/>
          </a:ln>
        </p:spPr>
        <p:txBody>
          <a:bodyPr/>
          <a:lstStyle/>
          <a:p>
            <a:endParaRPr lang="en-US"/>
          </a:p>
        </p:txBody>
      </p:sp>
      <p:sp>
        <p:nvSpPr>
          <p:cNvPr id="104" name="Text Placeholder 2">
            <a:extLst>
              <a:ext uri="{FF2B5EF4-FFF2-40B4-BE49-F238E27FC236}">
                <a16:creationId xmlns:a16="http://schemas.microsoft.com/office/drawing/2014/main" id="{3256AA78-A997-4F8D-C53E-45235CC6B279}"/>
              </a:ext>
            </a:extLst>
          </p:cNvPr>
          <p:cNvSpPr>
            <a:spLocks noGrp="1"/>
          </p:cNvSpPr>
          <p:nvPr>
            <p:ph type="body" idx="1" hasCustomPrompt="1"/>
          </p:nvPr>
        </p:nvSpPr>
        <p:spPr>
          <a:xfrm>
            <a:off x="850479" y="654657"/>
            <a:ext cx="13663608" cy="752474"/>
          </a:xfrm>
        </p:spPr>
        <p:txBody>
          <a:bodyPr anchor="ctr">
            <a:noAutofit/>
          </a:bodyPr>
          <a:lstStyle>
            <a:lvl1pPr marL="0" indent="0">
              <a:buNone/>
              <a:defRPr sz="7500" b="0" i="0">
                <a:solidFill>
                  <a:srgbClr val="6B8AFC"/>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The OGC Journey</a:t>
            </a:r>
          </a:p>
        </p:txBody>
      </p:sp>
      <p:sp>
        <p:nvSpPr>
          <p:cNvPr id="105" name="Oval 104">
            <a:extLst>
              <a:ext uri="{FF2B5EF4-FFF2-40B4-BE49-F238E27FC236}">
                <a16:creationId xmlns:a16="http://schemas.microsoft.com/office/drawing/2014/main" id="{DD664F12-5290-8BC0-5621-78FBE50F0E29}"/>
              </a:ext>
            </a:extLst>
          </p:cNvPr>
          <p:cNvSpPr/>
          <p:nvPr userDrawn="1"/>
        </p:nvSpPr>
        <p:spPr>
          <a:xfrm>
            <a:off x="1804625" y="4912943"/>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B31B1DF3-0F06-66C4-1C27-77642720DC0C}"/>
              </a:ext>
            </a:extLst>
          </p:cNvPr>
          <p:cNvSpPr/>
          <p:nvPr userDrawn="1"/>
        </p:nvSpPr>
        <p:spPr>
          <a:xfrm>
            <a:off x="3633367"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4C24768-4844-C8D2-7B7D-0135EB260D39}"/>
              </a:ext>
            </a:extLst>
          </p:cNvPr>
          <p:cNvSpPr/>
          <p:nvPr userDrawn="1"/>
        </p:nvSpPr>
        <p:spPr>
          <a:xfrm>
            <a:off x="6250764"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EA0E57E-21EF-61FC-EA00-62A7C6744FA5}"/>
              </a:ext>
            </a:extLst>
          </p:cNvPr>
          <p:cNvSpPr/>
          <p:nvPr userDrawn="1"/>
        </p:nvSpPr>
        <p:spPr>
          <a:xfrm>
            <a:off x="8186610"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3399847-C25D-1834-5CF6-9E1F559F6C0A}"/>
              </a:ext>
            </a:extLst>
          </p:cNvPr>
          <p:cNvSpPr/>
          <p:nvPr userDrawn="1"/>
        </p:nvSpPr>
        <p:spPr>
          <a:xfrm>
            <a:off x="9696542"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4A372C2-3C36-FDD9-AC62-8835B010EABE}"/>
              </a:ext>
            </a:extLst>
          </p:cNvPr>
          <p:cNvSpPr/>
          <p:nvPr userDrawn="1"/>
        </p:nvSpPr>
        <p:spPr>
          <a:xfrm>
            <a:off x="12078710"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0F0BECBC-87C7-AB41-A70F-622F903E304A}"/>
              </a:ext>
            </a:extLst>
          </p:cNvPr>
          <p:cNvSpPr/>
          <p:nvPr userDrawn="1"/>
        </p:nvSpPr>
        <p:spPr>
          <a:xfrm>
            <a:off x="14156039"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C383DC6D-B961-B679-8960-1099643E3DD2}"/>
              </a:ext>
            </a:extLst>
          </p:cNvPr>
          <p:cNvSpPr/>
          <p:nvPr userDrawn="1"/>
        </p:nvSpPr>
        <p:spPr>
          <a:xfrm>
            <a:off x="16519411"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98BCE8BA-52C6-ED8A-5C93-3D029BD82244}"/>
              </a:ext>
            </a:extLst>
          </p:cNvPr>
          <p:cNvSpPr/>
          <p:nvPr userDrawn="1"/>
        </p:nvSpPr>
        <p:spPr>
          <a:xfrm>
            <a:off x="16561978"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64AC3864-2030-5EC2-FB72-483040305E64}"/>
              </a:ext>
            </a:extLst>
          </p:cNvPr>
          <p:cNvSpPr/>
          <p:nvPr userDrawn="1"/>
        </p:nvSpPr>
        <p:spPr>
          <a:xfrm>
            <a:off x="14479960"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FAEBC33A-278D-8EF4-C85C-F0645DEE7238}"/>
              </a:ext>
            </a:extLst>
          </p:cNvPr>
          <p:cNvSpPr/>
          <p:nvPr userDrawn="1"/>
        </p:nvSpPr>
        <p:spPr>
          <a:xfrm>
            <a:off x="12379185"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A021FDBA-F7DB-F6C0-7B3B-3DE981C6DB4A}"/>
              </a:ext>
            </a:extLst>
          </p:cNvPr>
          <p:cNvSpPr/>
          <p:nvPr userDrawn="1"/>
        </p:nvSpPr>
        <p:spPr>
          <a:xfrm>
            <a:off x="10259653"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54CC75A1-5C19-1E88-EEA1-DE494519EB97}"/>
              </a:ext>
            </a:extLst>
          </p:cNvPr>
          <p:cNvSpPr/>
          <p:nvPr userDrawn="1"/>
        </p:nvSpPr>
        <p:spPr>
          <a:xfrm>
            <a:off x="8079161"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F85C316-1B59-4539-D8C2-E58900E685E6}"/>
              </a:ext>
            </a:extLst>
          </p:cNvPr>
          <p:cNvSpPr/>
          <p:nvPr userDrawn="1"/>
        </p:nvSpPr>
        <p:spPr>
          <a:xfrm>
            <a:off x="5781437"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298FC33-A4DE-DD39-8D0A-7C3E3D4EF6BE}"/>
              </a:ext>
            </a:extLst>
          </p:cNvPr>
          <p:cNvSpPr/>
          <p:nvPr userDrawn="1"/>
        </p:nvSpPr>
        <p:spPr>
          <a:xfrm>
            <a:off x="3602864"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60D1289-901A-EC01-1C17-FEC8A74DE9F8}"/>
              </a:ext>
            </a:extLst>
          </p:cNvPr>
          <p:cNvSpPr>
            <a:spLocks noGrp="1"/>
          </p:cNvSpPr>
          <p:nvPr>
            <p:ph type="body" idx="10" hasCustomPrompt="1"/>
          </p:nvPr>
        </p:nvSpPr>
        <p:spPr>
          <a:xfrm>
            <a:off x="3385120"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2004</a:t>
            </a:r>
          </a:p>
        </p:txBody>
      </p:sp>
      <p:sp>
        <p:nvSpPr>
          <p:cNvPr id="9" name="Text Placeholder 2">
            <a:extLst>
              <a:ext uri="{FF2B5EF4-FFF2-40B4-BE49-F238E27FC236}">
                <a16:creationId xmlns:a16="http://schemas.microsoft.com/office/drawing/2014/main" id="{B2BD8448-AEAF-69FA-377E-9DD1F2E177B5}"/>
              </a:ext>
            </a:extLst>
          </p:cNvPr>
          <p:cNvSpPr>
            <a:spLocks noGrp="1"/>
          </p:cNvSpPr>
          <p:nvPr>
            <p:ph type="body" idx="11" hasCustomPrompt="1"/>
          </p:nvPr>
        </p:nvSpPr>
        <p:spPr>
          <a:xfrm>
            <a:off x="561760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2002</a:t>
            </a:r>
          </a:p>
        </p:txBody>
      </p:sp>
      <p:sp>
        <p:nvSpPr>
          <p:cNvPr id="10" name="Text Placeholder 2">
            <a:extLst>
              <a:ext uri="{FF2B5EF4-FFF2-40B4-BE49-F238E27FC236}">
                <a16:creationId xmlns:a16="http://schemas.microsoft.com/office/drawing/2014/main" id="{9798212B-912A-C8DE-6E3A-545747872D2A}"/>
              </a:ext>
            </a:extLst>
          </p:cNvPr>
          <p:cNvSpPr>
            <a:spLocks noGrp="1"/>
          </p:cNvSpPr>
          <p:nvPr>
            <p:ph type="body" idx="12" hasCustomPrompt="1"/>
          </p:nvPr>
        </p:nvSpPr>
        <p:spPr>
          <a:xfrm>
            <a:off x="7877607"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2000</a:t>
            </a:r>
          </a:p>
        </p:txBody>
      </p:sp>
      <p:sp>
        <p:nvSpPr>
          <p:cNvPr id="15" name="Text Placeholder 2">
            <a:extLst>
              <a:ext uri="{FF2B5EF4-FFF2-40B4-BE49-F238E27FC236}">
                <a16:creationId xmlns:a16="http://schemas.microsoft.com/office/drawing/2014/main" id="{CB3F4B30-99C8-659D-4574-971E55ACBDF1}"/>
              </a:ext>
            </a:extLst>
          </p:cNvPr>
          <p:cNvSpPr>
            <a:spLocks noGrp="1"/>
          </p:cNvSpPr>
          <p:nvPr>
            <p:ph type="body" idx="13" hasCustomPrompt="1"/>
          </p:nvPr>
        </p:nvSpPr>
        <p:spPr>
          <a:xfrm>
            <a:off x="10017833"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1999</a:t>
            </a:r>
          </a:p>
        </p:txBody>
      </p:sp>
      <p:sp>
        <p:nvSpPr>
          <p:cNvPr id="23" name="Text Placeholder 2">
            <a:extLst>
              <a:ext uri="{FF2B5EF4-FFF2-40B4-BE49-F238E27FC236}">
                <a16:creationId xmlns:a16="http://schemas.microsoft.com/office/drawing/2014/main" id="{147C98E3-9394-D74C-E321-4BDEF45809C0}"/>
              </a:ext>
            </a:extLst>
          </p:cNvPr>
          <p:cNvSpPr>
            <a:spLocks noGrp="1"/>
          </p:cNvSpPr>
          <p:nvPr>
            <p:ph type="body" idx="14" hasCustomPrompt="1"/>
          </p:nvPr>
        </p:nvSpPr>
        <p:spPr>
          <a:xfrm>
            <a:off x="12111677"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1997</a:t>
            </a:r>
          </a:p>
        </p:txBody>
      </p:sp>
      <p:sp>
        <p:nvSpPr>
          <p:cNvPr id="24" name="Text Placeholder 2">
            <a:extLst>
              <a:ext uri="{FF2B5EF4-FFF2-40B4-BE49-F238E27FC236}">
                <a16:creationId xmlns:a16="http://schemas.microsoft.com/office/drawing/2014/main" id="{E948E85B-75B0-B723-56C4-29535BD999F8}"/>
              </a:ext>
            </a:extLst>
          </p:cNvPr>
          <p:cNvSpPr>
            <a:spLocks noGrp="1"/>
          </p:cNvSpPr>
          <p:nvPr>
            <p:ph type="body" idx="15" hasCustomPrompt="1"/>
          </p:nvPr>
        </p:nvSpPr>
        <p:spPr>
          <a:xfrm>
            <a:off x="1411938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1995</a:t>
            </a:r>
          </a:p>
        </p:txBody>
      </p:sp>
      <p:sp>
        <p:nvSpPr>
          <p:cNvPr id="25" name="Text Placeholder 2">
            <a:extLst>
              <a:ext uri="{FF2B5EF4-FFF2-40B4-BE49-F238E27FC236}">
                <a16:creationId xmlns:a16="http://schemas.microsoft.com/office/drawing/2014/main" id="{DF25F564-3525-5845-2118-85DD1E1579FB}"/>
              </a:ext>
            </a:extLst>
          </p:cNvPr>
          <p:cNvSpPr>
            <a:spLocks noGrp="1"/>
          </p:cNvSpPr>
          <p:nvPr>
            <p:ph type="body" idx="16" hasCustomPrompt="1"/>
          </p:nvPr>
        </p:nvSpPr>
        <p:spPr>
          <a:xfrm>
            <a:off x="1616684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1994</a:t>
            </a:r>
          </a:p>
        </p:txBody>
      </p:sp>
      <p:sp>
        <p:nvSpPr>
          <p:cNvPr id="26" name="Text Placeholder 2">
            <a:extLst>
              <a:ext uri="{FF2B5EF4-FFF2-40B4-BE49-F238E27FC236}">
                <a16:creationId xmlns:a16="http://schemas.microsoft.com/office/drawing/2014/main" id="{02848C6C-F876-5075-56CB-9CA763E46E4A}"/>
              </a:ext>
            </a:extLst>
          </p:cNvPr>
          <p:cNvSpPr>
            <a:spLocks noGrp="1"/>
          </p:cNvSpPr>
          <p:nvPr>
            <p:ph type="body" idx="17" hasCustomPrompt="1"/>
          </p:nvPr>
        </p:nvSpPr>
        <p:spPr>
          <a:xfrm>
            <a:off x="11866511"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2018</a:t>
            </a:r>
          </a:p>
        </p:txBody>
      </p:sp>
      <p:sp>
        <p:nvSpPr>
          <p:cNvPr id="27" name="Text Placeholder 2">
            <a:extLst>
              <a:ext uri="{FF2B5EF4-FFF2-40B4-BE49-F238E27FC236}">
                <a16:creationId xmlns:a16="http://schemas.microsoft.com/office/drawing/2014/main" id="{BEF38C94-B769-FB39-99B2-0A22B23433FF}"/>
              </a:ext>
            </a:extLst>
          </p:cNvPr>
          <p:cNvSpPr>
            <a:spLocks noGrp="1"/>
          </p:cNvSpPr>
          <p:nvPr>
            <p:ph type="body" idx="18" hasCustomPrompt="1"/>
          </p:nvPr>
        </p:nvSpPr>
        <p:spPr>
          <a:xfrm>
            <a:off x="13896338"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2019</a:t>
            </a:r>
          </a:p>
        </p:txBody>
      </p:sp>
      <p:sp>
        <p:nvSpPr>
          <p:cNvPr id="28" name="Text Placeholder 2">
            <a:extLst>
              <a:ext uri="{FF2B5EF4-FFF2-40B4-BE49-F238E27FC236}">
                <a16:creationId xmlns:a16="http://schemas.microsoft.com/office/drawing/2014/main" id="{94B72C14-275B-14BD-AAA2-8E0BD56B5145}"/>
              </a:ext>
            </a:extLst>
          </p:cNvPr>
          <p:cNvSpPr>
            <a:spLocks noGrp="1"/>
          </p:cNvSpPr>
          <p:nvPr>
            <p:ph type="body" idx="19" hasCustomPrompt="1"/>
          </p:nvPr>
        </p:nvSpPr>
        <p:spPr>
          <a:xfrm>
            <a:off x="16209163"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2024</a:t>
            </a:r>
          </a:p>
        </p:txBody>
      </p:sp>
      <p:sp>
        <p:nvSpPr>
          <p:cNvPr id="29" name="Text Placeholder 2">
            <a:extLst>
              <a:ext uri="{FF2B5EF4-FFF2-40B4-BE49-F238E27FC236}">
                <a16:creationId xmlns:a16="http://schemas.microsoft.com/office/drawing/2014/main" id="{A1FC1BB7-952A-5AFE-5CEA-6DF5E9E0F47A}"/>
              </a:ext>
            </a:extLst>
          </p:cNvPr>
          <p:cNvSpPr>
            <a:spLocks noGrp="1"/>
          </p:cNvSpPr>
          <p:nvPr>
            <p:ph type="body" idx="20" hasCustomPrompt="1"/>
          </p:nvPr>
        </p:nvSpPr>
        <p:spPr>
          <a:xfrm>
            <a:off x="9616176"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2017</a:t>
            </a:r>
          </a:p>
        </p:txBody>
      </p:sp>
      <p:sp>
        <p:nvSpPr>
          <p:cNvPr id="30" name="Text Placeholder 2">
            <a:extLst>
              <a:ext uri="{FF2B5EF4-FFF2-40B4-BE49-F238E27FC236}">
                <a16:creationId xmlns:a16="http://schemas.microsoft.com/office/drawing/2014/main" id="{D7F68DCF-0BF7-DD92-A5B7-32DB6B21994C}"/>
              </a:ext>
            </a:extLst>
          </p:cNvPr>
          <p:cNvSpPr>
            <a:spLocks noGrp="1"/>
          </p:cNvSpPr>
          <p:nvPr>
            <p:ph type="body" idx="21" hasCustomPrompt="1"/>
          </p:nvPr>
        </p:nvSpPr>
        <p:spPr>
          <a:xfrm>
            <a:off x="7877607"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2014</a:t>
            </a:r>
          </a:p>
        </p:txBody>
      </p:sp>
      <p:sp>
        <p:nvSpPr>
          <p:cNvPr id="31" name="Text Placeholder 2">
            <a:extLst>
              <a:ext uri="{FF2B5EF4-FFF2-40B4-BE49-F238E27FC236}">
                <a16:creationId xmlns:a16="http://schemas.microsoft.com/office/drawing/2014/main" id="{D614A04A-FF1E-CE58-ABB0-2993D584F37A}"/>
              </a:ext>
            </a:extLst>
          </p:cNvPr>
          <p:cNvSpPr>
            <a:spLocks noGrp="1"/>
          </p:cNvSpPr>
          <p:nvPr>
            <p:ph type="body" idx="22" hasCustomPrompt="1"/>
          </p:nvPr>
        </p:nvSpPr>
        <p:spPr>
          <a:xfrm>
            <a:off x="5943600"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2013</a:t>
            </a:r>
          </a:p>
        </p:txBody>
      </p:sp>
      <p:sp>
        <p:nvSpPr>
          <p:cNvPr id="32" name="Text Placeholder 2">
            <a:extLst>
              <a:ext uri="{FF2B5EF4-FFF2-40B4-BE49-F238E27FC236}">
                <a16:creationId xmlns:a16="http://schemas.microsoft.com/office/drawing/2014/main" id="{26F6517F-DF8D-908C-58F2-E1708485EC72}"/>
              </a:ext>
            </a:extLst>
          </p:cNvPr>
          <p:cNvSpPr>
            <a:spLocks noGrp="1"/>
          </p:cNvSpPr>
          <p:nvPr>
            <p:ph type="body" idx="23" hasCustomPrompt="1"/>
          </p:nvPr>
        </p:nvSpPr>
        <p:spPr>
          <a:xfrm>
            <a:off x="3404562"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2008</a:t>
            </a:r>
          </a:p>
        </p:txBody>
      </p:sp>
      <p:sp>
        <p:nvSpPr>
          <p:cNvPr id="33" name="Text Placeholder 2">
            <a:extLst>
              <a:ext uri="{FF2B5EF4-FFF2-40B4-BE49-F238E27FC236}">
                <a16:creationId xmlns:a16="http://schemas.microsoft.com/office/drawing/2014/main" id="{29973747-7D6B-7F19-3A86-A1E0791C0370}"/>
              </a:ext>
            </a:extLst>
          </p:cNvPr>
          <p:cNvSpPr>
            <a:spLocks noGrp="1"/>
          </p:cNvSpPr>
          <p:nvPr>
            <p:ph type="body" idx="24" hasCustomPrompt="1"/>
          </p:nvPr>
        </p:nvSpPr>
        <p:spPr>
          <a:xfrm>
            <a:off x="511519" y="4788102"/>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2005</a:t>
            </a:r>
          </a:p>
        </p:txBody>
      </p:sp>
      <p:sp>
        <p:nvSpPr>
          <p:cNvPr id="39" name="Text Placeholder 38">
            <a:extLst>
              <a:ext uri="{FF2B5EF4-FFF2-40B4-BE49-F238E27FC236}">
                <a16:creationId xmlns:a16="http://schemas.microsoft.com/office/drawing/2014/main" id="{0C2C968E-4FCB-4F9E-7DDC-AF7938C81388}"/>
              </a:ext>
            </a:extLst>
          </p:cNvPr>
          <p:cNvSpPr>
            <a:spLocks noGrp="1"/>
          </p:cNvSpPr>
          <p:nvPr>
            <p:ph type="body" sz="quarter" idx="26" hasCustomPrompt="1"/>
          </p:nvPr>
        </p:nvSpPr>
        <p:spPr>
          <a:xfrm>
            <a:off x="3277240"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lvl="0"/>
            <a:r>
              <a:rPr lang="en-GB" dirty="0"/>
              <a:t>Open GIS Consortium becomes Open Geospatial Consortium, inc.</a:t>
            </a:r>
            <a:endParaRPr lang="en-US" dirty="0"/>
          </a:p>
        </p:txBody>
      </p:sp>
      <p:sp>
        <p:nvSpPr>
          <p:cNvPr id="40" name="Text Placeholder 38">
            <a:extLst>
              <a:ext uri="{FF2B5EF4-FFF2-40B4-BE49-F238E27FC236}">
                <a16:creationId xmlns:a16="http://schemas.microsoft.com/office/drawing/2014/main" id="{6D663FD1-F1B6-2DF7-F151-20AFD07DE398}"/>
              </a:ext>
            </a:extLst>
          </p:cNvPr>
          <p:cNvSpPr>
            <a:spLocks noGrp="1"/>
          </p:cNvSpPr>
          <p:nvPr>
            <p:ph type="body" sz="quarter" idx="27" hasCustomPrompt="1"/>
          </p:nvPr>
        </p:nvSpPr>
        <p:spPr>
          <a:xfrm>
            <a:off x="5569357"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data access service standard – Web Feature Service – WFS </a:t>
            </a:r>
          </a:p>
        </p:txBody>
      </p:sp>
      <p:sp>
        <p:nvSpPr>
          <p:cNvPr id="42" name="Text Placeholder 38">
            <a:extLst>
              <a:ext uri="{FF2B5EF4-FFF2-40B4-BE49-F238E27FC236}">
                <a16:creationId xmlns:a16="http://schemas.microsoft.com/office/drawing/2014/main" id="{4F939250-D828-1BDA-E709-FF11DFD1301F}"/>
              </a:ext>
            </a:extLst>
          </p:cNvPr>
          <p:cNvSpPr>
            <a:spLocks noGrp="1"/>
          </p:cNvSpPr>
          <p:nvPr>
            <p:ph type="body" sz="quarter" idx="28" hasCustomPrompt="1"/>
          </p:nvPr>
        </p:nvSpPr>
        <p:spPr>
          <a:xfrm>
            <a:off x="7822736"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Web Service Standard – Web Map Service, First OGC Encoding Standard – GML</a:t>
            </a:r>
          </a:p>
        </p:txBody>
      </p:sp>
      <p:sp>
        <p:nvSpPr>
          <p:cNvPr id="43" name="Text Placeholder 38">
            <a:extLst>
              <a:ext uri="{FF2B5EF4-FFF2-40B4-BE49-F238E27FC236}">
                <a16:creationId xmlns:a16="http://schemas.microsoft.com/office/drawing/2014/main" id="{C92E30B6-FC01-834D-2797-069BCDA2552B}"/>
              </a:ext>
            </a:extLst>
          </p:cNvPr>
          <p:cNvSpPr>
            <a:spLocks noGrp="1"/>
          </p:cNvSpPr>
          <p:nvPr>
            <p:ph type="body" sz="quarter" idx="29" hasCustomPrompt="1"/>
          </p:nvPr>
        </p:nvSpPr>
        <p:spPr>
          <a:xfrm>
            <a:off x="9969588" y="3637175"/>
            <a:ext cx="1881293"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annual </a:t>
            </a:r>
            <a:r>
              <a:rPr lang="en-US" sz="1650" b="0" i="0" dirty="0" err="1">
                <a:solidFill>
                  <a:srgbClr val="FFFFFF"/>
                </a:solidFill>
                <a:latin typeface="Aptos" panose="020B0004020202020204" pitchFamily="34" charset="0"/>
                <a:ea typeface="Noto Sans"/>
                <a:cs typeface="Noto Sans"/>
                <a:sym typeface="Noto Sans"/>
              </a:rPr>
              <a:t>Gardels</a:t>
            </a:r>
            <a:r>
              <a:rPr lang="en-US" sz="1650" b="0" i="0" dirty="0">
                <a:solidFill>
                  <a:srgbClr val="FFFFFF"/>
                </a:solidFill>
                <a:latin typeface="Aptos" panose="020B0004020202020204" pitchFamily="34" charset="0"/>
                <a:ea typeface="Noto Sans"/>
                <a:cs typeface="Noto Sans"/>
                <a:sym typeface="Noto Sans"/>
              </a:rPr>
              <a:t> award </a:t>
            </a:r>
          </a:p>
        </p:txBody>
      </p:sp>
      <p:sp>
        <p:nvSpPr>
          <p:cNvPr id="44" name="Text Placeholder 38">
            <a:extLst>
              <a:ext uri="{FF2B5EF4-FFF2-40B4-BE49-F238E27FC236}">
                <a16:creationId xmlns:a16="http://schemas.microsoft.com/office/drawing/2014/main" id="{05265174-B44A-F90E-B9F6-CEF074004090}"/>
              </a:ext>
            </a:extLst>
          </p:cNvPr>
          <p:cNvSpPr>
            <a:spLocks noGrp="1"/>
          </p:cNvSpPr>
          <p:nvPr>
            <p:ph type="body" sz="quarter" idx="30" hasCustomPrompt="1"/>
          </p:nvPr>
        </p:nvSpPr>
        <p:spPr>
          <a:xfrm>
            <a:off x="12076684" y="3637175"/>
            <a:ext cx="1710466"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First Standard – Simple Features Approved</a:t>
            </a:r>
          </a:p>
        </p:txBody>
      </p:sp>
      <p:sp>
        <p:nvSpPr>
          <p:cNvPr id="45" name="Text Placeholder 38">
            <a:extLst>
              <a:ext uri="{FF2B5EF4-FFF2-40B4-BE49-F238E27FC236}">
                <a16:creationId xmlns:a16="http://schemas.microsoft.com/office/drawing/2014/main" id="{A6A2AFD9-1874-80A2-FD7A-7D696EF89020}"/>
              </a:ext>
            </a:extLst>
          </p:cNvPr>
          <p:cNvSpPr>
            <a:spLocks noGrp="1"/>
          </p:cNvSpPr>
          <p:nvPr>
            <p:ph type="body" sz="quarter" idx="31" hasCustomPrompt="1"/>
          </p:nvPr>
        </p:nvSpPr>
        <p:spPr>
          <a:xfrm>
            <a:off x="14064510" y="3637175"/>
            <a:ext cx="1710467" cy="1570038"/>
          </a:xfrm>
        </p:spPr>
        <p:txBody>
          <a:bodyPr>
            <a:normAutofit/>
          </a:bodyPr>
          <a:lstStyle>
            <a:lvl1pPr marL="0" indent="0">
              <a:lnSpc>
                <a:spcPts val="1780"/>
              </a:lnSpc>
              <a:buNone/>
              <a:defRPr sz="1650">
                <a:solidFill>
                  <a:schemeClr val="bg1"/>
                </a:solidFill>
              </a:defRPr>
            </a:lvl1pPr>
            <a:lvl5pPr marL="1828800" indent="0">
              <a:buNone/>
              <a:defRPr/>
            </a:lvl5pPr>
          </a:lstStyle>
          <a:p>
            <a:pPr algn="l">
              <a:lnSpc>
                <a:spcPts val="1754"/>
              </a:lnSpc>
            </a:pPr>
            <a:r>
              <a:rPr lang="en-US" sz="1650" b="0" i="0" dirty="0">
                <a:solidFill>
                  <a:srgbClr val="FFFFFF"/>
                </a:solidFill>
                <a:latin typeface="Aptos" panose="020B0004020202020204" pitchFamily="34" charset="0"/>
                <a:ea typeface="Noto Sans"/>
                <a:cs typeface="Noto Sans"/>
                <a:sym typeface="Noto Sans"/>
              </a:rPr>
              <a:t>OGC reaches 20 members </a:t>
            </a:r>
          </a:p>
        </p:txBody>
      </p:sp>
      <p:sp>
        <p:nvSpPr>
          <p:cNvPr id="46" name="Text Placeholder 38">
            <a:extLst>
              <a:ext uri="{FF2B5EF4-FFF2-40B4-BE49-F238E27FC236}">
                <a16:creationId xmlns:a16="http://schemas.microsoft.com/office/drawing/2014/main" id="{88C0DE6E-26E8-4CF3-C9D1-466A2C44B03D}"/>
              </a:ext>
            </a:extLst>
          </p:cNvPr>
          <p:cNvSpPr>
            <a:spLocks noGrp="1"/>
          </p:cNvSpPr>
          <p:nvPr>
            <p:ph type="body" sz="quarter" idx="32" hasCustomPrompt="1"/>
          </p:nvPr>
        </p:nvSpPr>
        <p:spPr>
          <a:xfrm>
            <a:off x="16078840" y="3637175"/>
            <a:ext cx="1710467"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 was founded on September 25th with 8 charter members</a:t>
            </a:r>
          </a:p>
        </p:txBody>
      </p:sp>
      <p:sp>
        <p:nvSpPr>
          <p:cNvPr id="47" name="Text Placeholder 38">
            <a:extLst>
              <a:ext uri="{FF2B5EF4-FFF2-40B4-BE49-F238E27FC236}">
                <a16:creationId xmlns:a16="http://schemas.microsoft.com/office/drawing/2014/main" id="{5D52A943-E02C-0793-FE90-007D34FA7A28}"/>
              </a:ext>
            </a:extLst>
          </p:cNvPr>
          <p:cNvSpPr>
            <a:spLocks noGrp="1"/>
          </p:cNvSpPr>
          <p:nvPr>
            <p:ph type="body" sz="quarter" idx="33" hasCustomPrompt="1"/>
          </p:nvPr>
        </p:nvSpPr>
        <p:spPr>
          <a:xfrm>
            <a:off x="13907594" y="6804444"/>
            <a:ext cx="1891763" cy="2149047"/>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3D Tiles becomes a Community Standard (Cesium); first OGC API Standard published OGC API – Features – Part 1: Core </a:t>
            </a:r>
          </a:p>
        </p:txBody>
      </p:sp>
      <p:sp>
        <p:nvSpPr>
          <p:cNvPr id="48" name="Text Placeholder 38">
            <a:extLst>
              <a:ext uri="{FF2B5EF4-FFF2-40B4-BE49-F238E27FC236}">
                <a16:creationId xmlns:a16="http://schemas.microsoft.com/office/drawing/2014/main" id="{F2F54A69-96C3-24A7-8B10-4AE2B9632ADD}"/>
              </a:ext>
            </a:extLst>
          </p:cNvPr>
          <p:cNvSpPr>
            <a:spLocks noGrp="1"/>
          </p:cNvSpPr>
          <p:nvPr>
            <p:ph type="body" sz="quarter" idx="34" hasCustomPrompt="1"/>
          </p:nvPr>
        </p:nvSpPr>
        <p:spPr>
          <a:xfrm>
            <a:off x="16078840" y="6804444"/>
            <a:ext cx="1710467" cy="2149045"/>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30th anniversary and 20th Testbed </a:t>
            </a:r>
          </a:p>
        </p:txBody>
      </p:sp>
      <p:sp>
        <p:nvSpPr>
          <p:cNvPr id="49" name="Text Placeholder 38">
            <a:extLst>
              <a:ext uri="{FF2B5EF4-FFF2-40B4-BE49-F238E27FC236}">
                <a16:creationId xmlns:a16="http://schemas.microsoft.com/office/drawing/2014/main" id="{BC932967-A8EB-F959-2E64-A8C5C92192D1}"/>
              </a:ext>
            </a:extLst>
          </p:cNvPr>
          <p:cNvSpPr>
            <a:spLocks noGrp="1"/>
          </p:cNvSpPr>
          <p:nvPr>
            <p:ph type="body" sz="quarter" idx="35" hasCustomPrompt="1"/>
          </p:nvPr>
        </p:nvSpPr>
        <p:spPr>
          <a:xfrm>
            <a:off x="11810302" y="6804444"/>
            <a:ext cx="1891763" cy="2149047"/>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code sprint: WFS3 (to become OGC API – Features) </a:t>
            </a:r>
          </a:p>
        </p:txBody>
      </p:sp>
      <p:sp>
        <p:nvSpPr>
          <p:cNvPr id="51" name="Text Placeholder 38">
            <a:extLst>
              <a:ext uri="{FF2B5EF4-FFF2-40B4-BE49-F238E27FC236}">
                <a16:creationId xmlns:a16="http://schemas.microsoft.com/office/drawing/2014/main" id="{B2CC84F2-B9B1-20C3-E780-37E9D157D9E9}"/>
              </a:ext>
            </a:extLst>
          </p:cNvPr>
          <p:cNvSpPr>
            <a:spLocks noGrp="1"/>
          </p:cNvSpPr>
          <p:nvPr>
            <p:ph type="body" sz="quarter" idx="36" hasCustomPrompt="1"/>
          </p:nvPr>
        </p:nvSpPr>
        <p:spPr>
          <a:xfrm>
            <a:off x="9544180" y="6804444"/>
            <a:ext cx="1891763"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err="1">
                <a:solidFill>
                  <a:srgbClr val="FFFFFF"/>
                </a:solidFill>
                <a:latin typeface="Aptos" panose="020B0004020202020204" pitchFamily="34" charset="0"/>
                <a:ea typeface="Noto Sans"/>
                <a:cs typeface="Noto Sans"/>
                <a:sym typeface="Noto Sans"/>
              </a:rPr>
              <a:t>GeoRSS</a:t>
            </a:r>
            <a:r>
              <a:rPr lang="en-US" sz="1650" b="0" i="0" dirty="0">
                <a:solidFill>
                  <a:srgbClr val="FFFFFF"/>
                </a:solidFill>
                <a:latin typeface="Aptos" panose="020B0004020202020204" pitchFamily="34" charset="0"/>
                <a:ea typeface="Noto Sans"/>
                <a:cs typeface="Noto Sans"/>
                <a:sym typeface="Noto Sans"/>
              </a:rPr>
              <a:t> becomes the first OGC Community Standard; Indexed 3D Scene Layers approved as first Community Standard from a commercial entity (Esri) </a:t>
            </a:r>
          </a:p>
        </p:txBody>
      </p:sp>
      <p:sp>
        <p:nvSpPr>
          <p:cNvPr id="53" name="Text Placeholder 38">
            <a:extLst>
              <a:ext uri="{FF2B5EF4-FFF2-40B4-BE49-F238E27FC236}">
                <a16:creationId xmlns:a16="http://schemas.microsoft.com/office/drawing/2014/main" id="{DEAEFB23-D528-A321-6BC6-25FCA040ADB0}"/>
              </a:ext>
            </a:extLst>
          </p:cNvPr>
          <p:cNvSpPr>
            <a:spLocks noGrp="1"/>
          </p:cNvSpPr>
          <p:nvPr>
            <p:ph type="body" sz="quarter" idx="37" hasCustomPrompt="1"/>
          </p:nvPr>
        </p:nvSpPr>
        <p:spPr>
          <a:xfrm>
            <a:off x="7822736" y="6804444"/>
            <a:ext cx="1585624"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20th Anniversary</a:t>
            </a:r>
          </a:p>
        </p:txBody>
      </p:sp>
      <p:sp>
        <p:nvSpPr>
          <p:cNvPr id="54" name="Text Placeholder 38">
            <a:extLst>
              <a:ext uri="{FF2B5EF4-FFF2-40B4-BE49-F238E27FC236}">
                <a16:creationId xmlns:a16="http://schemas.microsoft.com/office/drawing/2014/main" id="{D3668CA3-1046-B479-25A8-C7C52ED05D5E}"/>
              </a:ext>
            </a:extLst>
          </p:cNvPr>
          <p:cNvSpPr>
            <a:spLocks noGrp="1"/>
          </p:cNvSpPr>
          <p:nvPr>
            <p:ph type="body" sz="quarter" idx="38" hasCustomPrompt="1"/>
          </p:nvPr>
        </p:nvSpPr>
        <p:spPr>
          <a:xfrm>
            <a:off x="5927675" y="6804444"/>
            <a:ext cx="1585624"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standard for packaging diverse data types by means of web services – </a:t>
            </a:r>
            <a:r>
              <a:rPr lang="en-US" sz="1650" b="0" i="0" dirty="0" err="1">
                <a:solidFill>
                  <a:srgbClr val="FFFFFF"/>
                </a:solidFill>
                <a:latin typeface="Aptos" panose="020B0004020202020204" pitchFamily="34" charset="0"/>
                <a:ea typeface="Noto Sans"/>
                <a:cs typeface="Noto Sans"/>
                <a:sym typeface="Noto Sans"/>
              </a:rPr>
              <a:t>GeoPackage</a:t>
            </a:r>
            <a:r>
              <a:rPr lang="en-US" sz="1650" b="0" i="0" dirty="0">
                <a:solidFill>
                  <a:srgbClr val="FFFFFF"/>
                </a:solidFill>
                <a:latin typeface="Aptos" panose="020B0004020202020204" pitchFamily="34" charset="0"/>
                <a:ea typeface="Noto Sans"/>
                <a:cs typeface="Noto Sans"/>
                <a:sym typeface="Noto Sans"/>
              </a:rPr>
              <a:t> </a:t>
            </a:r>
          </a:p>
        </p:txBody>
      </p:sp>
      <p:sp>
        <p:nvSpPr>
          <p:cNvPr id="55" name="Text Placeholder 38">
            <a:extLst>
              <a:ext uri="{FF2B5EF4-FFF2-40B4-BE49-F238E27FC236}">
                <a16:creationId xmlns:a16="http://schemas.microsoft.com/office/drawing/2014/main" id="{3C681F0D-CD59-59C7-8F61-E992B7F94E9C}"/>
              </a:ext>
            </a:extLst>
          </p:cNvPr>
          <p:cNvSpPr>
            <a:spLocks noGrp="1"/>
          </p:cNvSpPr>
          <p:nvPr>
            <p:ph type="body" sz="quarter" idx="39" hasCustomPrompt="1"/>
          </p:nvPr>
        </p:nvSpPr>
        <p:spPr>
          <a:xfrm>
            <a:off x="3315658" y="6804444"/>
            <a:ext cx="2237658"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Standard for the Built Environment – </a:t>
            </a:r>
            <a:r>
              <a:rPr lang="en-US" sz="1650" b="0" i="0" dirty="0" err="1">
                <a:solidFill>
                  <a:srgbClr val="FFFFFF"/>
                </a:solidFill>
                <a:latin typeface="Aptos" panose="020B0004020202020204" pitchFamily="34" charset="0"/>
                <a:ea typeface="Noto Sans"/>
                <a:cs typeface="Noto Sans"/>
                <a:sym typeface="Noto Sans"/>
              </a:rPr>
              <a:t>CityGML</a:t>
            </a:r>
            <a:r>
              <a:rPr lang="en-US" sz="1650" b="0" i="0" dirty="0">
                <a:solidFill>
                  <a:srgbClr val="FFFFFF"/>
                </a:solidFill>
                <a:latin typeface="Aptos" panose="020B0004020202020204" pitchFamily="34" charset="0"/>
                <a:ea typeface="Noto Sans"/>
                <a:cs typeface="Noto Sans"/>
                <a:sym typeface="Noto Sans"/>
              </a:rPr>
              <a:t>. First commercial de-facto specification adopted as an OGC standard – KML</a:t>
            </a:r>
          </a:p>
        </p:txBody>
      </p:sp>
      <p:sp>
        <p:nvSpPr>
          <p:cNvPr id="58" name="Text Placeholder 38">
            <a:extLst>
              <a:ext uri="{FF2B5EF4-FFF2-40B4-BE49-F238E27FC236}">
                <a16:creationId xmlns:a16="http://schemas.microsoft.com/office/drawing/2014/main" id="{07DE5838-6E27-CA94-03EE-9413BB7FDBE9}"/>
              </a:ext>
            </a:extLst>
          </p:cNvPr>
          <p:cNvSpPr>
            <a:spLocks noGrp="1"/>
          </p:cNvSpPr>
          <p:nvPr>
            <p:ph type="body" sz="quarter" idx="40" hasCustomPrompt="1"/>
          </p:nvPr>
        </p:nvSpPr>
        <p:spPr>
          <a:xfrm>
            <a:off x="428022" y="5465974"/>
            <a:ext cx="1726079" cy="2149045"/>
          </a:xfrm>
        </p:spPr>
        <p:txBody>
          <a:bodyPr>
            <a:normAutofit/>
          </a:bodyPr>
          <a:lstStyle>
            <a:lvl1pPr marL="0" indent="0">
              <a:lnSpc>
                <a:spcPts val="1780"/>
              </a:lnSpc>
              <a:buNone/>
              <a:defRPr sz="1650">
                <a:solidFill>
                  <a:schemeClr val="bg1"/>
                </a:solidFill>
              </a:defRPr>
            </a:lvl1pPr>
            <a:lvl5pPr marL="1828800" indent="0">
              <a:buNone/>
              <a:defRPr/>
            </a:lvl5pPr>
          </a:lstStyle>
          <a:p>
            <a:pPr algn="l">
              <a:lnSpc>
                <a:spcPts val="1754"/>
              </a:lnSpc>
            </a:pPr>
            <a:r>
              <a:rPr lang="en-US" sz="1650" b="0" i="0" dirty="0">
                <a:solidFill>
                  <a:srgbClr val="FFFFFF"/>
                </a:solidFill>
                <a:latin typeface="Aptos" panose="020B0004020202020204" pitchFamily="34" charset="0"/>
                <a:ea typeface="Noto Sans"/>
                <a:cs typeface="Noto Sans"/>
                <a:sym typeface="Noto Sans"/>
              </a:rPr>
              <a:t>Web Map Service (WMS) Approved as International Organization for Standardization (ISO) Standard </a:t>
            </a:r>
          </a:p>
        </p:txBody>
      </p:sp>
      <p:pic>
        <p:nvPicPr>
          <p:cNvPr id="35" name="Graphic 34">
            <a:extLst>
              <a:ext uri="{FF2B5EF4-FFF2-40B4-BE49-F238E27FC236}">
                <a16:creationId xmlns:a16="http://schemas.microsoft.com/office/drawing/2014/main" id="{C75F0292-8EB3-7559-37D0-A45D8D19E365}"/>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240185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4313"/>
            <a:ext cx="18288000" cy="10286999"/>
          </a:xfrm>
          <a:prstGeom prst="rect">
            <a:avLst/>
          </a:prstGeom>
          <a:gradFill flip="none" rotWithShape="1">
            <a:gsLst>
              <a:gs pos="8000">
                <a:srgbClr val="263BD3"/>
              </a:gs>
              <a:gs pos="80000">
                <a:srgbClr val="1A2584"/>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chemeClr val="bg2"/>
                </a:solidFill>
                <a:latin typeface="Aptos" panose="020B0004020202020204" pitchFamily="34" charset="0"/>
              </a:defRPr>
            </a:lvl1pPr>
          </a:lstStyle>
          <a:p>
            <a:r>
              <a:rPr lang="en-US" dirty="0"/>
              <a:t>Main Subject Headline Click To Add Content</a:t>
            </a:r>
          </a:p>
        </p:txBody>
      </p:sp>
      <p:pic>
        <p:nvPicPr>
          <p:cNvPr id="9" name="Picture 8" descr="A green globe with blue and yellow lines&#10;&#10;Description automatically generated">
            <a:extLst>
              <a:ext uri="{FF2B5EF4-FFF2-40B4-BE49-F238E27FC236}">
                <a16:creationId xmlns:a16="http://schemas.microsoft.com/office/drawing/2014/main" id="{3ACEB540-D319-D15F-94E4-6EB8FA97CA5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713672" y="3225248"/>
            <a:ext cx="11601450" cy="7061752"/>
          </a:xfrm>
          <a:prstGeom prst="rect">
            <a:avLst/>
          </a:prstGeom>
        </p:spPr>
      </p:pic>
      <p:pic>
        <p:nvPicPr>
          <p:cNvPr id="2" name="Graphic 1">
            <a:extLst>
              <a:ext uri="{FF2B5EF4-FFF2-40B4-BE49-F238E27FC236}">
                <a16:creationId xmlns:a16="http://schemas.microsoft.com/office/drawing/2014/main" id="{3DC18C82-B48C-86A4-AE95-988D03A9D1BF}"/>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80022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Slid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4313"/>
            <a:ext cx="18288000" cy="10286999"/>
          </a:xfrm>
          <a:prstGeom prst="rect">
            <a:avLst/>
          </a:prstGeom>
          <a:gradFill flip="none" rotWithShape="1">
            <a:gsLst>
              <a:gs pos="8000">
                <a:srgbClr val="263BD3"/>
              </a:gs>
              <a:gs pos="80000">
                <a:srgbClr val="1A25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chemeClr val="bg1"/>
                </a:solidFill>
                <a:latin typeface="Aptos" panose="020B0004020202020204" pitchFamily="34" charset="0"/>
              </a:defRPr>
            </a:lvl1pPr>
          </a:lstStyle>
          <a:p>
            <a:r>
              <a:rPr lang="en-US" dirty="0"/>
              <a:t>Main Subject Headline Click To Add Content</a:t>
            </a:r>
          </a:p>
        </p:txBody>
      </p:sp>
      <p:pic>
        <p:nvPicPr>
          <p:cNvPr id="2" name="Graphic 1">
            <a:extLst>
              <a:ext uri="{FF2B5EF4-FFF2-40B4-BE49-F238E27FC236}">
                <a16:creationId xmlns:a16="http://schemas.microsoft.com/office/drawing/2014/main" id="{A670F242-10B0-864E-7FAE-95CD848B22F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187076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sion Miss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704D653-407A-A8D5-2EC6-6824B2B2C875}"/>
              </a:ext>
            </a:extLst>
          </p:cNvPr>
          <p:cNvSpPr/>
          <p:nvPr userDrawn="1"/>
        </p:nvSpPr>
        <p:spPr>
          <a:xfrm>
            <a:off x="13030200" y="1"/>
            <a:ext cx="5268074" cy="10286999"/>
          </a:xfrm>
          <a:prstGeom prst="rect">
            <a:avLst/>
          </a:prstGeom>
          <a:gradFill>
            <a:gsLst>
              <a:gs pos="100000">
                <a:srgbClr val="BAD3FF"/>
              </a:gs>
              <a:gs pos="24000">
                <a:schemeClr val="bg1"/>
              </a:gs>
              <a:gs pos="55000">
                <a:srgbClr val="D3E4FF"/>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108E05-8040-202D-6867-91FCEBBEF04B}"/>
              </a:ext>
            </a:extLst>
          </p:cNvPr>
          <p:cNvSpPr/>
          <p:nvPr userDrawn="1"/>
        </p:nvSpPr>
        <p:spPr>
          <a:xfrm>
            <a:off x="12854796" y="-20847"/>
            <a:ext cx="723900" cy="3924300"/>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17275" y="2378587"/>
            <a:ext cx="5410200" cy="572225"/>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Vision</a:t>
            </a:r>
          </a:p>
        </p:txBody>
      </p:sp>
      <p:sp>
        <p:nvSpPr>
          <p:cNvPr id="15" name="Text Placeholder 2">
            <a:extLst>
              <a:ext uri="{FF2B5EF4-FFF2-40B4-BE49-F238E27FC236}">
                <a16:creationId xmlns:a16="http://schemas.microsoft.com/office/drawing/2014/main" id="{EDB255B0-FAA4-F227-946E-408C94CCC342}"/>
              </a:ext>
            </a:extLst>
          </p:cNvPr>
          <p:cNvSpPr>
            <a:spLocks noGrp="1"/>
          </p:cNvSpPr>
          <p:nvPr>
            <p:ph type="body" idx="11" hasCustomPrompt="1"/>
          </p:nvPr>
        </p:nvSpPr>
        <p:spPr>
          <a:xfrm>
            <a:off x="917275" y="4834471"/>
            <a:ext cx="5410200" cy="476870"/>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Mission</a:t>
            </a:r>
          </a:p>
        </p:txBody>
      </p:sp>
      <p:sp>
        <p:nvSpPr>
          <p:cNvPr id="17" name="Text Placeholder 2">
            <a:extLst>
              <a:ext uri="{FF2B5EF4-FFF2-40B4-BE49-F238E27FC236}">
                <a16:creationId xmlns:a16="http://schemas.microsoft.com/office/drawing/2014/main" id="{863F7C73-A3F7-0D8D-DAE6-977F0D8FA8E7}"/>
              </a:ext>
            </a:extLst>
          </p:cNvPr>
          <p:cNvSpPr>
            <a:spLocks noGrp="1"/>
          </p:cNvSpPr>
          <p:nvPr>
            <p:ph type="body" idx="13" hasCustomPrompt="1"/>
          </p:nvPr>
        </p:nvSpPr>
        <p:spPr>
          <a:xfrm>
            <a:off x="917274" y="7093832"/>
            <a:ext cx="5410200" cy="488068"/>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Approach</a:t>
            </a:r>
          </a:p>
        </p:txBody>
      </p:sp>
      <p:sp>
        <p:nvSpPr>
          <p:cNvPr id="21" name="Text Placeholder 2">
            <a:extLst>
              <a:ext uri="{FF2B5EF4-FFF2-40B4-BE49-F238E27FC236}">
                <a16:creationId xmlns:a16="http://schemas.microsoft.com/office/drawing/2014/main" id="{FCE6B805-93E4-7B1B-5A43-845EE54B0A89}"/>
              </a:ext>
            </a:extLst>
          </p:cNvPr>
          <p:cNvSpPr>
            <a:spLocks noGrp="1"/>
          </p:cNvSpPr>
          <p:nvPr>
            <p:ph type="body" idx="15" hasCustomPrompt="1"/>
          </p:nvPr>
        </p:nvSpPr>
        <p:spPr>
          <a:xfrm>
            <a:off x="914400" y="3070673"/>
            <a:ext cx="5410200" cy="1082227"/>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Building the future of location with community and technology for the good of society.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2" name="Text Placeholder 2">
            <a:extLst>
              <a:ext uri="{FF2B5EF4-FFF2-40B4-BE49-F238E27FC236}">
                <a16:creationId xmlns:a16="http://schemas.microsoft.com/office/drawing/2014/main" id="{5B3D06F0-F008-0596-A163-CA7D869285CE}"/>
              </a:ext>
            </a:extLst>
          </p:cNvPr>
          <p:cNvSpPr>
            <a:spLocks noGrp="1"/>
          </p:cNvSpPr>
          <p:nvPr>
            <p:ph type="body" idx="16" hasCustomPrompt="1"/>
          </p:nvPr>
        </p:nvSpPr>
        <p:spPr>
          <a:xfrm>
            <a:off x="914400" y="5448300"/>
            <a:ext cx="5410200" cy="1082227"/>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Make location Information Findable, Accessible, Interoperable and Reusable (FAIR)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3" name="Text Placeholder 2">
            <a:extLst>
              <a:ext uri="{FF2B5EF4-FFF2-40B4-BE49-F238E27FC236}">
                <a16:creationId xmlns:a16="http://schemas.microsoft.com/office/drawing/2014/main" id="{C7C2B241-9AE6-25A5-8F2E-0CA3663B82E2}"/>
              </a:ext>
            </a:extLst>
          </p:cNvPr>
          <p:cNvSpPr>
            <a:spLocks noGrp="1"/>
          </p:cNvSpPr>
          <p:nvPr>
            <p:ph type="body" idx="17" hasCustomPrompt="1"/>
          </p:nvPr>
        </p:nvSpPr>
        <p:spPr>
          <a:xfrm>
            <a:off x="914400" y="7734300"/>
            <a:ext cx="5410200" cy="1500232"/>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 proven collaborative and agile process combining consensus-based standards, innovation project and partnership building.</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3" name="Title 1">
            <a:extLst>
              <a:ext uri="{FF2B5EF4-FFF2-40B4-BE49-F238E27FC236}">
                <a16:creationId xmlns:a16="http://schemas.microsoft.com/office/drawing/2014/main" id="{D1982DCA-2C28-3C50-A07C-0C3F245F7505}"/>
              </a:ext>
            </a:extLst>
          </p:cNvPr>
          <p:cNvSpPr>
            <a:spLocks noGrp="1"/>
          </p:cNvSpPr>
          <p:nvPr>
            <p:ph type="title" hasCustomPrompt="1"/>
          </p:nvPr>
        </p:nvSpPr>
        <p:spPr>
          <a:xfrm>
            <a:off x="914400" y="671513"/>
            <a:ext cx="9372600" cy="971015"/>
          </a:xfrm>
        </p:spPr>
        <p:txBody>
          <a:bodyPr anchor="t"/>
          <a:lstStyle>
            <a:lvl1pPr>
              <a:lnSpc>
                <a:spcPts val="6800"/>
              </a:lnSpc>
              <a:defRPr sz="7500">
                <a:solidFill>
                  <a:srgbClr val="263BD3"/>
                </a:solidFill>
              </a:defRPr>
            </a:lvl1pPr>
          </a:lstStyle>
          <a:p>
            <a:r>
              <a:rPr lang="en-GB" dirty="0"/>
              <a:t>What is OGC?</a:t>
            </a:r>
            <a:endParaRPr lang="en-US" dirty="0"/>
          </a:p>
        </p:txBody>
      </p:sp>
      <p:sp>
        <p:nvSpPr>
          <p:cNvPr id="6" name="Rectangle 5">
            <a:extLst>
              <a:ext uri="{FF2B5EF4-FFF2-40B4-BE49-F238E27FC236}">
                <a16:creationId xmlns:a16="http://schemas.microsoft.com/office/drawing/2014/main" id="{42A2CFF8-90E2-DDE9-65E3-86983C8F8222}"/>
              </a:ext>
            </a:extLst>
          </p:cNvPr>
          <p:cNvSpPr/>
          <p:nvPr userDrawn="1"/>
        </p:nvSpPr>
        <p:spPr>
          <a:xfrm rot="16200000">
            <a:off x="2549" y="650246"/>
            <a:ext cx="726714"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earth with lines and dots around it&#10;&#10;Description automatically generated">
            <a:extLst>
              <a:ext uri="{FF2B5EF4-FFF2-40B4-BE49-F238E27FC236}">
                <a16:creationId xmlns:a16="http://schemas.microsoft.com/office/drawing/2014/main" id="{69CAA594-0EA8-48CB-FEC2-C8B11E6C5D1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80152" y="1758964"/>
            <a:ext cx="9450648" cy="7475568"/>
          </a:xfrm>
          <a:prstGeom prst="rect">
            <a:avLst/>
          </a:prstGeom>
        </p:spPr>
      </p:pic>
      <p:pic>
        <p:nvPicPr>
          <p:cNvPr id="2" name="Graphic 1">
            <a:extLst>
              <a:ext uri="{FF2B5EF4-FFF2-40B4-BE49-F238E27FC236}">
                <a16:creationId xmlns:a16="http://schemas.microsoft.com/office/drawing/2014/main" id="{5EDFAAA4-BAAD-F486-229D-0EB536311848}"/>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1904745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mb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E33D03-A96F-9D89-F7D2-3095443B635C}"/>
              </a:ext>
            </a:extLst>
          </p:cNvPr>
          <p:cNvSpPr/>
          <p:nvPr userDrawn="1"/>
        </p:nvSpPr>
        <p:spPr>
          <a:xfrm>
            <a:off x="12115798" y="5171328"/>
            <a:ext cx="6172202" cy="5115672"/>
          </a:xfrm>
          <a:prstGeom prst="rect">
            <a:avLst/>
          </a:prstGeom>
          <a:solidFill>
            <a:srgbClr val="9BDA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232AF1F-B39E-A736-49E1-8E1CAA647018}"/>
              </a:ext>
            </a:extLst>
          </p:cNvPr>
          <p:cNvSpPr/>
          <p:nvPr userDrawn="1"/>
        </p:nvSpPr>
        <p:spPr>
          <a:xfrm>
            <a:off x="0" y="5171328"/>
            <a:ext cx="6037942" cy="5115672"/>
          </a:xfrm>
          <a:prstGeom prst="rect">
            <a:avLst/>
          </a:prstGeom>
          <a:solidFill>
            <a:srgbClr val="C8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542747" y="5808077"/>
            <a:ext cx="3470679" cy="752474"/>
          </a:xfrm>
        </p:spPr>
        <p:txBody>
          <a:bodyPr anchor="ctr">
            <a:noAutofit/>
          </a:bodyPr>
          <a:lstStyle>
            <a:lvl1pPr marL="0" indent="0">
              <a:buNone/>
              <a:defRPr sz="4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COMMERCIAL</a:t>
            </a:r>
          </a:p>
        </p:txBody>
      </p:sp>
      <p:sp>
        <p:nvSpPr>
          <p:cNvPr id="25" name="Text Placeholder 2">
            <a:extLst>
              <a:ext uri="{FF2B5EF4-FFF2-40B4-BE49-F238E27FC236}">
                <a16:creationId xmlns:a16="http://schemas.microsoft.com/office/drawing/2014/main" id="{6D8DD4F9-60F9-DDC5-3B1D-B15BDEF9532B}"/>
              </a:ext>
            </a:extLst>
          </p:cNvPr>
          <p:cNvSpPr>
            <a:spLocks noGrp="1"/>
          </p:cNvSpPr>
          <p:nvPr>
            <p:ph type="body" idx="12" hasCustomPrompt="1"/>
          </p:nvPr>
        </p:nvSpPr>
        <p:spPr>
          <a:xfrm>
            <a:off x="12554373" y="5808077"/>
            <a:ext cx="3648254" cy="752474"/>
          </a:xfrm>
        </p:spPr>
        <p:txBody>
          <a:bodyPr anchor="ctr">
            <a:noAutofit/>
          </a:bodyPr>
          <a:lstStyle>
            <a:lvl1pPr marL="0" indent="0">
              <a:buNone/>
              <a:defRPr sz="4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RESEARCH &amp; ACADEMIA</a:t>
            </a:r>
          </a:p>
        </p:txBody>
      </p:sp>
      <p:sp>
        <p:nvSpPr>
          <p:cNvPr id="3" name="Rectangle 2">
            <a:extLst>
              <a:ext uri="{FF2B5EF4-FFF2-40B4-BE49-F238E27FC236}">
                <a16:creationId xmlns:a16="http://schemas.microsoft.com/office/drawing/2014/main" id="{25FD1420-D48E-19E3-54C6-5FD239A6618F}"/>
              </a:ext>
            </a:extLst>
          </p:cNvPr>
          <p:cNvSpPr/>
          <p:nvPr userDrawn="1"/>
        </p:nvSpPr>
        <p:spPr>
          <a:xfrm>
            <a:off x="6019800" y="5157414"/>
            <a:ext cx="6145941" cy="511567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Text Placeholder 2">
            <a:extLst>
              <a:ext uri="{FF2B5EF4-FFF2-40B4-BE49-F238E27FC236}">
                <a16:creationId xmlns:a16="http://schemas.microsoft.com/office/drawing/2014/main" id="{4D046546-56FE-9C3C-7D55-2F9B5290BF91}"/>
              </a:ext>
            </a:extLst>
          </p:cNvPr>
          <p:cNvSpPr>
            <a:spLocks noGrp="1"/>
          </p:cNvSpPr>
          <p:nvPr>
            <p:ph type="body" idx="11" hasCustomPrompt="1"/>
          </p:nvPr>
        </p:nvSpPr>
        <p:spPr>
          <a:xfrm>
            <a:off x="6617350" y="5808077"/>
            <a:ext cx="3648254" cy="752474"/>
          </a:xfrm>
        </p:spPr>
        <p:txBody>
          <a:bodyPr anchor="ctr">
            <a:noAutofit/>
          </a:bodyPr>
          <a:lstStyle>
            <a:lvl1pPr marL="0" indent="0">
              <a:buNone/>
              <a:defRPr sz="40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GOVERNMENT</a:t>
            </a:r>
          </a:p>
        </p:txBody>
      </p:sp>
      <p:pic>
        <p:nvPicPr>
          <p:cNvPr id="24" name="Graphic 23">
            <a:extLst>
              <a:ext uri="{FF2B5EF4-FFF2-40B4-BE49-F238E27FC236}">
                <a16:creationId xmlns:a16="http://schemas.microsoft.com/office/drawing/2014/main" id="{02BA93B3-627F-0F02-61FD-C89FCBCBD694}"/>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64454" y="2925782"/>
            <a:ext cx="1032903" cy="1128542"/>
          </a:xfrm>
          <a:prstGeom prst="rect">
            <a:avLst/>
          </a:prstGeom>
        </p:spPr>
      </p:pic>
      <p:sp>
        <p:nvSpPr>
          <p:cNvPr id="15" name="Text Placeholder 11">
            <a:extLst>
              <a:ext uri="{FF2B5EF4-FFF2-40B4-BE49-F238E27FC236}">
                <a16:creationId xmlns:a16="http://schemas.microsoft.com/office/drawing/2014/main" id="{9DB35D9F-C444-ACAD-E633-FD0C4BE55EB6}"/>
              </a:ext>
            </a:extLst>
          </p:cNvPr>
          <p:cNvSpPr>
            <a:spLocks noGrp="1"/>
          </p:cNvSpPr>
          <p:nvPr>
            <p:ph type="body" sz="quarter" idx="15" hasCustomPrompt="1"/>
          </p:nvPr>
        </p:nvSpPr>
        <p:spPr>
          <a:xfrm>
            <a:off x="6590220" y="7038369"/>
            <a:ext cx="5101575" cy="2677132"/>
          </a:xfrm>
        </p:spPr>
        <p:txBody>
          <a:bodyPr>
            <a:normAutofit/>
          </a:bodyPr>
          <a:lstStyle>
            <a:lvl1pPr>
              <a:lnSpc>
                <a:spcPts val="2600"/>
              </a:lnSpc>
              <a:defRPr sz="2500">
                <a:solidFill>
                  <a:schemeClr val="bg1"/>
                </a:solidFill>
              </a:defRPr>
            </a:lvl1pPr>
          </a:lstStyle>
          <a:p>
            <a:pPr>
              <a:buFont typeface="Arial" panose="020B0604020202020204" pitchFamily="34" charset="0"/>
              <a:buChar char="•"/>
            </a:pPr>
            <a:r>
              <a:rPr lang="en-IN" b="0" i="0" dirty="0">
                <a:solidFill>
                  <a:srgbClr val="FFFFFF"/>
                </a:solidFill>
                <a:effectLst/>
              </a:rPr>
              <a:t>Innovation &amp; Market Support</a:t>
            </a:r>
            <a:endParaRPr lang="en-IN" dirty="0"/>
          </a:p>
          <a:p>
            <a:pPr>
              <a:buFont typeface="Arial" panose="020B0604020202020204" pitchFamily="34" charset="0"/>
              <a:buChar char="•"/>
            </a:pPr>
            <a:r>
              <a:rPr lang="en-IN" b="0" i="0" dirty="0">
                <a:solidFill>
                  <a:srgbClr val="FFFFFF"/>
                </a:solidFill>
                <a:effectLst/>
              </a:rPr>
              <a:t>International Partnerships</a:t>
            </a:r>
            <a:endParaRPr lang="en-IN" dirty="0"/>
          </a:p>
          <a:p>
            <a:pPr>
              <a:buFont typeface="Arial" panose="020B0604020202020204" pitchFamily="34" charset="0"/>
              <a:buChar char="•"/>
            </a:pPr>
            <a:r>
              <a:rPr lang="en-IN" b="0" i="0" dirty="0">
                <a:solidFill>
                  <a:srgbClr val="FFFFFF"/>
                </a:solidFill>
                <a:effectLst/>
              </a:rPr>
              <a:t>Trusted Advice</a:t>
            </a:r>
            <a:endParaRPr lang="en-IN" dirty="0"/>
          </a:p>
          <a:p>
            <a:pPr>
              <a:buFont typeface="Arial" panose="020B0604020202020204" pitchFamily="34" charset="0"/>
              <a:buChar char="•"/>
            </a:pPr>
            <a:r>
              <a:rPr lang="en-IN" b="0" i="0" dirty="0">
                <a:solidFill>
                  <a:srgbClr val="FFFFFF"/>
                </a:solidFill>
                <a:effectLst/>
              </a:rPr>
              <a:t>Support &amp; Certification</a:t>
            </a:r>
            <a:endParaRPr lang="en-IN" dirty="0"/>
          </a:p>
          <a:p>
            <a:pPr lvl="0"/>
            <a:endParaRPr lang="en-US" dirty="0"/>
          </a:p>
        </p:txBody>
      </p:sp>
      <p:sp>
        <p:nvSpPr>
          <p:cNvPr id="16" name="Text Placeholder 11">
            <a:extLst>
              <a:ext uri="{FF2B5EF4-FFF2-40B4-BE49-F238E27FC236}">
                <a16:creationId xmlns:a16="http://schemas.microsoft.com/office/drawing/2014/main" id="{F5BE0FC0-D451-7F14-1B72-8BBADD835F99}"/>
              </a:ext>
            </a:extLst>
          </p:cNvPr>
          <p:cNvSpPr>
            <a:spLocks noGrp="1"/>
          </p:cNvSpPr>
          <p:nvPr>
            <p:ph type="body" sz="quarter" idx="14" hasCustomPrompt="1"/>
          </p:nvPr>
        </p:nvSpPr>
        <p:spPr>
          <a:xfrm>
            <a:off x="343234" y="7059240"/>
            <a:ext cx="5287934" cy="2656262"/>
          </a:xfrm>
        </p:spPr>
        <p:txBody>
          <a:bodyPr>
            <a:normAutofit/>
          </a:bodyPr>
          <a:lstStyle>
            <a:lvl1pPr>
              <a:lnSpc>
                <a:spcPts val="2660"/>
              </a:lnSpc>
              <a:defRPr sz="2500"/>
            </a:lvl1pPr>
          </a:lstStyle>
          <a:p>
            <a:pPr>
              <a:buFont typeface="Arial" panose="020B0604020202020204" pitchFamily="34" charset="0"/>
              <a:buChar char="•"/>
            </a:pPr>
            <a:r>
              <a:rPr lang="en-IN" b="0" i="0" dirty="0">
                <a:solidFill>
                  <a:srgbClr val="303030"/>
                </a:solidFill>
                <a:effectLst/>
              </a:rPr>
              <a:t>Global Brand Exposure</a:t>
            </a:r>
            <a:endParaRPr lang="en-IN" dirty="0"/>
          </a:p>
          <a:p>
            <a:pPr>
              <a:buFont typeface="Arial" panose="020B0604020202020204" pitchFamily="34" charset="0"/>
              <a:buChar char="•"/>
            </a:pPr>
            <a:r>
              <a:rPr lang="en-IN" b="0" i="0" dirty="0">
                <a:solidFill>
                  <a:srgbClr val="303030"/>
                </a:solidFill>
                <a:effectLst/>
              </a:rPr>
              <a:t>Business Development</a:t>
            </a:r>
            <a:endParaRPr lang="en-IN" dirty="0"/>
          </a:p>
          <a:p>
            <a:pPr>
              <a:buFont typeface="Arial" panose="020B0604020202020204" pitchFamily="34" charset="0"/>
              <a:buChar char="•"/>
            </a:pPr>
            <a:r>
              <a:rPr lang="en-IN" b="0" i="0" dirty="0">
                <a:solidFill>
                  <a:srgbClr val="303030"/>
                </a:solidFill>
                <a:effectLst/>
              </a:rPr>
              <a:t>Funding for Innovation</a:t>
            </a:r>
            <a:endParaRPr lang="en-IN" dirty="0"/>
          </a:p>
          <a:p>
            <a:pPr>
              <a:buFont typeface="Arial" panose="020B0604020202020204" pitchFamily="34" charset="0"/>
              <a:buChar char="•"/>
            </a:pPr>
            <a:r>
              <a:rPr lang="en-IN" b="0" i="0" dirty="0">
                <a:solidFill>
                  <a:srgbClr val="303030"/>
                </a:solidFill>
                <a:effectLst/>
              </a:rPr>
              <a:t>Competitive Technical Advantage</a:t>
            </a:r>
            <a:endParaRPr lang="en-IN" dirty="0"/>
          </a:p>
          <a:p>
            <a:pPr lvl="0"/>
            <a:endParaRPr lang="en-US" dirty="0"/>
          </a:p>
        </p:txBody>
      </p:sp>
      <p:sp>
        <p:nvSpPr>
          <p:cNvPr id="17" name="Text Placeholder 11">
            <a:extLst>
              <a:ext uri="{FF2B5EF4-FFF2-40B4-BE49-F238E27FC236}">
                <a16:creationId xmlns:a16="http://schemas.microsoft.com/office/drawing/2014/main" id="{D810DF35-A356-7A58-C060-D27AEBBF2D7A}"/>
              </a:ext>
            </a:extLst>
          </p:cNvPr>
          <p:cNvSpPr>
            <a:spLocks noGrp="1"/>
          </p:cNvSpPr>
          <p:nvPr>
            <p:ph type="body" sz="quarter" idx="16" hasCustomPrompt="1"/>
          </p:nvPr>
        </p:nvSpPr>
        <p:spPr>
          <a:xfrm>
            <a:off x="12611436" y="7013191"/>
            <a:ext cx="5287934" cy="2656262"/>
          </a:xfrm>
        </p:spPr>
        <p:txBody>
          <a:bodyPr>
            <a:normAutofit/>
          </a:bodyPr>
          <a:lstStyle>
            <a:lvl1pPr>
              <a:lnSpc>
                <a:spcPts val="2600"/>
              </a:lnSpc>
              <a:defRPr sz="2500"/>
            </a:lvl1pPr>
          </a:lstStyle>
          <a:p>
            <a:pPr>
              <a:buFont typeface="Arial" panose="020B0604020202020204" pitchFamily="34" charset="0"/>
              <a:buChar char="•"/>
            </a:pPr>
            <a:r>
              <a:rPr lang="en-IN" b="0" i="0" dirty="0">
                <a:solidFill>
                  <a:srgbClr val="303030"/>
                </a:solidFill>
                <a:effectLst/>
              </a:rPr>
              <a:t>Applied Research Partners</a:t>
            </a:r>
            <a:endParaRPr lang="en-IN" dirty="0"/>
          </a:p>
          <a:p>
            <a:pPr>
              <a:buFont typeface="Arial" panose="020B0604020202020204" pitchFamily="34" charset="0"/>
              <a:buChar char="•"/>
            </a:pPr>
            <a:r>
              <a:rPr lang="en-IN" b="0" i="0" dirty="0">
                <a:solidFill>
                  <a:srgbClr val="303030"/>
                </a:solidFill>
                <a:effectLst/>
              </a:rPr>
              <a:t>Funding for Innovation</a:t>
            </a:r>
            <a:endParaRPr lang="en-IN" dirty="0"/>
          </a:p>
          <a:p>
            <a:pPr>
              <a:buFont typeface="Arial" panose="020B0604020202020204" pitchFamily="34" charset="0"/>
              <a:buChar char="•"/>
            </a:pPr>
            <a:r>
              <a:rPr lang="en-IN" b="0" i="0" dirty="0">
                <a:solidFill>
                  <a:srgbClr val="303030"/>
                </a:solidFill>
                <a:effectLst/>
              </a:rPr>
              <a:t>Citations</a:t>
            </a:r>
            <a:endParaRPr lang="en-IN" dirty="0"/>
          </a:p>
          <a:p>
            <a:pPr>
              <a:buFont typeface="Arial" panose="020B0604020202020204" pitchFamily="34" charset="0"/>
              <a:buChar char="•"/>
            </a:pPr>
            <a:r>
              <a:rPr lang="en-IN" b="0" i="0" dirty="0">
                <a:solidFill>
                  <a:srgbClr val="303030"/>
                </a:solidFill>
                <a:effectLst/>
              </a:rPr>
              <a:t>International Cooperation</a:t>
            </a:r>
            <a:endParaRPr lang="en-IN" dirty="0"/>
          </a:p>
          <a:p>
            <a:pPr lvl="0"/>
            <a:endParaRPr lang="en-US" dirty="0"/>
          </a:p>
        </p:txBody>
      </p:sp>
      <p:sp>
        <p:nvSpPr>
          <p:cNvPr id="39" name="Title 1">
            <a:extLst>
              <a:ext uri="{FF2B5EF4-FFF2-40B4-BE49-F238E27FC236}">
                <a16:creationId xmlns:a16="http://schemas.microsoft.com/office/drawing/2014/main" id="{72EF5FDA-EB73-2D10-886E-B7B216D30899}"/>
              </a:ext>
            </a:extLst>
          </p:cNvPr>
          <p:cNvSpPr>
            <a:spLocks noGrp="1"/>
          </p:cNvSpPr>
          <p:nvPr>
            <p:ph type="title" hasCustomPrompt="1"/>
          </p:nvPr>
        </p:nvSpPr>
        <p:spPr>
          <a:xfrm>
            <a:off x="914400" y="671513"/>
            <a:ext cx="11049000" cy="739841"/>
          </a:xfrm>
        </p:spPr>
        <p:txBody>
          <a:bodyPr anchor="t"/>
          <a:lstStyle>
            <a:lvl1pPr>
              <a:lnSpc>
                <a:spcPts val="6800"/>
              </a:lnSpc>
              <a:defRPr sz="7500">
                <a:solidFill>
                  <a:srgbClr val="263BD3"/>
                </a:solidFill>
              </a:defRPr>
            </a:lvl1pPr>
          </a:lstStyle>
          <a:p>
            <a:r>
              <a:rPr lang="en-GB" dirty="0"/>
              <a:t>Who are our members?</a:t>
            </a:r>
            <a:endParaRPr lang="en-US" dirty="0"/>
          </a:p>
        </p:txBody>
      </p:sp>
      <p:sp>
        <p:nvSpPr>
          <p:cNvPr id="40" name="Rectangle 39">
            <a:extLst>
              <a:ext uri="{FF2B5EF4-FFF2-40B4-BE49-F238E27FC236}">
                <a16:creationId xmlns:a16="http://schemas.microsoft.com/office/drawing/2014/main" id="{DE2AA521-B64E-08C4-0F54-207EE833319F}"/>
              </a:ext>
            </a:extLst>
          </p:cNvPr>
          <p:cNvSpPr/>
          <p:nvPr userDrawn="1"/>
        </p:nvSpPr>
        <p:spPr>
          <a:xfrm rot="16200000">
            <a:off x="2549" y="650246"/>
            <a:ext cx="726714"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8">
            <a:extLst>
              <a:ext uri="{FF2B5EF4-FFF2-40B4-BE49-F238E27FC236}">
                <a16:creationId xmlns:a16="http://schemas.microsoft.com/office/drawing/2014/main" id="{B1028231-4938-3E8C-1345-1690C19D452D}"/>
              </a:ext>
            </a:extLst>
          </p:cNvPr>
          <p:cNvSpPr>
            <a:spLocks noGrp="1"/>
          </p:cNvSpPr>
          <p:nvPr>
            <p:ph type="pic" sz="quarter" idx="37"/>
          </p:nvPr>
        </p:nvSpPr>
        <p:spPr>
          <a:xfrm>
            <a:off x="16103666" y="5470597"/>
            <a:ext cx="1459683" cy="1307953"/>
          </a:xfrm>
        </p:spPr>
        <p:txBody>
          <a:bodyPr>
            <a:normAutofit/>
          </a:bodyPr>
          <a:lstStyle>
            <a:lvl1pPr>
              <a:defRPr sz="1400"/>
            </a:lvl1pPr>
          </a:lstStyle>
          <a:p>
            <a:r>
              <a:rPr lang="en-GB"/>
              <a:t>Click icon to add picture</a:t>
            </a:r>
            <a:endParaRPr lang="en-US" dirty="0"/>
          </a:p>
        </p:txBody>
      </p:sp>
      <p:sp>
        <p:nvSpPr>
          <p:cNvPr id="14" name="Picture Placeholder 8">
            <a:extLst>
              <a:ext uri="{FF2B5EF4-FFF2-40B4-BE49-F238E27FC236}">
                <a16:creationId xmlns:a16="http://schemas.microsoft.com/office/drawing/2014/main" id="{4CEF4C70-38B9-BEF4-DB6C-F1B27388D5AE}"/>
              </a:ext>
            </a:extLst>
          </p:cNvPr>
          <p:cNvSpPr>
            <a:spLocks noGrp="1"/>
          </p:cNvSpPr>
          <p:nvPr>
            <p:ph type="pic" sz="quarter" idx="38"/>
          </p:nvPr>
        </p:nvSpPr>
        <p:spPr>
          <a:xfrm>
            <a:off x="4171485" y="5460694"/>
            <a:ext cx="1459683" cy="1307953"/>
          </a:xfrm>
        </p:spPr>
        <p:txBody>
          <a:bodyPr>
            <a:normAutofit/>
          </a:bodyPr>
          <a:lstStyle>
            <a:lvl1pPr>
              <a:defRPr sz="1400"/>
            </a:lvl1pPr>
          </a:lstStyle>
          <a:p>
            <a:r>
              <a:rPr lang="en-GB"/>
              <a:t>Click icon to add picture</a:t>
            </a:r>
            <a:endParaRPr lang="en-US" dirty="0"/>
          </a:p>
        </p:txBody>
      </p:sp>
      <p:sp>
        <p:nvSpPr>
          <p:cNvPr id="18" name="Picture Placeholder 8">
            <a:extLst>
              <a:ext uri="{FF2B5EF4-FFF2-40B4-BE49-F238E27FC236}">
                <a16:creationId xmlns:a16="http://schemas.microsoft.com/office/drawing/2014/main" id="{CF0B4DFF-5ADA-FF80-018D-AF917AA7CF93}"/>
              </a:ext>
            </a:extLst>
          </p:cNvPr>
          <p:cNvSpPr>
            <a:spLocks noGrp="1"/>
          </p:cNvSpPr>
          <p:nvPr>
            <p:ph type="pic" sz="quarter" idx="39"/>
          </p:nvPr>
        </p:nvSpPr>
        <p:spPr>
          <a:xfrm>
            <a:off x="10458886" y="5443915"/>
            <a:ext cx="1459683" cy="1307953"/>
          </a:xfrm>
        </p:spPr>
        <p:txBody>
          <a:bodyPr>
            <a:normAutofit/>
          </a:bodyPr>
          <a:lstStyle>
            <a:lvl1pPr>
              <a:defRPr sz="1400"/>
            </a:lvl1pPr>
          </a:lstStyle>
          <a:p>
            <a:r>
              <a:rPr lang="en-GB"/>
              <a:t>Click icon to add picture</a:t>
            </a:r>
            <a:endParaRPr lang="en-US" dirty="0"/>
          </a:p>
        </p:txBody>
      </p:sp>
      <p:pic>
        <p:nvPicPr>
          <p:cNvPr id="2" name="Graphic 1">
            <a:extLst>
              <a:ext uri="{FF2B5EF4-FFF2-40B4-BE49-F238E27FC236}">
                <a16:creationId xmlns:a16="http://schemas.microsoft.com/office/drawing/2014/main" id="{164C14A9-4837-424B-6A6F-BA31AEB9D046}"/>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2368147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box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8C502-9B97-CCD9-B281-9F57DD4A094C}"/>
              </a:ext>
            </a:extLst>
          </p:cNvPr>
          <p:cNvSpPr/>
          <p:nvPr userDrawn="1"/>
        </p:nvSpPr>
        <p:spPr>
          <a:xfrm>
            <a:off x="9296400" y="3314700"/>
            <a:ext cx="4223749" cy="5115672"/>
          </a:xfrm>
          <a:prstGeom prst="rect">
            <a:avLst/>
          </a:prstGeom>
          <a:solidFill>
            <a:srgbClr val="ACE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709EF6-948C-4610-0143-2D87EF9D59A7}"/>
              </a:ext>
            </a:extLst>
          </p:cNvPr>
          <p:cNvSpPr/>
          <p:nvPr userDrawn="1"/>
        </p:nvSpPr>
        <p:spPr>
          <a:xfrm>
            <a:off x="321353" y="3314700"/>
            <a:ext cx="4222707" cy="5115672"/>
          </a:xfrm>
          <a:prstGeom prst="rect">
            <a:avLst/>
          </a:prstGeom>
          <a:solidFill>
            <a:srgbClr val="D7E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6050949-92C5-19C1-8BDB-24F5BB8CD601}"/>
              </a:ext>
            </a:extLst>
          </p:cNvPr>
          <p:cNvSpPr/>
          <p:nvPr userDrawn="1"/>
        </p:nvSpPr>
        <p:spPr>
          <a:xfrm>
            <a:off x="4814439" y="3709946"/>
            <a:ext cx="4205778" cy="511567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7B596C7B-9257-0DE0-23E8-1EBA5EC39987}"/>
              </a:ext>
            </a:extLst>
          </p:cNvPr>
          <p:cNvSpPr/>
          <p:nvPr userDrawn="1"/>
        </p:nvSpPr>
        <p:spPr>
          <a:xfrm>
            <a:off x="13736548" y="3699674"/>
            <a:ext cx="4284612" cy="5115672"/>
          </a:xfrm>
          <a:prstGeom prst="rect">
            <a:avLst/>
          </a:prstGeom>
          <a:solidFill>
            <a:srgbClr val="1A2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044788D-1C00-4CB7-52CB-0858EDA4F9F1}"/>
              </a:ext>
            </a:extLst>
          </p:cNvPr>
          <p:cNvSpPr>
            <a:spLocks noGrp="1"/>
          </p:cNvSpPr>
          <p:nvPr>
            <p:ph type="title" hasCustomPrompt="1"/>
          </p:nvPr>
        </p:nvSpPr>
        <p:spPr>
          <a:xfrm>
            <a:off x="616988" y="3699674"/>
            <a:ext cx="3669939" cy="1143000"/>
          </a:xfrm>
        </p:spPr>
        <p:txBody>
          <a:bodyPr/>
          <a:lstStyle>
            <a:lvl1pPr>
              <a:lnSpc>
                <a:spcPts val="3800"/>
              </a:lnSpc>
              <a:defRPr sz="3400"/>
            </a:lvl1pPr>
          </a:lstStyle>
          <a:p>
            <a:r>
              <a:rPr lang="en-GB" dirty="0"/>
              <a:t>Headline Space Add Content</a:t>
            </a:r>
            <a:endParaRPr lang="en-US" dirty="0"/>
          </a:p>
        </p:txBody>
      </p:sp>
      <p:sp>
        <p:nvSpPr>
          <p:cNvPr id="13" name="Text Placeholder 2">
            <a:extLst>
              <a:ext uri="{FF2B5EF4-FFF2-40B4-BE49-F238E27FC236}">
                <a16:creationId xmlns:a16="http://schemas.microsoft.com/office/drawing/2014/main" id="{E39186B0-95D3-14D7-7DF9-BD9648C5FF59}"/>
              </a:ext>
            </a:extLst>
          </p:cNvPr>
          <p:cNvSpPr>
            <a:spLocks noGrp="1"/>
          </p:cNvSpPr>
          <p:nvPr>
            <p:ph type="body" idx="16" hasCustomPrompt="1"/>
          </p:nvPr>
        </p:nvSpPr>
        <p:spPr>
          <a:xfrm>
            <a:off x="553127" y="5057519"/>
            <a:ext cx="3733800" cy="2995827"/>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5" name="Text Placeholder 2">
            <a:extLst>
              <a:ext uri="{FF2B5EF4-FFF2-40B4-BE49-F238E27FC236}">
                <a16:creationId xmlns:a16="http://schemas.microsoft.com/office/drawing/2014/main" id="{4576DB46-5EC5-767B-D9A3-8ADD50B0D206}"/>
              </a:ext>
            </a:extLst>
          </p:cNvPr>
          <p:cNvSpPr>
            <a:spLocks noGrp="1"/>
          </p:cNvSpPr>
          <p:nvPr>
            <p:ph type="body" idx="17" hasCustomPrompt="1"/>
          </p:nvPr>
        </p:nvSpPr>
        <p:spPr>
          <a:xfrm>
            <a:off x="9487038" y="4914900"/>
            <a:ext cx="3733800" cy="2995827"/>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0" name="Text Placeholder 2">
            <a:extLst>
              <a:ext uri="{FF2B5EF4-FFF2-40B4-BE49-F238E27FC236}">
                <a16:creationId xmlns:a16="http://schemas.microsoft.com/office/drawing/2014/main" id="{12DC5EA5-5EE4-0C5F-DFFA-16554EEBCBBA}"/>
              </a:ext>
            </a:extLst>
          </p:cNvPr>
          <p:cNvSpPr>
            <a:spLocks noGrp="1"/>
          </p:cNvSpPr>
          <p:nvPr>
            <p:ph type="body" idx="18" hasCustomPrompt="1"/>
          </p:nvPr>
        </p:nvSpPr>
        <p:spPr>
          <a:xfrm>
            <a:off x="9512799" y="3493187"/>
            <a:ext cx="3733800" cy="1193114"/>
          </a:xfrm>
        </p:spPr>
        <p:txBody>
          <a:bodyPr anchor="t">
            <a:noAutofit/>
          </a:bodyPr>
          <a:lstStyle>
            <a:lvl1pPr marL="0" indent="0">
              <a:lnSpc>
                <a:spcPts val="3880"/>
              </a:lnSpc>
              <a:buNone/>
              <a:defRPr sz="34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22" name="Text Placeholder 2">
            <a:extLst>
              <a:ext uri="{FF2B5EF4-FFF2-40B4-BE49-F238E27FC236}">
                <a16:creationId xmlns:a16="http://schemas.microsoft.com/office/drawing/2014/main" id="{7033392C-ADB2-C0CE-6FA7-28D6E6182325}"/>
              </a:ext>
            </a:extLst>
          </p:cNvPr>
          <p:cNvSpPr>
            <a:spLocks noGrp="1"/>
          </p:cNvSpPr>
          <p:nvPr>
            <p:ph type="body" idx="19" hasCustomPrompt="1"/>
          </p:nvPr>
        </p:nvSpPr>
        <p:spPr>
          <a:xfrm>
            <a:off x="5019037" y="5434545"/>
            <a:ext cx="3733800" cy="2995827"/>
          </a:xfrm>
        </p:spPr>
        <p:txBody>
          <a:bodyPr anchor="t">
            <a:noAutofit/>
          </a:bodyPr>
          <a:lstStyle>
            <a:lvl1pPr marL="0" indent="0">
              <a:buNone/>
              <a:defRPr sz="2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3" name="Text Placeholder 2">
            <a:extLst>
              <a:ext uri="{FF2B5EF4-FFF2-40B4-BE49-F238E27FC236}">
                <a16:creationId xmlns:a16="http://schemas.microsoft.com/office/drawing/2014/main" id="{FAD55BF8-81C7-5A2B-7A24-DC80B2B3D366}"/>
              </a:ext>
            </a:extLst>
          </p:cNvPr>
          <p:cNvSpPr>
            <a:spLocks noGrp="1"/>
          </p:cNvSpPr>
          <p:nvPr>
            <p:ph type="body" idx="20" hasCustomPrompt="1"/>
          </p:nvPr>
        </p:nvSpPr>
        <p:spPr>
          <a:xfrm>
            <a:off x="5044798" y="4012832"/>
            <a:ext cx="3733800" cy="1193114"/>
          </a:xfrm>
        </p:spPr>
        <p:txBody>
          <a:bodyPr anchor="t">
            <a:noAutofit/>
          </a:bodyPr>
          <a:lstStyle>
            <a:lvl1pPr marL="0" indent="0">
              <a:lnSpc>
                <a:spcPts val="3880"/>
              </a:lnSpc>
              <a:buNone/>
              <a:defRPr sz="34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24" name="Text Placeholder 2">
            <a:extLst>
              <a:ext uri="{FF2B5EF4-FFF2-40B4-BE49-F238E27FC236}">
                <a16:creationId xmlns:a16="http://schemas.microsoft.com/office/drawing/2014/main" id="{1FB7A998-32F8-10F0-FFFD-5B27CF228974}"/>
              </a:ext>
            </a:extLst>
          </p:cNvPr>
          <p:cNvSpPr>
            <a:spLocks noGrp="1"/>
          </p:cNvSpPr>
          <p:nvPr>
            <p:ph type="body" idx="21" hasCustomPrompt="1"/>
          </p:nvPr>
        </p:nvSpPr>
        <p:spPr>
          <a:xfrm>
            <a:off x="13975312" y="5434545"/>
            <a:ext cx="3733800" cy="2995827"/>
          </a:xfrm>
        </p:spPr>
        <p:txBody>
          <a:bodyPr anchor="t">
            <a:noAutofit/>
          </a:bodyPr>
          <a:lstStyle>
            <a:lvl1pPr marL="0" indent="0">
              <a:buNone/>
              <a:defRPr sz="2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5" name="Text Placeholder 2">
            <a:extLst>
              <a:ext uri="{FF2B5EF4-FFF2-40B4-BE49-F238E27FC236}">
                <a16:creationId xmlns:a16="http://schemas.microsoft.com/office/drawing/2014/main" id="{C0D1C40E-97CE-306D-D585-380118CA62FD}"/>
              </a:ext>
            </a:extLst>
          </p:cNvPr>
          <p:cNvSpPr>
            <a:spLocks noGrp="1"/>
          </p:cNvSpPr>
          <p:nvPr>
            <p:ph type="body" idx="22" hasCustomPrompt="1"/>
          </p:nvPr>
        </p:nvSpPr>
        <p:spPr>
          <a:xfrm>
            <a:off x="14001073" y="4012832"/>
            <a:ext cx="3733800" cy="1193114"/>
          </a:xfrm>
        </p:spPr>
        <p:txBody>
          <a:bodyPr anchor="t">
            <a:noAutofit/>
          </a:bodyPr>
          <a:lstStyle>
            <a:lvl1pPr marL="0" indent="0">
              <a:lnSpc>
                <a:spcPts val="3880"/>
              </a:lnSpc>
              <a:buNone/>
              <a:defRPr sz="34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5" name="Text Placeholder 4">
            <a:extLst>
              <a:ext uri="{FF2B5EF4-FFF2-40B4-BE49-F238E27FC236}">
                <a16:creationId xmlns:a16="http://schemas.microsoft.com/office/drawing/2014/main" id="{7417896F-F80A-2BC4-150E-E7EC5DB2C253}"/>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4" name="Rectangle 3">
            <a:extLst>
              <a:ext uri="{FF2B5EF4-FFF2-40B4-BE49-F238E27FC236}">
                <a16:creationId xmlns:a16="http://schemas.microsoft.com/office/drawing/2014/main" id="{23FF87ED-6E72-8331-D3B8-F04AB1FCD077}"/>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D4034238-C456-52EF-7FA3-9C8A38C406E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41212271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37098" y="2630668"/>
            <a:ext cx="7696200"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15" name="Text Placeholder 2">
            <a:extLst>
              <a:ext uri="{FF2B5EF4-FFF2-40B4-BE49-F238E27FC236}">
                <a16:creationId xmlns:a16="http://schemas.microsoft.com/office/drawing/2014/main" id="{70E85C1A-6D70-A103-EFA4-AC9AE95430D2}"/>
              </a:ext>
            </a:extLst>
          </p:cNvPr>
          <p:cNvSpPr>
            <a:spLocks noGrp="1"/>
          </p:cNvSpPr>
          <p:nvPr>
            <p:ph type="body" idx="24" hasCustomPrompt="1"/>
          </p:nvPr>
        </p:nvSpPr>
        <p:spPr>
          <a:xfrm>
            <a:off x="9570396" y="2632841"/>
            <a:ext cx="7696200"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22" name="Text Placeholder 2">
            <a:extLst>
              <a:ext uri="{FF2B5EF4-FFF2-40B4-BE49-F238E27FC236}">
                <a16:creationId xmlns:a16="http://schemas.microsoft.com/office/drawing/2014/main" id="{C93B746D-9FD5-23F7-C3BD-A2C3E32223B8}"/>
              </a:ext>
            </a:extLst>
          </p:cNvPr>
          <p:cNvSpPr>
            <a:spLocks noGrp="1"/>
          </p:cNvSpPr>
          <p:nvPr>
            <p:ph type="body" idx="15" hasCustomPrompt="1"/>
          </p:nvPr>
        </p:nvSpPr>
        <p:spPr>
          <a:xfrm>
            <a:off x="937098" y="3545068"/>
            <a:ext cx="7696200" cy="388443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4" name="Text Placeholder 2">
            <a:extLst>
              <a:ext uri="{FF2B5EF4-FFF2-40B4-BE49-F238E27FC236}">
                <a16:creationId xmlns:a16="http://schemas.microsoft.com/office/drawing/2014/main" id="{67A205D1-03E5-D353-2289-F9C98B0AA249}"/>
              </a:ext>
            </a:extLst>
          </p:cNvPr>
          <p:cNvSpPr>
            <a:spLocks noGrp="1"/>
          </p:cNvSpPr>
          <p:nvPr>
            <p:ph type="body" idx="27" hasCustomPrompt="1"/>
          </p:nvPr>
        </p:nvSpPr>
        <p:spPr>
          <a:xfrm>
            <a:off x="9559613" y="3545068"/>
            <a:ext cx="7706983" cy="388443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 name="Text Placeholder 4">
            <a:extLst>
              <a:ext uri="{FF2B5EF4-FFF2-40B4-BE49-F238E27FC236}">
                <a16:creationId xmlns:a16="http://schemas.microsoft.com/office/drawing/2014/main" id="{4FCA244B-81D8-1F58-333C-41B86E036385}"/>
              </a:ext>
            </a:extLst>
          </p:cNvPr>
          <p:cNvSpPr>
            <a:spLocks noGrp="1"/>
          </p:cNvSpPr>
          <p:nvPr>
            <p:ph type="body" sz="quarter" idx="29" hasCustomPrompt="1"/>
          </p:nvPr>
        </p:nvSpPr>
        <p:spPr>
          <a:xfrm>
            <a:off x="914400" y="493645"/>
            <a:ext cx="12336070"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3" name="Rectangle 2">
            <a:extLst>
              <a:ext uri="{FF2B5EF4-FFF2-40B4-BE49-F238E27FC236}">
                <a16:creationId xmlns:a16="http://schemas.microsoft.com/office/drawing/2014/main" id="{5057A184-CE5E-AE86-22CF-0C42426DC29B}"/>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38D2966-2195-442C-DEC0-C6FE65C3B44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981589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3 Column picture">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37098" y="2185026"/>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5" name="Picture Placeholder 4">
            <a:extLst>
              <a:ext uri="{FF2B5EF4-FFF2-40B4-BE49-F238E27FC236}">
                <a16:creationId xmlns:a16="http://schemas.microsoft.com/office/drawing/2014/main" id="{DCF987F9-3BB0-0FD0-C764-6C6E7C5323B2}"/>
              </a:ext>
            </a:extLst>
          </p:cNvPr>
          <p:cNvSpPr>
            <a:spLocks noGrp="1"/>
          </p:cNvSpPr>
          <p:nvPr>
            <p:ph type="pic" sz="quarter" idx="21"/>
          </p:nvPr>
        </p:nvSpPr>
        <p:spPr>
          <a:xfrm>
            <a:off x="937099" y="6856456"/>
            <a:ext cx="5300092" cy="2514600"/>
          </a:xfrm>
        </p:spPr>
        <p:txBody>
          <a:bodyPr/>
          <a:lstStyle/>
          <a:p>
            <a:r>
              <a:rPr lang="en-GB"/>
              <a:t>Click icon to add picture</a:t>
            </a:r>
            <a:endParaRPr lang="en-US" dirty="0"/>
          </a:p>
        </p:txBody>
      </p:sp>
      <p:sp>
        <p:nvSpPr>
          <p:cNvPr id="14" name="Picture Placeholder 4">
            <a:extLst>
              <a:ext uri="{FF2B5EF4-FFF2-40B4-BE49-F238E27FC236}">
                <a16:creationId xmlns:a16="http://schemas.microsoft.com/office/drawing/2014/main" id="{7B3E7BFB-B81F-D22B-0CDD-6E5AFC0D8862}"/>
              </a:ext>
            </a:extLst>
          </p:cNvPr>
          <p:cNvSpPr>
            <a:spLocks noGrp="1"/>
          </p:cNvSpPr>
          <p:nvPr>
            <p:ph type="pic" sz="quarter" idx="23"/>
          </p:nvPr>
        </p:nvSpPr>
        <p:spPr>
          <a:xfrm>
            <a:off x="6640889" y="6856456"/>
            <a:ext cx="5300092" cy="2514600"/>
          </a:xfrm>
        </p:spPr>
        <p:txBody>
          <a:bodyPr/>
          <a:lstStyle/>
          <a:p>
            <a:r>
              <a:rPr lang="en-GB"/>
              <a:t>Click icon to add picture</a:t>
            </a:r>
            <a:endParaRPr lang="en-US"/>
          </a:p>
        </p:txBody>
      </p:sp>
      <p:sp>
        <p:nvSpPr>
          <p:cNvPr id="15" name="Text Placeholder 2">
            <a:extLst>
              <a:ext uri="{FF2B5EF4-FFF2-40B4-BE49-F238E27FC236}">
                <a16:creationId xmlns:a16="http://schemas.microsoft.com/office/drawing/2014/main" id="{70E85C1A-6D70-A103-EFA4-AC9AE95430D2}"/>
              </a:ext>
            </a:extLst>
          </p:cNvPr>
          <p:cNvSpPr>
            <a:spLocks noGrp="1"/>
          </p:cNvSpPr>
          <p:nvPr>
            <p:ph type="body" idx="24" hasCustomPrompt="1"/>
          </p:nvPr>
        </p:nvSpPr>
        <p:spPr>
          <a:xfrm>
            <a:off x="6640889" y="2187199"/>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17" name="Picture Placeholder 4">
            <a:extLst>
              <a:ext uri="{FF2B5EF4-FFF2-40B4-BE49-F238E27FC236}">
                <a16:creationId xmlns:a16="http://schemas.microsoft.com/office/drawing/2014/main" id="{2CE503ED-E60C-864D-34FF-F07ED8047353}"/>
              </a:ext>
            </a:extLst>
          </p:cNvPr>
          <p:cNvSpPr>
            <a:spLocks noGrp="1"/>
          </p:cNvSpPr>
          <p:nvPr>
            <p:ph type="pic" sz="quarter" idx="25"/>
          </p:nvPr>
        </p:nvSpPr>
        <p:spPr>
          <a:xfrm>
            <a:off x="12344679" y="6840957"/>
            <a:ext cx="5322512" cy="2514600"/>
          </a:xfrm>
        </p:spPr>
        <p:txBody>
          <a:bodyPr/>
          <a:lstStyle/>
          <a:p>
            <a:r>
              <a:rPr lang="en-GB"/>
              <a:t>Click icon to add picture</a:t>
            </a:r>
            <a:endParaRPr lang="en-US"/>
          </a:p>
        </p:txBody>
      </p:sp>
      <p:sp>
        <p:nvSpPr>
          <p:cNvPr id="18" name="Text Placeholder 2">
            <a:extLst>
              <a:ext uri="{FF2B5EF4-FFF2-40B4-BE49-F238E27FC236}">
                <a16:creationId xmlns:a16="http://schemas.microsoft.com/office/drawing/2014/main" id="{97CBFCD0-339E-E376-7DD4-3393158D062A}"/>
              </a:ext>
            </a:extLst>
          </p:cNvPr>
          <p:cNvSpPr>
            <a:spLocks noGrp="1"/>
          </p:cNvSpPr>
          <p:nvPr>
            <p:ph type="body" idx="26" hasCustomPrompt="1"/>
          </p:nvPr>
        </p:nvSpPr>
        <p:spPr>
          <a:xfrm>
            <a:off x="12355889" y="2171700"/>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22" name="Text Placeholder 2">
            <a:extLst>
              <a:ext uri="{FF2B5EF4-FFF2-40B4-BE49-F238E27FC236}">
                <a16:creationId xmlns:a16="http://schemas.microsoft.com/office/drawing/2014/main" id="{C93B746D-9FD5-23F7-C3BD-A2C3E32223B8}"/>
              </a:ext>
            </a:extLst>
          </p:cNvPr>
          <p:cNvSpPr>
            <a:spLocks noGrp="1"/>
          </p:cNvSpPr>
          <p:nvPr>
            <p:ph type="body" idx="15" hasCustomPrompt="1"/>
          </p:nvPr>
        </p:nvSpPr>
        <p:spPr>
          <a:xfrm>
            <a:off x="937098" y="3105540"/>
            <a:ext cx="5300093" cy="3446116"/>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a:p>
            <a:pPr lvl="0"/>
            <a:endParaRPr lang="en-US" dirty="0"/>
          </a:p>
        </p:txBody>
      </p:sp>
      <p:sp>
        <p:nvSpPr>
          <p:cNvPr id="24" name="Text Placeholder 2">
            <a:extLst>
              <a:ext uri="{FF2B5EF4-FFF2-40B4-BE49-F238E27FC236}">
                <a16:creationId xmlns:a16="http://schemas.microsoft.com/office/drawing/2014/main" id="{67A205D1-03E5-D353-2289-F9C98B0AA249}"/>
              </a:ext>
            </a:extLst>
          </p:cNvPr>
          <p:cNvSpPr>
            <a:spLocks noGrp="1"/>
          </p:cNvSpPr>
          <p:nvPr>
            <p:ph type="body" idx="27" hasCustomPrompt="1"/>
          </p:nvPr>
        </p:nvSpPr>
        <p:spPr>
          <a:xfrm>
            <a:off x="6640889" y="3105540"/>
            <a:ext cx="5300093" cy="343747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p:txBody>
      </p:sp>
      <p:sp>
        <p:nvSpPr>
          <p:cNvPr id="25" name="Text Placeholder 2">
            <a:extLst>
              <a:ext uri="{FF2B5EF4-FFF2-40B4-BE49-F238E27FC236}">
                <a16:creationId xmlns:a16="http://schemas.microsoft.com/office/drawing/2014/main" id="{21138AB5-CFFB-FB01-EC44-458C5EAB610F}"/>
              </a:ext>
            </a:extLst>
          </p:cNvPr>
          <p:cNvSpPr>
            <a:spLocks noGrp="1"/>
          </p:cNvSpPr>
          <p:nvPr>
            <p:ph type="body" idx="28" hasCustomPrompt="1"/>
          </p:nvPr>
        </p:nvSpPr>
        <p:spPr>
          <a:xfrm>
            <a:off x="12355889" y="3114184"/>
            <a:ext cx="5300093" cy="3437471"/>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a:p>
            <a:pPr lvl="0"/>
            <a:endParaRPr lang="en-US" dirty="0"/>
          </a:p>
        </p:txBody>
      </p:sp>
      <p:sp>
        <p:nvSpPr>
          <p:cNvPr id="2" name="Text Placeholder 4">
            <a:extLst>
              <a:ext uri="{FF2B5EF4-FFF2-40B4-BE49-F238E27FC236}">
                <a16:creationId xmlns:a16="http://schemas.microsoft.com/office/drawing/2014/main" id="{4FCA244B-81D8-1F58-333C-41B86E036385}"/>
              </a:ext>
            </a:extLst>
          </p:cNvPr>
          <p:cNvSpPr>
            <a:spLocks noGrp="1"/>
          </p:cNvSpPr>
          <p:nvPr>
            <p:ph type="body" sz="quarter" idx="29" hasCustomPrompt="1"/>
          </p:nvPr>
        </p:nvSpPr>
        <p:spPr>
          <a:xfrm>
            <a:off x="914399" y="493645"/>
            <a:ext cx="12115801"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3" name="Rectangle 2">
            <a:extLst>
              <a:ext uri="{FF2B5EF4-FFF2-40B4-BE49-F238E27FC236}">
                <a16:creationId xmlns:a16="http://schemas.microsoft.com/office/drawing/2014/main" id="{5057A184-CE5E-AE86-22CF-0C42426DC29B}"/>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0B773D9-EEEE-B573-6F52-D7FBC57750B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4110687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bullete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1889598" y="2324290"/>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6" name="Text Placeholder 2">
            <a:extLst>
              <a:ext uri="{FF2B5EF4-FFF2-40B4-BE49-F238E27FC236}">
                <a16:creationId xmlns:a16="http://schemas.microsoft.com/office/drawing/2014/main" id="{BB85C5F6-7141-57C9-68B5-DA1107A4F34E}"/>
              </a:ext>
            </a:extLst>
          </p:cNvPr>
          <p:cNvSpPr>
            <a:spLocks noGrp="1"/>
          </p:cNvSpPr>
          <p:nvPr>
            <p:ph type="body" idx="17" hasCustomPrompt="1"/>
          </p:nvPr>
        </p:nvSpPr>
        <p:spPr>
          <a:xfrm>
            <a:off x="6918798" y="2903202"/>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2 Content, Click to Add</a:t>
            </a:r>
          </a:p>
        </p:txBody>
      </p:sp>
      <p:sp>
        <p:nvSpPr>
          <p:cNvPr id="9" name="Text Placeholder 2">
            <a:extLst>
              <a:ext uri="{FF2B5EF4-FFF2-40B4-BE49-F238E27FC236}">
                <a16:creationId xmlns:a16="http://schemas.microsoft.com/office/drawing/2014/main" id="{A19F091F-A57A-1865-74FF-337F36C00EDD}"/>
              </a:ext>
            </a:extLst>
          </p:cNvPr>
          <p:cNvSpPr>
            <a:spLocks noGrp="1"/>
          </p:cNvSpPr>
          <p:nvPr>
            <p:ph type="body" idx="19" hasCustomPrompt="1"/>
          </p:nvPr>
        </p:nvSpPr>
        <p:spPr>
          <a:xfrm>
            <a:off x="11925300" y="2324290"/>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3 Content, Click to Add</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D8EE4F2-51C3-1E50-7B43-83E72B9BB8FD}"/>
              </a:ext>
            </a:extLst>
          </p:cNvPr>
          <p:cNvSpPr>
            <a:spLocks noGrp="1"/>
          </p:cNvSpPr>
          <p:nvPr>
            <p:ph type="body" idx="15" hasCustomPrompt="1"/>
          </p:nvPr>
        </p:nvSpPr>
        <p:spPr>
          <a:xfrm>
            <a:off x="1889599" y="3724766"/>
            <a:ext cx="4366098" cy="5838335"/>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sp>
        <p:nvSpPr>
          <p:cNvPr id="8" name="Text Placeholder 2">
            <a:extLst>
              <a:ext uri="{FF2B5EF4-FFF2-40B4-BE49-F238E27FC236}">
                <a16:creationId xmlns:a16="http://schemas.microsoft.com/office/drawing/2014/main" id="{8A769089-DD82-1EEE-FD3A-369099523449}"/>
              </a:ext>
            </a:extLst>
          </p:cNvPr>
          <p:cNvSpPr>
            <a:spLocks noGrp="1"/>
          </p:cNvSpPr>
          <p:nvPr>
            <p:ph type="body" idx="24" hasCustomPrompt="1"/>
          </p:nvPr>
        </p:nvSpPr>
        <p:spPr>
          <a:xfrm>
            <a:off x="11917550" y="3724767"/>
            <a:ext cx="4366098" cy="5838334"/>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err="1"/>
              <a:t>consectur</a:t>
            </a:r>
            <a:r>
              <a:rPr lang="en-US" dirty="0"/>
              <a:t> </a:t>
            </a:r>
            <a:r>
              <a:rPr lang="en-US" dirty="0" err="1"/>
              <a:t>adipisci</a:t>
            </a:r>
            <a:r>
              <a:rPr lang="en-US" dirty="0"/>
              <a:t> </a:t>
            </a:r>
            <a:r>
              <a:rPr lang="en-US" dirty="0" err="1"/>
              <a:t>elit</a:t>
            </a:r>
            <a:r>
              <a:rPr lang="en-US" dirty="0"/>
              <a:t> sed.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sp>
        <p:nvSpPr>
          <p:cNvPr id="12" name="Text Placeholder 2">
            <a:extLst>
              <a:ext uri="{FF2B5EF4-FFF2-40B4-BE49-F238E27FC236}">
                <a16:creationId xmlns:a16="http://schemas.microsoft.com/office/drawing/2014/main" id="{29A823DD-E8F2-5B54-CA0D-A13610215DB5}"/>
              </a:ext>
            </a:extLst>
          </p:cNvPr>
          <p:cNvSpPr>
            <a:spLocks noGrp="1"/>
          </p:cNvSpPr>
          <p:nvPr>
            <p:ph type="body" idx="25" hasCustomPrompt="1"/>
          </p:nvPr>
        </p:nvSpPr>
        <p:spPr>
          <a:xfrm>
            <a:off x="6896100" y="4307258"/>
            <a:ext cx="4366098" cy="5255844"/>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err="1"/>
              <a:t>consectur</a:t>
            </a:r>
            <a:r>
              <a:rPr lang="en-US" dirty="0"/>
              <a:t> </a:t>
            </a:r>
            <a:r>
              <a:rPr lang="en-US" dirty="0" err="1"/>
              <a:t>adipisci</a:t>
            </a:r>
            <a:r>
              <a:rPr lang="en-US" dirty="0"/>
              <a:t> </a:t>
            </a:r>
            <a:r>
              <a:rPr lang="en-US" dirty="0" err="1"/>
              <a:t>elit</a:t>
            </a:r>
            <a:r>
              <a:rPr lang="en-US" dirty="0"/>
              <a:t> sed.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pic>
        <p:nvPicPr>
          <p:cNvPr id="15" name="Graphic 14">
            <a:extLst>
              <a:ext uri="{FF2B5EF4-FFF2-40B4-BE49-F238E27FC236}">
                <a16:creationId xmlns:a16="http://schemas.microsoft.com/office/drawing/2014/main" id="{6D91CEF6-EC35-25EB-8F2C-0544CD900BC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1603054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 Column bullete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609600" y="2859037"/>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83C907B-75D6-628B-D6E9-2932DE36563E}"/>
              </a:ext>
            </a:extLst>
          </p:cNvPr>
          <p:cNvSpPr>
            <a:spLocks noGrp="1"/>
          </p:cNvSpPr>
          <p:nvPr>
            <p:ph type="body" idx="24" hasCustomPrompt="1"/>
          </p:nvPr>
        </p:nvSpPr>
        <p:spPr>
          <a:xfrm>
            <a:off x="4123338"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6" name="Text Placeholder 2">
            <a:extLst>
              <a:ext uri="{FF2B5EF4-FFF2-40B4-BE49-F238E27FC236}">
                <a16:creationId xmlns:a16="http://schemas.microsoft.com/office/drawing/2014/main" id="{AFE01743-3FF5-7BD6-66EB-A1EA94566DC5}"/>
              </a:ext>
            </a:extLst>
          </p:cNvPr>
          <p:cNvSpPr>
            <a:spLocks noGrp="1"/>
          </p:cNvSpPr>
          <p:nvPr>
            <p:ph type="body" idx="26" hasCustomPrompt="1"/>
          </p:nvPr>
        </p:nvSpPr>
        <p:spPr>
          <a:xfrm>
            <a:off x="7582814"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8" name="Text Placeholder 2">
            <a:extLst>
              <a:ext uri="{FF2B5EF4-FFF2-40B4-BE49-F238E27FC236}">
                <a16:creationId xmlns:a16="http://schemas.microsoft.com/office/drawing/2014/main" id="{030B40A2-E629-B8C0-A1A2-28AB3905A6EF}"/>
              </a:ext>
            </a:extLst>
          </p:cNvPr>
          <p:cNvSpPr>
            <a:spLocks noGrp="1"/>
          </p:cNvSpPr>
          <p:nvPr>
            <p:ph type="body" idx="28" hasCustomPrompt="1"/>
          </p:nvPr>
        </p:nvSpPr>
        <p:spPr>
          <a:xfrm>
            <a:off x="11042290"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20" name="Text Placeholder 2">
            <a:extLst>
              <a:ext uri="{FF2B5EF4-FFF2-40B4-BE49-F238E27FC236}">
                <a16:creationId xmlns:a16="http://schemas.microsoft.com/office/drawing/2014/main" id="{396B2419-65BB-ED5E-D7F6-DF39E7C4FD1E}"/>
              </a:ext>
            </a:extLst>
          </p:cNvPr>
          <p:cNvSpPr>
            <a:spLocks noGrp="1"/>
          </p:cNvSpPr>
          <p:nvPr>
            <p:ph type="body" idx="30" hasCustomPrompt="1"/>
          </p:nvPr>
        </p:nvSpPr>
        <p:spPr>
          <a:xfrm>
            <a:off x="14501766"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4" name="Text Placeholder 2">
            <a:extLst>
              <a:ext uri="{FF2B5EF4-FFF2-40B4-BE49-F238E27FC236}">
                <a16:creationId xmlns:a16="http://schemas.microsoft.com/office/drawing/2014/main" id="{4BA025AC-AF2A-0B66-CE20-8740128DEDD9}"/>
              </a:ext>
            </a:extLst>
          </p:cNvPr>
          <p:cNvSpPr>
            <a:spLocks noGrp="1"/>
          </p:cNvSpPr>
          <p:nvPr>
            <p:ph type="body" idx="15" hasCustomPrompt="1"/>
          </p:nvPr>
        </p:nvSpPr>
        <p:spPr>
          <a:xfrm>
            <a:off x="632727" y="3889166"/>
            <a:ext cx="3140088" cy="5456377"/>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15" name="Text Placeholder 2">
            <a:extLst>
              <a:ext uri="{FF2B5EF4-FFF2-40B4-BE49-F238E27FC236}">
                <a16:creationId xmlns:a16="http://schemas.microsoft.com/office/drawing/2014/main" id="{44FCE30E-25AB-D761-C918-0994C0AF5B56}"/>
              </a:ext>
            </a:extLst>
          </p:cNvPr>
          <p:cNvSpPr>
            <a:spLocks noGrp="1"/>
          </p:cNvSpPr>
          <p:nvPr>
            <p:ph type="body" idx="31" hasCustomPrompt="1"/>
          </p:nvPr>
        </p:nvSpPr>
        <p:spPr>
          <a:xfrm>
            <a:off x="4146464" y="3889166"/>
            <a:ext cx="3140088" cy="5456377"/>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2" name="Text Placeholder 2">
            <a:extLst>
              <a:ext uri="{FF2B5EF4-FFF2-40B4-BE49-F238E27FC236}">
                <a16:creationId xmlns:a16="http://schemas.microsoft.com/office/drawing/2014/main" id="{DDDB70A2-8090-05C0-E74B-587D3F074F38}"/>
              </a:ext>
            </a:extLst>
          </p:cNvPr>
          <p:cNvSpPr>
            <a:spLocks noGrp="1"/>
          </p:cNvSpPr>
          <p:nvPr>
            <p:ph type="body" idx="32" hasCustomPrompt="1"/>
          </p:nvPr>
        </p:nvSpPr>
        <p:spPr>
          <a:xfrm>
            <a:off x="7605940"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4" name="Text Placeholder 2">
            <a:extLst>
              <a:ext uri="{FF2B5EF4-FFF2-40B4-BE49-F238E27FC236}">
                <a16:creationId xmlns:a16="http://schemas.microsoft.com/office/drawing/2014/main" id="{EEF23019-1107-E17C-9A26-72AACE62A511}"/>
              </a:ext>
            </a:extLst>
          </p:cNvPr>
          <p:cNvSpPr>
            <a:spLocks noGrp="1"/>
          </p:cNvSpPr>
          <p:nvPr>
            <p:ph type="body" idx="33" hasCustomPrompt="1"/>
          </p:nvPr>
        </p:nvSpPr>
        <p:spPr>
          <a:xfrm>
            <a:off x="11042290"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6" name="Text Placeholder 2">
            <a:extLst>
              <a:ext uri="{FF2B5EF4-FFF2-40B4-BE49-F238E27FC236}">
                <a16:creationId xmlns:a16="http://schemas.microsoft.com/office/drawing/2014/main" id="{E10AF7A5-A2EA-5E90-EF0C-89728B024679}"/>
              </a:ext>
            </a:extLst>
          </p:cNvPr>
          <p:cNvSpPr>
            <a:spLocks noGrp="1"/>
          </p:cNvSpPr>
          <p:nvPr>
            <p:ph type="body" idx="34" hasCustomPrompt="1"/>
          </p:nvPr>
        </p:nvSpPr>
        <p:spPr>
          <a:xfrm>
            <a:off x="14557802"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pic>
        <p:nvPicPr>
          <p:cNvPr id="21" name="Graphic 20">
            <a:extLst>
              <a:ext uri="{FF2B5EF4-FFF2-40B4-BE49-F238E27FC236}">
                <a16:creationId xmlns:a16="http://schemas.microsoft.com/office/drawing/2014/main" id="{B96ADA48-B92E-96A4-ECAF-3C47CD3C73C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25205006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609600" y="2478037"/>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83C907B-75D6-628B-D6E9-2932DE36563E}"/>
              </a:ext>
            </a:extLst>
          </p:cNvPr>
          <p:cNvSpPr>
            <a:spLocks noGrp="1"/>
          </p:cNvSpPr>
          <p:nvPr>
            <p:ph type="body" idx="24" hasCustomPrompt="1"/>
          </p:nvPr>
        </p:nvSpPr>
        <p:spPr>
          <a:xfrm>
            <a:off x="4123338"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6" name="Text Placeholder 2">
            <a:extLst>
              <a:ext uri="{FF2B5EF4-FFF2-40B4-BE49-F238E27FC236}">
                <a16:creationId xmlns:a16="http://schemas.microsoft.com/office/drawing/2014/main" id="{AFE01743-3FF5-7BD6-66EB-A1EA94566DC5}"/>
              </a:ext>
            </a:extLst>
          </p:cNvPr>
          <p:cNvSpPr>
            <a:spLocks noGrp="1"/>
          </p:cNvSpPr>
          <p:nvPr>
            <p:ph type="body" idx="26" hasCustomPrompt="1"/>
          </p:nvPr>
        </p:nvSpPr>
        <p:spPr>
          <a:xfrm>
            <a:off x="7582814"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8" name="Text Placeholder 2">
            <a:extLst>
              <a:ext uri="{FF2B5EF4-FFF2-40B4-BE49-F238E27FC236}">
                <a16:creationId xmlns:a16="http://schemas.microsoft.com/office/drawing/2014/main" id="{030B40A2-E629-B8C0-A1A2-28AB3905A6EF}"/>
              </a:ext>
            </a:extLst>
          </p:cNvPr>
          <p:cNvSpPr>
            <a:spLocks noGrp="1"/>
          </p:cNvSpPr>
          <p:nvPr>
            <p:ph type="body" idx="28" hasCustomPrompt="1"/>
          </p:nvPr>
        </p:nvSpPr>
        <p:spPr>
          <a:xfrm>
            <a:off x="11042290"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20" name="Text Placeholder 2">
            <a:extLst>
              <a:ext uri="{FF2B5EF4-FFF2-40B4-BE49-F238E27FC236}">
                <a16:creationId xmlns:a16="http://schemas.microsoft.com/office/drawing/2014/main" id="{396B2419-65BB-ED5E-D7F6-DF39E7C4FD1E}"/>
              </a:ext>
            </a:extLst>
          </p:cNvPr>
          <p:cNvSpPr>
            <a:spLocks noGrp="1"/>
          </p:cNvSpPr>
          <p:nvPr>
            <p:ph type="body" idx="30" hasCustomPrompt="1"/>
          </p:nvPr>
        </p:nvSpPr>
        <p:spPr>
          <a:xfrm>
            <a:off x="14501766"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6" name="Text Placeholder 2">
            <a:extLst>
              <a:ext uri="{FF2B5EF4-FFF2-40B4-BE49-F238E27FC236}">
                <a16:creationId xmlns:a16="http://schemas.microsoft.com/office/drawing/2014/main" id="{9B19D863-4D67-7E6A-A05F-195E39EFE44B}"/>
              </a:ext>
            </a:extLst>
          </p:cNvPr>
          <p:cNvSpPr>
            <a:spLocks noGrp="1"/>
          </p:cNvSpPr>
          <p:nvPr>
            <p:ph type="body" idx="15" hasCustomPrompt="1"/>
          </p:nvPr>
        </p:nvSpPr>
        <p:spPr>
          <a:xfrm>
            <a:off x="632727"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4" name="Text Placeholder 2">
            <a:extLst>
              <a:ext uri="{FF2B5EF4-FFF2-40B4-BE49-F238E27FC236}">
                <a16:creationId xmlns:a16="http://schemas.microsoft.com/office/drawing/2014/main" id="{B007EE63-0143-7A6C-07AA-D6AAE550E07C}"/>
              </a:ext>
            </a:extLst>
          </p:cNvPr>
          <p:cNvSpPr>
            <a:spLocks noGrp="1"/>
          </p:cNvSpPr>
          <p:nvPr>
            <p:ph type="body" idx="31" hasCustomPrompt="1"/>
          </p:nvPr>
        </p:nvSpPr>
        <p:spPr>
          <a:xfrm>
            <a:off x="4146464"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5" name="Text Placeholder 2">
            <a:extLst>
              <a:ext uri="{FF2B5EF4-FFF2-40B4-BE49-F238E27FC236}">
                <a16:creationId xmlns:a16="http://schemas.microsoft.com/office/drawing/2014/main" id="{9757B37F-7940-3A2A-4809-D9D2587AB618}"/>
              </a:ext>
            </a:extLst>
          </p:cNvPr>
          <p:cNvSpPr>
            <a:spLocks noGrp="1"/>
          </p:cNvSpPr>
          <p:nvPr>
            <p:ph type="body" idx="32" hasCustomPrompt="1"/>
          </p:nvPr>
        </p:nvSpPr>
        <p:spPr>
          <a:xfrm>
            <a:off x="7605940"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7" name="Text Placeholder 2">
            <a:extLst>
              <a:ext uri="{FF2B5EF4-FFF2-40B4-BE49-F238E27FC236}">
                <a16:creationId xmlns:a16="http://schemas.microsoft.com/office/drawing/2014/main" id="{336C7F5A-EC8A-F31A-E747-EE310FEA9308}"/>
              </a:ext>
            </a:extLst>
          </p:cNvPr>
          <p:cNvSpPr>
            <a:spLocks noGrp="1"/>
          </p:cNvSpPr>
          <p:nvPr>
            <p:ph type="body" idx="33" hasCustomPrompt="1"/>
          </p:nvPr>
        </p:nvSpPr>
        <p:spPr>
          <a:xfrm>
            <a:off x="11049000" y="3485732"/>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9" name="Text Placeholder 2">
            <a:extLst>
              <a:ext uri="{FF2B5EF4-FFF2-40B4-BE49-F238E27FC236}">
                <a16:creationId xmlns:a16="http://schemas.microsoft.com/office/drawing/2014/main" id="{731FEEAC-58A2-C4F4-F7DE-17A728E1AE92}"/>
              </a:ext>
            </a:extLst>
          </p:cNvPr>
          <p:cNvSpPr>
            <a:spLocks noGrp="1"/>
          </p:cNvSpPr>
          <p:nvPr>
            <p:ph type="body" idx="34" hasCustomPrompt="1"/>
          </p:nvPr>
        </p:nvSpPr>
        <p:spPr>
          <a:xfrm>
            <a:off x="14492060" y="3467100"/>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pic>
        <p:nvPicPr>
          <p:cNvPr id="12" name="Graphic 11">
            <a:extLst>
              <a:ext uri="{FF2B5EF4-FFF2-40B4-BE49-F238E27FC236}">
                <a16:creationId xmlns:a16="http://schemas.microsoft.com/office/drawing/2014/main" id="{84D7A782-3EFC-F56F-864C-DD23E5B91CE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63579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C3AF0B-A0E6-CFE8-6A59-996D9CEF52C7}"/>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914400" y="495300"/>
            <a:ext cx="119407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6" name="Text Placeholder 2">
            <a:extLst>
              <a:ext uri="{FF2B5EF4-FFF2-40B4-BE49-F238E27FC236}">
                <a16:creationId xmlns:a16="http://schemas.microsoft.com/office/drawing/2014/main" id="{C3AF4F35-D4BC-803D-A947-FFA65A7B7E51}"/>
              </a:ext>
            </a:extLst>
          </p:cNvPr>
          <p:cNvSpPr>
            <a:spLocks noGrp="1"/>
          </p:cNvSpPr>
          <p:nvPr>
            <p:ph type="body" idx="1" hasCustomPrompt="1"/>
          </p:nvPr>
        </p:nvSpPr>
        <p:spPr>
          <a:xfrm>
            <a:off x="457201" y="2341178"/>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9" name="Text Placeholder 2">
            <a:extLst>
              <a:ext uri="{FF2B5EF4-FFF2-40B4-BE49-F238E27FC236}">
                <a16:creationId xmlns:a16="http://schemas.microsoft.com/office/drawing/2014/main" id="{3EC2634A-1B49-EE0C-92A6-9EAEAD548C2A}"/>
              </a:ext>
            </a:extLst>
          </p:cNvPr>
          <p:cNvSpPr>
            <a:spLocks noGrp="1"/>
          </p:cNvSpPr>
          <p:nvPr>
            <p:ph type="body" idx="12" hasCustomPrompt="1"/>
          </p:nvPr>
        </p:nvSpPr>
        <p:spPr>
          <a:xfrm>
            <a:off x="6387939" y="2335444"/>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11" name="Text Placeholder 2">
            <a:extLst>
              <a:ext uri="{FF2B5EF4-FFF2-40B4-BE49-F238E27FC236}">
                <a16:creationId xmlns:a16="http://schemas.microsoft.com/office/drawing/2014/main" id="{F322246A-44A6-6058-C6E5-3EED83C593A3}"/>
              </a:ext>
            </a:extLst>
          </p:cNvPr>
          <p:cNvSpPr>
            <a:spLocks noGrp="1"/>
          </p:cNvSpPr>
          <p:nvPr>
            <p:ph type="body" idx="14" hasCustomPrompt="1"/>
          </p:nvPr>
        </p:nvSpPr>
        <p:spPr>
          <a:xfrm>
            <a:off x="12318677" y="2335444"/>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15" name="Text Placeholder 3">
            <a:extLst>
              <a:ext uri="{FF2B5EF4-FFF2-40B4-BE49-F238E27FC236}">
                <a16:creationId xmlns:a16="http://schemas.microsoft.com/office/drawing/2014/main" id="{44B9E56D-16E6-B43C-9A21-534ABB6E8ED2}"/>
              </a:ext>
            </a:extLst>
          </p:cNvPr>
          <p:cNvSpPr>
            <a:spLocks noGrp="1"/>
          </p:cNvSpPr>
          <p:nvPr>
            <p:ph type="body" sz="half" idx="10" hasCustomPrompt="1"/>
          </p:nvPr>
        </p:nvSpPr>
        <p:spPr>
          <a:xfrm>
            <a:off x="457200" y="3546897"/>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sp>
        <p:nvSpPr>
          <p:cNvPr id="18" name="Text Placeholder 3">
            <a:extLst>
              <a:ext uri="{FF2B5EF4-FFF2-40B4-BE49-F238E27FC236}">
                <a16:creationId xmlns:a16="http://schemas.microsoft.com/office/drawing/2014/main" id="{C1703427-8E0A-BFF8-BDD2-755A3415019C}"/>
              </a:ext>
            </a:extLst>
          </p:cNvPr>
          <p:cNvSpPr>
            <a:spLocks noGrp="1"/>
          </p:cNvSpPr>
          <p:nvPr>
            <p:ph type="body" sz="half" idx="15" hasCustomPrompt="1"/>
          </p:nvPr>
        </p:nvSpPr>
        <p:spPr>
          <a:xfrm>
            <a:off x="6369552" y="3502060"/>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sp>
        <p:nvSpPr>
          <p:cNvPr id="19" name="Text Placeholder 3">
            <a:extLst>
              <a:ext uri="{FF2B5EF4-FFF2-40B4-BE49-F238E27FC236}">
                <a16:creationId xmlns:a16="http://schemas.microsoft.com/office/drawing/2014/main" id="{0A7B6769-3B88-ED87-E1C8-3CBF4ADDA561}"/>
              </a:ext>
            </a:extLst>
          </p:cNvPr>
          <p:cNvSpPr>
            <a:spLocks noGrp="1"/>
          </p:cNvSpPr>
          <p:nvPr>
            <p:ph type="body" sz="half" idx="16" hasCustomPrompt="1"/>
          </p:nvPr>
        </p:nvSpPr>
        <p:spPr>
          <a:xfrm>
            <a:off x="12338642" y="3561551"/>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pic>
        <p:nvPicPr>
          <p:cNvPr id="12" name="Graphic 11">
            <a:extLst>
              <a:ext uri="{FF2B5EF4-FFF2-40B4-BE49-F238E27FC236}">
                <a16:creationId xmlns:a16="http://schemas.microsoft.com/office/drawing/2014/main" id="{6FBC6F24-6D7E-BFB3-88DE-605BBF88FC8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1875633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rgbClr val="E1F0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A0BC1B-E121-22F6-EA4F-315A21DADD34}"/>
              </a:ext>
            </a:extLst>
          </p:cNvPr>
          <p:cNvSpPr/>
          <p:nvPr userDrawn="1"/>
        </p:nvSpPr>
        <p:spPr>
          <a:xfrm>
            <a:off x="0" y="-4313"/>
            <a:ext cx="18266434" cy="10286999"/>
          </a:xfrm>
          <a:prstGeom prst="rect">
            <a:avLst/>
          </a:prstGeom>
          <a:gradFill flip="none" rotWithShape="1">
            <a:gsLst>
              <a:gs pos="24000">
                <a:schemeClr val="bg1"/>
              </a:gs>
              <a:gs pos="100000">
                <a:srgbClr val="A3C3FF"/>
              </a:gs>
              <a:gs pos="77000">
                <a:srgbClr val="D3E4FF"/>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F978E1-8A8E-5738-7509-37BA651F49E3}"/>
              </a:ext>
            </a:extLst>
          </p:cNvPr>
          <p:cNvSpPr/>
          <p:nvPr userDrawn="1"/>
        </p:nvSpPr>
        <p:spPr>
          <a:xfrm>
            <a:off x="17527150" y="8420100"/>
            <a:ext cx="760850" cy="1862584"/>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CBAD72-8B13-ACB0-75FF-44382C60299A}"/>
              </a:ext>
            </a:extLst>
          </p:cNvPr>
          <p:cNvSpPr/>
          <p:nvPr userDrawn="1"/>
        </p:nvSpPr>
        <p:spPr>
          <a:xfrm>
            <a:off x="21566" y="8420100"/>
            <a:ext cx="9122434" cy="192189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3">
            <a:extLst>
              <a:ext uri="{FF2B5EF4-FFF2-40B4-BE49-F238E27FC236}">
                <a16:creationId xmlns:a16="http://schemas.microsoft.com/office/drawing/2014/main" id="{F7C539DE-7351-F083-BA2A-B4218EFAE00D}"/>
              </a:ext>
            </a:extLst>
          </p:cNvPr>
          <p:cNvSpPr>
            <a:spLocks noGrp="1"/>
          </p:cNvSpPr>
          <p:nvPr>
            <p:ph type="body" sz="half" idx="2" hasCustomPrompt="1"/>
          </p:nvPr>
        </p:nvSpPr>
        <p:spPr>
          <a:xfrm>
            <a:off x="745447" y="9105900"/>
            <a:ext cx="2593108" cy="548831"/>
          </a:xfrm>
        </p:spPr>
        <p:txBody>
          <a:bodyPr>
            <a:noAutofit/>
          </a:bodyPr>
          <a:lstStyle>
            <a:lvl1pPr marL="0" indent="0">
              <a:buNone/>
              <a:defRPr sz="2800" b="1"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www.ogc.org</a:t>
            </a:r>
            <a:endParaRPr lang="en-US" dirty="0"/>
          </a:p>
        </p:txBody>
      </p:sp>
      <p:sp>
        <p:nvSpPr>
          <p:cNvPr id="6" name="Title 1">
            <a:extLst>
              <a:ext uri="{FF2B5EF4-FFF2-40B4-BE49-F238E27FC236}">
                <a16:creationId xmlns:a16="http://schemas.microsoft.com/office/drawing/2014/main" id="{E34B6E06-9D16-BF9D-CD4A-43497B2A63E1}"/>
              </a:ext>
            </a:extLst>
          </p:cNvPr>
          <p:cNvSpPr>
            <a:spLocks noGrp="1"/>
          </p:cNvSpPr>
          <p:nvPr>
            <p:ph type="title" hasCustomPrompt="1"/>
          </p:nvPr>
        </p:nvSpPr>
        <p:spPr>
          <a:xfrm>
            <a:off x="658314" y="3486090"/>
            <a:ext cx="7634039" cy="2495610"/>
          </a:xfrm>
        </p:spPr>
        <p:txBody>
          <a:bodyPr anchor="t"/>
          <a:lstStyle>
            <a:lvl1pPr algn="l">
              <a:lnSpc>
                <a:spcPts val="9900"/>
              </a:lnSpc>
              <a:defRPr sz="12300" b="0" i="0" cap="none">
                <a:solidFill>
                  <a:schemeClr val="accent1">
                    <a:lumMod val="75000"/>
                  </a:schemeClr>
                </a:solidFill>
                <a:latin typeface="Aptos Display" panose="020B0004020202020204" pitchFamily="34" charset="0"/>
              </a:defRPr>
            </a:lvl1pPr>
          </a:lstStyle>
          <a:p>
            <a:r>
              <a:rPr lang="en-US" dirty="0"/>
              <a:t>THANK</a:t>
            </a:r>
            <a:br>
              <a:rPr lang="en-US" dirty="0"/>
            </a:br>
            <a:r>
              <a:rPr lang="en-US" dirty="0"/>
              <a:t>YOU</a:t>
            </a:r>
          </a:p>
        </p:txBody>
      </p:sp>
      <p:pic>
        <p:nvPicPr>
          <p:cNvPr id="23" name="Graphic 22">
            <a:hlinkClick r:id="rId2"/>
            <a:extLst>
              <a:ext uri="{FF2B5EF4-FFF2-40B4-BE49-F238E27FC236}">
                <a16:creationId xmlns:a16="http://schemas.microsoft.com/office/drawing/2014/main" id="{5E80DEB9-7302-517D-D762-3B89B5331F45}"/>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63553" y="9115879"/>
            <a:ext cx="444357" cy="434969"/>
          </a:xfrm>
          <a:prstGeom prst="rect">
            <a:avLst/>
          </a:prstGeom>
        </p:spPr>
      </p:pic>
      <p:pic>
        <p:nvPicPr>
          <p:cNvPr id="25" name="Graphic 24">
            <a:hlinkClick r:id="rId5"/>
            <a:extLst>
              <a:ext uri="{FF2B5EF4-FFF2-40B4-BE49-F238E27FC236}">
                <a16:creationId xmlns:a16="http://schemas.microsoft.com/office/drawing/2014/main" id="{A4425F64-9AB7-B578-8507-9BE7A01DC9D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82188" y="9132679"/>
            <a:ext cx="610165" cy="434969"/>
          </a:xfrm>
          <a:prstGeom prst="rect">
            <a:avLst/>
          </a:prstGeom>
        </p:spPr>
      </p:pic>
      <p:cxnSp>
        <p:nvCxnSpPr>
          <p:cNvPr id="27" name="Straight Connector 26">
            <a:extLst>
              <a:ext uri="{FF2B5EF4-FFF2-40B4-BE49-F238E27FC236}">
                <a16:creationId xmlns:a16="http://schemas.microsoft.com/office/drawing/2014/main" id="{AC3AF3DD-E3F8-963A-7CE5-12FE73E6470F}"/>
              </a:ext>
            </a:extLst>
          </p:cNvPr>
          <p:cNvCxnSpPr/>
          <p:nvPr userDrawn="1"/>
        </p:nvCxnSpPr>
        <p:spPr>
          <a:xfrm>
            <a:off x="7288658" y="9041162"/>
            <a:ext cx="0" cy="623548"/>
          </a:xfrm>
          <a:prstGeom prst="line">
            <a:avLst/>
          </a:prstGeom>
          <a:ln w="19050">
            <a:solidFill>
              <a:srgbClr val="7FAEFF"/>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B234AFB3-C66F-E10A-4295-C25CBF9E1409}"/>
              </a:ext>
            </a:extLst>
          </p:cNvPr>
          <p:cNvPicPr>
            <a:picLocks noChangeAspect="1"/>
          </p:cNvPicPr>
          <p:nvPr userDrawn="1"/>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447" y="591482"/>
            <a:ext cx="1154872" cy="1154872"/>
          </a:xfrm>
          <a:prstGeom prst="rect">
            <a:avLst/>
          </a:prstGeom>
        </p:spPr>
      </p:pic>
      <p:sp>
        <p:nvSpPr>
          <p:cNvPr id="15" name="Picture Placeholder 14">
            <a:extLst>
              <a:ext uri="{FF2B5EF4-FFF2-40B4-BE49-F238E27FC236}">
                <a16:creationId xmlns:a16="http://schemas.microsoft.com/office/drawing/2014/main" id="{02987B79-8C56-226E-FF8F-C1A6BFA690F1}"/>
              </a:ext>
            </a:extLst>
          </p:cNvPr>
          <p:cNvSpPr>
            <a:spLocks noGrp="1"/>
          </p:cNvSpPr>
          <p:nvPr>
            <p:ph type="pic" sz="quarter" idx="10"/>
          </p:nvPr>
        </p:nvSpPr>
        <p:spPr>
          <a:xfrm>
            <a:off x="9144000" y="4763"/>
            <a:ext cx="8383588" cy="8415337"/>
          </a:xfrm>
        </p:spPr>
        <p:txBody>
          <a:bodyPr/>
          <a:lstStyle/>
          <a:p>
            <a:r>
              <a:rPr lang="en-GB"/>
              <a:t>Click icon to add picture</a:t>
            </a:r>
            <a:endParaRPr lang="en-US"/>
          </a:p>
        </p:txBody>
      </p:sp>
    </p:spTree>
    <p:extLst>
      <p:ext uri="{BB962C8B-B14F-4D97-AF65-F5344CB8AC3E}">
        <p14:creationId xmlns:p14="http://schemas.microsoft.com/office/powerpoint/2010/main" val="1469830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4173200" cy="1143000"/>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ptos" panose="020B0004020202020204" pitchFamily="34" charset="0"/>
              </a:defRPr>
            </a:lvl1pPr>
          </a:lstStyle>
          <a:p>
            <a:fld id="{1D8BD707-D9CF-40AE-B4C6-C98DA3205C09}" type="datetimeFigureOut">
              <a:rPr lang="en-US" smtClean="0"/>
              <a:pPr/>
              <a:t>3/20/25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0" i="0">
                <a:solidFill>
                  <a:schemeClr val="tx1">
                    <a:tint val="75000"/>
                  </a:schemeClr>
                </a:solidFill>
                <a:latin typeface="Aptos" panose="020B0004020202020204"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i="0">
                <a:solidFill>
                  <a:schemeClr val="tx1">
                    <a:tint val="75000"/>
                  </a:schemeClr>
                </a:solidFill>
                <a:latin typeface="Aptos" panose="020B0004020202020204" pitchFamily="34"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0" r:id="rId1"/>
    <p:sldLayoutId id="2147483663" r:id="rId2"/>
    <p:sldLayoutId id="2147483703" r:id="rId3"/>
    <p:sldLayoutId id="2147483672" r:id="rId4"/>
    <p:sldLayoutId id="2147483705" r:id="rId5"/>
    <p:sldLayoutId id="2147483665" r:id="rId6"/>
    <p:sldLayoutId id="2147483683" r:id="rId7"/>
    <p:sldLayoutId id="2147483677" r:id="rId8"/>
    <p:sldLayoutId id="2147483700" r:id="rId9"/>
    <p:sldLayoutId id="2147483688" r:id="rId10"/>
    <p:sldLayoutId id="2147483702" r:id="rId11"/>
    <p:sldLayoutId id="2147483695" r:id="rId12"/>
    <p:sldLayoutId id="2147483667" r:id="rId13"/>
    <p:sldLayoutId id="2147483698" r:id="rId14"/>
    <p:sldLayoutId id="2147483666" r:id="rId15"/>
    <p:sldLayoutId id="2147483668" r:id="rId16"/>
    <p:sldLayoutId id="2147483664" r:id="rId17"/>
    <p:sldLayoutId id="2147483670" r:id="rId18"/>
    <p:sldLayoutId id="2147483684" r:id="rId19"/>
    <p:sldLayoutId id="2147483675" r:id="rId20"/>
    <p:sldLayoutId id="2147483681" r:id="rId21"/>
    <p:sldLayoutId id="2147483685" r:id="rId22"/>
    <p:sldLayoutId id="2147483680" r:id="rId23"/>
    <p:sldLayoutId id="2147483671" r:id="rId24"/>
  </p:sldLayoutIdLst>
  <p:txStyles>
    <p:titleStyle>
      <a:lvl1pPr algn="l" defTabSz="914400" rtl="0" eaLnBrk="1" latinLnBrk="0" hangingPunct="1">
        <a:lnSpc>
          <a:spcPts val="14620"/>
        </a:lnSpc>
        <a:spcBef>
          <a:spcPct val="0"/>
        </a:spcBef>
        <a:buNone/>
        <a:defRPr sz="6600" b="0" i="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2743CD-2D49-3ACE-9E72-3FB757DB633F}"/>
              </a:ext>
            </a:extLst>
          </p:cNvPr>
          <p:cNvSpPr>
            <a:spLocks noGrp="1"/>
          </p:cNvSpPr>
          <p:nvPr>
            <p:ph type="title"/>
          </p:nvPr>
        </p:nvSpPr>
        <p:spPr>
          <a:xfrm>
            <a:off x="1035275" y="8599884"/>
            <a:ext cx="5486400" cy="947738"/>
          </a:xfrm>
        </p:spPr>
        <p:txBody>
          <a:bodyPr/>
          <a:lstStyle/>
          <a:p>
            <a:r>
              <a:rPr lang="en-US" dirty="0"/>
              <a:t>Joana Simoes</a:t>
            </a:r>
            <a:br>
              <a:rPr lang="en-US" dirty="0"/>
            </a:br>
            <a:r>
              <a:rPr lang="en-US" dirty="0"/>
              <a:t>25/04/2025</a:t>
            </a:r>
          </a:p>
        </p:txBody>
      </p:sp>
      <p:sp>
        <p:nvSpPr>
          <p:cNvPr id="7" name="Text Placeholder 6">
            <a:extLst>
              <a:ext uri="{FF2B5EF4-FFF2-40B4-BE49-F238E27FC236}">
                <a16:creationId xmlns:a16="http://schemas.microsoft.com/office/drawing/2014/main" id="{B781AE57-64F8-5E72-30BB-DB62A8DFB13E}"/>
              </a:ext>
            </a:extLst>
          </p:cNvPr>
          <p:cNvSpPr>
            <a:spLocks noGrp="1"/>
          </p:cNvSpPr>
          <p:nvPr>
            <p:ph type="body" sz="quarter" idx="12"/>
          </p:nvPr>
        </p:nvSpPr>
        <p:spPr>
          <a:xfrm>
            <a:off x="752988" y="2119164"/>
            <a:ext cx="4533901" cy="955104"/>
          </a:xfrm>
        </p:spPr>
        <p:txBody>
          <a:bodyPr/>
          <a:lstStyle/>
          <a:p>
            <a:r>
              <a:rPr lang="en-US" dirty="0"/>
              <a:t>OGC</a:t>
            </a:r>
          </a:p>
        </p:txBody>
      </p:sp>
      <p:sp>
        <p:nvSpPr>
          <p:cNvPr id="4" name="Text Placeholder 5">
            <a:extLst>
              <a:ext uri="{FF2B5EF4-FFF2-40B4-BE49-F238E27FC236}">
                <a16:creationId xmlns:a16="http://schemas.microsoft.com/office/drawing/2014/main" id="{234708E5-B42B-9045-E9B1-28FBC2197656}"/>
              </a:ext>
            </a:extLst>
          </p:cNvPr>
          <p:cNvSpPr txBox="1">
            <a:spLocks/>
          </p:cNvSpPr>
          <p:nvPr/>
        </p:nvSpPr>
        <p:spPr>
          <a:xfrm>
            <a:off x="752988" y="5958036"/>
            <a:ext cx="9833904" cy="2209800"/>
          </a:xfrm>
          <a:prstGeom prst="rect">
            <a:avLst/>
          </a:prstGeom>
        </p:spPr>
        <p:txBody>
          <a:bodyPr vert="horz" lIns="91440" tIns="45720" rIns="91440" bIns="45720" rtlCol="0" anchor="ctr">
            <a:noAutofit/>
          </a:bodyPr>
          <a:lstStyle>
            <a:lvl1pPr marL="0" indent="0" algn="l" defTabSz="914400" rtl="0" eaLnBrk="1" latinLnBrk="0" hangingPunct="1">
              <a:lnSpc>
                <a:spcPts val="7340"/>
              </a:lnSpc>
              <a:spcBef>
                <a:spcPct val="20000"/>
              </a:spcBef>
              <a:buFont typeface="Arial" pitchFamily="34" charset="0"/>
              <a:buNone/>
              <a:defRPr sz="7500" b="0" i="0" kern="1200">
                <a:solidFill>
                  <a:srgbClr val="263BD3"/>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Open Standards Code Sprint</a:t>
            </a:r>
          </a:p>
          <a:p>
            <a:r>
              <a:rPr lang="en-US" dirty="0"/>
              <a:t>Mentor stream onboarding</a:t>
            </a:r>
          </a:p>
          <a:p>
            <a:endParaRPr lang="en-US" dirty="0"/>
          </a:p>
          <a:p>
            <a:endParaRPr lang="en-US" dirty="0"/>
          </a:p>
          <a:p>
            <a:endParaRPr lang="en-US" dirty="0"/>
          </a:p>
        </p:txBody>
      </p:sp>
    </p:spTree>
    <p:extLst>
      <p:ext uri="{BB962C8B-B14F-4D97-AF65-F5344CB8AC3E}">
        <p14:creationId xmlns:p14="http://schemas.microsoft.com/office/powerpoint/2010/main" val="2768913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E4AFB-8D8C-9D37-C858-18FCD6CE34BA}"/>
            </a:ext>
          </a:extLst>
        </p:cNvPr>
        <p:cNvGrpSpPr/>
        <p:nvPr/>
      </p:nvGrpSpPr>
      <p:grpSpPr>
        <a:xfrm>
          <a:off x="0" y="0"/>
          <a:ext cx="0" cy="0"/>
          <a:chOff x="0" y="0"/>
          <a:chExt cx="0" cy="0"/>
        </a:xfrm>
      </p:grpSpPr>
      <p:sp>
        <p:nvSpPr>
          <p:cNvPr id="2" name="Text Placeholder 7">
            <a:extLst>
              <a:ext uri="{FF2B5EF4-FFF2-40B4-BE49-F238E27FC236}">
                <a16:creationId xmlns:a16="http://schemas.microsoft.com/office/drawing/2014/main" id="{3E42AD91-EF83-EA6D-1473-CF58D24513A4}"/>
              </a:ext>
            </a:extLst>
          </p:cNvPr>
          <p:cNvSpPr txBox="1">
            <a:spLocks/>
          </p:cNvSpPr>
          <p:nvPr/>
        </p:nvSpPr>
        <p:spPr>
          <a:xfrm>
            <a:off x="1007096" y="2623220"/>
            <a:ext cx="14426480" cy="3240360"/>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On the mentor stream, participants will have the opportunity to learn about the standards and software projects.</a:t>
            </a:r>
          </a:p>
          <a:p>
            <a:endParaRPr lang="en-US" dirty="0"/>
          </a:p>
          <a:p>
            <a:r>
              <a:rPr lang="en-US" dirty="0"/>
              <a:t>Check on the wiki page of the event, which Standards Working Groups are participating in the sprint.</a:t>
            </a:r>
          </a:p>
        </p:txBody>
      </p:sp>
      <p:sp>
        <p:nvSpPr>
          <p:cNvPr id="7" name="Title 3">
            <a:extLst>
              <a:ext uri="{FF2B5EF4-FFF2-40B4-BE49-F238E27FC236}">
                <a16:creationId xmlns:a16="http://schemas.microsoft.com/office/drawing/2014/main" id="{90EA45DB-3D82-24D7-0BD3-EFF5C03751F2}"/>
              </a:ext>
            </a:extLst>
          </p:cNvPr>
          <p:cNvSpPr>
            <a:spLocks noGrp="1"/>
          </p:cNvSpPr>
          <p:nvPr>
            <p:ph type="title"/>
          </p:nvPr>
        </p:nvSpPr>
        <p:spPr>
          <a:xfrm>
            <a:off x="863080" y="534988"/>
            <a:ext cx="13563600" cy="1680311"/>
          </a:xfrm>
        </p:spPr>
        <p:txBody>
          <a:bodyPr/>
          <a:lstStyle/>
          <a:p>
            <a:r>
              <a:rPr lang="en-US" sz="7100" dirty="0"/>
              <a:t>Mentor Stream</a:t>
            </a:r>
          </a:p>
        </p:txBody>
      </p:sp>
      <p:sp>
        <p:nvSpPr>
          <p:cNvPr id="8" name="Google Shape;282;gfc2801dd61_0_143">
            <a:extLst>
              <a:ext uri="{FF2B5EF4-FFF2-40B4-BE49-F238E27FC236}">
                <a16:creationId xmlns:a16="http://schemas.microsoft.com/office/drawing/2014/main" id="{ED287740-F4BA-4267-FEF6-C33C5B6E4D86}"/>
              </a:ext>
            </a:extLst>
          </p:cNvPr>
          <p:cNvSpPr txBox="1">
            <a:spLocks/>
          </p:cNvSpPr>
          <p:nvPr/>
        </p:nvSpPr>
        <p:spPr>
          <a:xfrm>
            <a:off x="719064" y="8254551"/>
            <a:ext cx="17241390" cy="837675"/>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r>
              <a:rPr lang="en-ES" sz="3300" dirty="0">
                <a:solidFill>
                  <a:srgbClr val="002060"/>
                </a:solidFill>
              </a:rPr>
              <a:t>👉 </a:t>
            </a:r>
            <a:r>
              <a:rPr lang="en-GB" sz="3300" dirty="0">
                <a:solidFill>
                  <a:srgbClr val="002060"/>
                </a:solidFill>
              </a:rPr>
              <a:t>https://</a:t>
            </a:r>
            <a:r>
              <a:rPr lang="en-GB" sz="3300" dirty="0" err="1">
                <a:solidFill>
                  <a:srgbClr val="002060"/>
                </a:solidFill>
              </a:rPr>
              <a:t>github.com</a:t>
            </a:r>
            <a:r>
              <a:rPr lang="en-GB" sz="3300" dirty="0">
                <a:solidFill>
                  <a:srgbClr val="002060"/>
                </a:solidFill>
              </a:rPr>
              <a:t>/</a:t>
            </a:r>
            <a:r>
              <a:rPr lang="en-GB" sz="3300" dirty="0" err="1">
                <a:solidFill>
                  <a:srgbClr val="002060"/>
                </a:solidFill>
              </a:rPr>
              <a:t>opengeospatial</a:t>
            </a:r>
            <a:r>
              <a:rPr lang="en-GB" sz="3300" dirty="0">
                <a:solidFill>
                  <a:srgbClr val="002060"/>
                </a:solidFill>
              </a:rPr>
              <a:t>/developer-events/wiki/March-2025-Open-Standards-Code-Sprint#which-ogc-standards-working-groups-are-going-to-participate</a:t>
            </a:r>
          </a:p>
        </p:txBody>
      </p:sp>
    </p:spTree>
    <p:extLst>
      <p:ext uri="{BB962C8B-B14F-4D97-AF65-F5344CB8AC3E}">
        <p14:creationId xmlns:p14="http://schemas.microsoft.com/office/powerpoint/2010/main" val="2715403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9B62-BEB5-FFA2-2FA3-EDE919BDB8DD}"/>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09E48B96-125F-AC15-B86A-A1707CB0826E}"/>
              </a:ext>
            </a:extLst>
          </p:cNvPr>
          <p:cNvSpPr>
            <a:spLocks noGrp="1"/>
          </p:cNvSpPr>
          <p:nvPr>
            <p:ph type="title"/>
          </p:nvPr>
        </p:nvSpPr>
        <p:spPr>
          <a:xfrm>
            <a:off x="863080" y="534988"/>
            <a:ext cx="13563600" cy="1680311"/>
          </a:xfrm>
        </p:spPr>
        <p:txBody>
          <a:bodyPr/>
          <a:lstStyle/>
          <a:p>
            <a:r>
              <a:rPr lang="en-US" sz="7100" dirty="0"/>
              <a:t>Onboarding Day - Tutorials</a:t>
            </a:r>
          </a:p>
        </p:txBody>
      </p:sp>
      <p:sp>
        <p:nvSpPr>
          <p:cNvPr id="8" name="Google Shape;282;gfc2801dd61_0_143">
            <a:extLst>
              <a:ext uri="{FF2B5EF4-FFF2-40B4-BE49-F238E27FC236}">
                <a16:creationId xmlns:a16="http://schemas.microsoft.com/office/drawing/2014/main" id="{537E6CA8-C34E-90F6-81D4-8D8BDC41F042}"/>
              </a:ext>
            </a:extLst>
          </p:cNvPr>
          <p:cNvSpPr txBox="1">
            <a:spLocks/>
          </p:cNvSpPr>
          <p:nvPr/>
        </p:nvSpPr>
        <p:spPr>
          <a:xfrm>
            <a:off x="821121" y="8574863"/>
            <a:ext cx="17241390" cy="837675"/>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r>
              <a:rPr lang="en-ES" sz="3300" dirty="0">
                <a:solidFill>
                  <a:srgbClr val="002060"/>
                </a:solidFill>
              </a:rPr>
              <a:t>👉 </a:t>
            </a:r>
            <a:r>
              <a:rPr lang="en-GB" sz="3300" dirty="0">
                <a:solidFill>
                  <a:srgbClr val="002060"/>
                </a:solidFill>
              </a:rPr>
              <a:t>https://</a:t>
            </a:r>
            <a:r>
              <a:rPr lang="en-GB" sz="3300" dirty="0" err="1">
                <a:solidFill>
                  <a:srgbClr val="002060"/>
                </a:solidFill>
              </a:rPr>
              <a:t>github.com</a:t>
            </a:r>
            <a:r>
              <a:rPr lang="en-GB" sz="3300" dirty="0">
                <a:solidFill>
                  <a:srgbClr val="002060"/>
                </a:solidFill>
              </a:rPr>
              <a:t>/</a:t>
            </a:r>
            <a:r>
              <a:rPr lang="en-GB" sz="3300" dirty="0" err="1">
                <a:solidFill>
                  <a:srgbClr val="002060"/>
                </a:solidFill>
              </a:rPr>
              <a:t>opengeospatial</a:t>
            </a:r>
            <a:r>
              <a:rPr lang="en-GB" sz="3300" dirty="0">
                <a:solidFill>
                  <a:srgbClr val="002060"/>
                </a:solidFill>
              </a:rPr>
              <a:t>/developer-events/wiki/March-2025-Open-Standards-Code-Sprint#mentor-streams</a:t>
            </a:r>
          </a:p>
        </p:txBody>
      </p:sp>
      <p:grpSp>
        <p:nvGrpSpPr>
          <p:cNvPr id="4" name="Group 3">
            <a:extLst>
              <a:ext uri="{FF2B5EF4-FFF2-40B4-BE49-F238E27FC236}">
                <a16:creationId xmlns:a16="http://schemas.microsoft.com/office/drawing/2014/main" id="{CD524728-FE24-3D10-FE4E-84C7EE86A742}"/>
              </a:ext>
            </a:extLst>
          </p:cNvPr>
          <p:cNvGrpSpPr/>
          <p:nvPr/>
        </p:nvGrpSpPr>
        <p:grpSpPr>
          <a:xfrm>
            <a:off x="878497" y="1831132"/>
            <a:ext cx="4890752" cy="2808311"/>
            <a:chOff x="846461" y="4409729"/>
            <a:chExt cx="6521003" cy="3744415"/>
          </a:xfrm>
        </p:grpSpPr>
        <p:sp>
          <p:nvSpPr>
            <p:cNvPr id="5" name="Folded Corner 4">
              <a:extLst>
                <a:ext uri="{FF2B5EF4-FFF2-40B4-BE49-F238E27FC236}">
                  <a16:creationId xmlns:a16="http://schemas.microsoft.com/office/drawing/2014/main" id="{FAA2C7FD-F957-C0D2-7624-BF6A0C3B9C49}"/>
                </a:ext>
              </a:extLst>
            </p:cNvPr>
            <p:cNvSpPr/>
            <p:nvPr/>
          </p:nvSpPr>
          <p:spPr>
            <a:xfrm>
              <a:off x="846461" y="4409729"/>
              <a:ext cx="6521003" cy="3744415"/>
            </a:xfrm>
            <a:prstGeom prst="foldedCorne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pt-PT" sz="1350"/>
            </a:p>
          </p:txBody>
        </p:sp>
        <p:sp>
          <p:nvSpPr>
            <p:cNvPr id="6" name="TextBox 5">
              <a:extLst>
                <a:ext uri="{FF2B5EF4-FFF2-40B4-BE49-F238E27FC236}">
                  <a16:creationId xmlns:a16="http://schemas.microsoft.com/office/drawing/2014/main" id="{773A4F2B-E077-84AF-9969-2654730C7B22}"/>
                </a:ext>
              </a:extLst>
            </p:cNvPr>
            <p:cNvSpPr txBox="1"/>
            <p:nvPr/>
          </p:nvSpPr>
          <p:spPr>
            <a:xfrm>
              <a:off x="1027206" y="4433538"/>
              <a:ext cx="5282531" cy="615553"/>
            </a:xfrm>
            <a:prstGeom prst="rect">
              <a:avLst/>
            </a:prstGeom>
            <a:noFill/>
          </p:spPr>
          <p:txBody>
            <a:bodyPr wrap="square" rtlCol="0">
              <a:spAutoFit/>
            </a:bodyPr>
            <a:lstStyle/>
            <a:p>
              <a:r>
                <a:rPr lang="pt-PT" sz="2400" dirty="0"/>
                <a:t>11:15 - 12:00 UTC 🗓️</a:t>
              </a:r>
              <a:endParaRPr lang="pt-PT" sz="3000" dirty="0"/>
            </a:p>
          </p:txBody>
        </p:sp>
        <p:sp>
          <p:nvSpPr>
            <p:cNvPr id="9" name="Google Shape;228;gfc2801dd61_0_95">
              <a:extLst>
                <a:ext uri="{FF2B5EF4-FFF2-40B4-BE49-F238E27FC236}">
                  <a16:creationId xmlns:a16="http://schemas.microsoft.com/office/drawing/2014/main" id="{2D916CAE-E38D-0245-DA4A-B020F18ADF49}"/>
                </a:ext>
              </a:extLst>
            </p:cNvPr>
            <p:cNvSpPr txBox="1">
              <a:spLocks/>
            </p:cNvSpPr>
            <p:nvPr/>
          </p:nvSpPr>
          <p:spPr>
            <a:xfrm>
              <a:off x="1027207" y="5437602"/>
              <a:ext cx="5764193" cy="1116900"/>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400" dirty="0">
                  <a:solidFill>
                    <a:schemeClr val="tx1"/>
                  </a:solidFill>
                  <a:latin typeface="+mn-lt"/>
                </a:rPr>
                <a:t>Using OGC API - Joins</a:t>
              </a:r>
            </a:p>
          </p:txBody>
        </p:sp>
        <p:sp>
          <p:nvSpPr>
            <p:cNvPr id="10" name="TextBox 9">
              <a:extLst>
                <a:ext uri="{FF2B5EF4-FFF2-40B4-BE49-F238E27FC236}">
                  <a16:creationId xmlns:a16="http://schemas.microsoft.com/office/drawing/2014/main" id="{82A07C98-B26D-4167-1842-570FB9F29D8B}"/>
                </a:ext>
              </a:extLst>
            </p:cNvPr>
            <p:cNvSpPr txBox="1"/>
            <p:nvPr/>
          </p:nvSpPr>
          <p:spPr>
            <a:xfrm>
              <a:off x="1206498" y="7074143"/>
              <a:ext cx="5764194" cy="492443"/>
            </a:xfrm>
            <a:prstGeom prst="rect">
              <a:avLst/>
            </a:prstGeom>
            <a:noFill/>
          </p:spPr>
          <p:txBody>
            <a:bodyPr wrap="square" rtlCol="0">
              <a:spAutoFit/>
            </a:bodyPr>
            <a:lstStyle/>
            <a:p>
              <a:r>
                <a:rPr lang="pt-PT" dirty="0" err="1"/>
                <a:t>Pekka</a:t>
              </a:r>
              <a:r>
                <a:rPr lang="pt-PT" dirty="0"/>
                <a:t> </a:t>
              </a:r>
              <a:r>
                <a:rPr lang="pt-PT" dirty="0" err="1"/>
                <a:t>Latvala</a:t>
              </a:r>
              <a:endParaRPr lang="pt-PT" dirty="0"/>
            </a:p>
          </p:txBody>
        </p:sp>
      </p:grpSp>
      <p:grpSp>
        <p:nvGrpSpPr>
          <p:cNvPr id="11" name="Group 10">
            <a:extLst>
              <a:ext uri="{FF2B5EF4-FFF2-40B4-BE49-F238E27FC236}">
                <a16:creationId xmlns:a16="http://schemas.microsoft.com/office/drawing/2014/main" id="{D7257493-F035-6B7E-D062-C08E8B780B4B}"/>
              </a:ext>
            </a:extLst>
          </p:cNvPr>
          <p:cNvGrpSpPr/>
          <p:nvPr/>
        </p:nvGrpSpPr>
        <p:grpSpPr>
          <a:xfrm>
            <a:off x="6039277" y="1760394"/>
            <a:ext cx="4890752" cy="2808311"/>
            <a:chOff x="846461" y="4409729"/>
            <a:chExt cx="6521003" cy="3744415"/>
          </a:xfrm>
        </p:grpSpPr>
        <p:sp>
          <p:nvSpPr>
            <p:cNvPr id="12" name="Folded Corner 11">
              <a:extLst>
                <a:ext uri="{FF2B5EF4-FFF2-40B4-BE49-F238E27FC236}">
                  <a16:creationId xmlns:a16="http://schemas.microsoft.com/office/drawing/2014/main" id="{90867037-4406-2CF5-F1AC-68462B4D46C1}"/>
                </a:ext>
              </a:extLst>
            </p:cNvPr>
            <p:cNvSpPr/>
            <p:nvPr/>
          </p:nvSpPr>
          <p:spPr>
            <a:xfrm>
              <a:off x="846461" y="4409729"/>
              <a:ext cx="6521003" cy="3744415"/>
            </a:xfrm>
            <a:prstGeom prst="foldedCorne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pt-PT" sz="1350"/>
            </a:p>
          </p:txBody>
        </p:sp>
        <p:sp>
          <p:nvSpPr>
            <p:cNvPr id="13" name="TextBox 12">
              <a:extLst>
                <a:ext uri="{FF2B5EF4-FFF2-40B4-BE49-F238E27FC236}">
                  <a16:creationId xmlns:a16="http://schemas.microsoft.com/office/drawing/2014/main" id="{D7F02549-AFE7-589A-6515-B8CC5BB67447}"/>
                </a:ext>
              </a:extLst>
            </p:cNvPr>
            <p:cNvSpPr txBox="1"/>
            <p:nvPr/>
          </p:nvSpPr>
          <p:spPr>
            <a:xfrm>
              <a:off x="1027206" y="4433538"/>
              <a:ext cx="5282531" cy="615553"/>
            </a:xfrm>
            <a:prstGeom prst="rect">
              <a:avLst/>
            </a:prstGeom>
            <a:noFill/>
          </p:spPr>
          <p:txBody>
            <a:bodyPr wrap="square" rtlCol="0">
              <a:spAutoFit/>
            </a:bodyPr>
            <a:lstStyle/>
            <a:p>
              <a:r>
                <a:rPr lang="pt-PT" sz="2400" dirty="0"/>
                <a:t>12:15 - 13:00 UTC 🗓️</a:t>
              </a:r>
              <a:endParaRPr lang="pt-PT" sz="3000" dirty="0"/>
            </a:p>
          </p:txBody>
        </p:sp>
        <p:sp>
          <p:nvSpPr>
            <p:cNvPr id="14" name="Google Shape;228;gfc2801dd61_0_95">
              <a:extLst>
                <a:ext uri="{FF2B5EF4-FFF2-40B4-BE49-F238E27FC236}">
                  <a16:creationId xmlns:a16="http://schemas.microsoft.com/office/drawing/2014/main" id="{7632AF50-AADF-B8EE-2945-ED3EA1CB6860}"/>
                </a:ext>
              </a:extLst>
            </p:cNvPr>
            <p:cNvSpPr txBox="1">
              <a:spLocks/>
            </p:cNvSpPr>
            <p:nvPr/>
          </p:nvSpPr>
          <p:spPr>
            <a:xfrm>
              <a:off x="1027207" y="5437602"/>
              <a:ext cx="5764193" cy="1116900"/>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400" dirty="0">
                  <a:solidFill>
                    <a:schemeClr val="tx1"/>
                  </a:solidFill>
                  <a:latin typeface="+mn-lt"/>
                </a:rPr>
                <a:t>Introduction to </a:t>
              </a:r>
              <a:r>
                <a:rPr lang="en-US" sz="2400" dirty="0" err="1">
                  <a:solidFill>
                    <a:schemeClr val="tx1"/>
                  </a:solidFill>
                  <a:latin typeface="+mn-lt"/>
                </a:rPr>
                <a:t>PyTDML</a:t>
              </a:r>
              <a:endParaRPr lang="en-US" sz="2400" dirty="0">
                <a:solidFill>
                  <a:schemeClr val="tx1"/>
                </a:solidFill>
                <a:latin typeface="+mn-lt"/>
              </a:endParaRPr>
            </a:p>
          </p:txBody>
        </p:sp>
        <p:sp>
          <p:nvSpPr>
            <p:cNvPr id="15" name="TextBox 14">
              <a:extLst>
                <a:ext uri="{FF2B5EF4-FFF2-40B4-BE49-F238E27FC236}">
                  <a16:creationId xmlns:a16="http://schemas.microsoft.com/office/drawing/2014/main" id="{5101EEB4-0754-3CE7-1F58-F37F0C906527}"/>
                </a:ext>
              </a:extLst>
            </p:cNvPr>
            <p:cNvSpPr txBox="1"/>
            <p:nvPr/>
          </p:nvSpPr>
          <p:spPr>
            <a:xfrm>
              <a:off x="1206498" y="7074143"/>
              <a:ext cx="5764194" cy="492443"/>
            </a:xfrm>
            <a:prstGeom prst="rect">
              <a:avLst/>
            </a:prstGeom>
            <a:noFill/>
          </p:spPr>
          <p:txBody>
            <a:bodyPr wrap="square" rtlCol="0">
              <a:spAutoFit/>
            </a:bodyPr>
            <a:lstStyle/>
            <a:p>
              <a:r>
                <a:rPr lang="pt-PT" dirty="0"/>
                <a:t>Daniel Moreno</a:t>
              </a:r>
            </a:p>
          </p:txBody>
        </p:sp>
      </p:grpSp>
      <p:grpSp>
        <p:nvGrpSpPr>
          <p:cNvPr id="16" name="Group 15">
            <a:extLst>
              <a:ext uri="{FF2B5EF4-FFF2-40B4-BE49-F238E27FC236}">
                <a16:creationId xmlns:a16="http://schemas.microsoft.com/office/drawing/2014/main" id="{A074E700-4D4B-A49D-76A8-AF8058B17F67}"/>
              </a:ext>
            </a:extLst>
          </p:cNvPr>
          <p:cNvGrpSpPr/>
          <p:nvPr/>
        </p:nvGrpSpPr>
        <p:grpSpPr>
          <a:xfrm>
            <a:off x="11219935" y="1739708"/>
            <a:ext cx="4890752" cy="2808311"/>
            <a:chOff x="846461" y="4409729"/>
            <a:chExt cx="6521003" cy="3744415"/>
          </a:xfrm>
        </p:grpSpPr>
        <p:sp>
          <p:nvSpPr>
            <p:cNvPr id="17" name="Folded Corner 16">
              <a:extLst>
                <a:ext uri="{FF2B5EF4-FFF2-40B4-BE49-F238E27FC236}">
                  <a16:creationId xmlns:a16="http://schemas.microsoft.com/office/drawing/2014/main" id="{5F4D8240-8E8F-B585-2CBC-EBD79DAFB134}"/>
                </a:ext>
              </a:extLst>
            </p:cNvPr>
            <p:cNvSpPr/>
            <p:nvPr/>
          </p:nvSpPr>
          <p:spPr>
            <a:xfrm>
              <a:off x="846461" y="4409729"/>
              <a:ext cx="6521003" cy="3744415"/>
            </a:xfrm>
            <a:prstGeom prst="foldedCorne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pt-PT" sz="1350"/>
            </a:p>
          </p:txBody>
        </p:sp>
        <p:sp>
          <p:nvSpPr>
            <p:cNvPr id="18" name="TextBox 17">
              <a:extLst>
                <a:ext uri="{FF2B5EF4-FFF2-40B4-BE49-F238E27FC236}">
                  <a16:creationId xmlns:a16="http://schemas.microsoft.com/office/drawing/2014/main" id="{9C589BCA-A479-4C23-7214-9E25E3E9279B}"/>
                </a:ext>
              </a:extLst>
            </p:cNvPr>
            <p:cNvSpPr txBox="1"/>
            <p:nvPr/>
          </p:nvSpPr>
          <p:spPr>
            <a:xfrm>
              <a:off x="1027206" y="4433538"/>
              <a:ext cx="5282531" cy="615553"/>
            </a:xfrm>
            <a:prstGeom prst="rect">
              <a:avLst/>
            </a:prstGeom>
            <a:noFill/>
          </p:spPr>
          <p:txBody>
            <a:bodyPr wrap="square" rtlCol="0">
              <a:spAutoFit/>
            </a:bodyPr>
            <a:lstStyle/>
            <a:p>
              <a:r>
                <a:rPr lang="pt-PT" sz="2400" dirty="0"/>
                <a:t>14:15 - 14:45 UTC 🗓️</a:t>
              </a:r>
              <a:endParaRPr lang="pt-PT" sz="3000" dirty="0"/>
            </a:p>
          </p:txBody>
        </p:sp>
        <p:sp>
          <p:nvSpPr>
            <p:cNvPr id="19" name="Google Shape;228;gfc2801dd61_0_95">
              <a:extLst>
                <a:ext uri="{FF2B5EF4-FFF2-40B4-BE49-F238E27FC236}">
                  <a16:creationId xmlns:a16="http://schemas.microsoft.com/office/drawing/2014/main" id="{D5DD2C6B-E0AC-1FE2-9569-8C5F62ECF8EA}"/>
                </a:ext>
              </a:extLst>
            </p:cNvPr>
            <p:cNvSpPr txBox="1">
              <a:spLocks/>
            </p:cNvSpPr>
            <p:nvPr/>
          </p:nvSpPr>
          <p:spPr>
            <a:xfrm>
              <a:off x="1027207" y="5437602"/>
              <a:ext cx="5764193" cy="1116900"/>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400" dirty="0">
                  <a:solidFill>
                    <a:schemeClr val="tx1"/>
                  </a:solidFill>
                  <a:latin typeface="+mn-lt"/>
                </a:rPr>
                <a:t>An OGC API SDI</a:t>
              </a:r>
            </a:p>
          </p:txBody>
        </p:sp>
        <p:sp>
          <p:nvSpPr>
            <p:cNvPr id="20" name="TextBox 19">
              <a:extLst>
                <a:ext uri="{FF2B5EF4-FFF2-40B4-BE49-F238E27FC236}">
                  <a16:creationId xmlns:a16="http://schemas.microsoft.com/office/drawing/2014/main" id="{12C74E04-8450-E52B-7A06-22CFD64E2CD1}"/>
                </a:ext>
              </a:extLst>
            </p:cNvPr>
            <p:cNvSpPr txBox="1"/>
            <p:nvPr/>
          </p:nvSpPr>
          <p:spPr>
            <a:xfrm>
              <a:off x="1206498" y="7074143"/>
              <a:ext cx="5764194" cy="492443"/>
            </a:xfrm>
            <a:prstGeom prst="rect">
              <a:avLst/>
            </a:prstGeom>
            <a:noFill/>
          </p:spPr>
          <p:txBody>
            <a:bodyPr wrap="square" rtlCol="0">
              <a:spAutoFit/>
            </a:bodyPr>
            <a:lstStyle/>
            <a:p>
              <a:r>
                <a:rPr lang="pt-PT" dirty="0" err="1"/>
                <a:t>Cecilia</a:t>
              </a:r>
              <a:r>
                <a:rPr lang="pt-PT" dirty="0"/>
                <a:t> </a:t>
              </a:r>
              <a:r>
                <a:rPr lang="pt-PT" dirty="0" err="1"/>
                <a:t>Poyatos</a:t>
              </a:r>
              <a:r>
                <a:rPr lang="pt-PT" dirty="0"/>
                <a:t> Hernández</a:t>
              </a:r>
            </a:p>
          </p:txBody>
        </p:sp>
      </p:grpSp>
      <p:grpSp>
        <p:nvGrpSpPr>
          <p:cNvPr id="21" name="Group 20">
            <a:extLst>
              <a:ext uri="{FF2B5EF4-FFF2-40B4-BE49-F238E27FC236}">
                <a16:creationId xmlns:a16="http://schemas.microsoft.com/office/drawing/2014/main" id="{C4246B64-8511-9941-C673-6591CC4D1D30}"/>
              </a:ext>
            </a:extLst>
          </p:cNvPr>
          <p:cNvGrpSpPr/>
          <p:nvPr/>
        </p:nvGrpSpPr>
        <p:grpSpPr>
          <a:xfrm>
            <a:off x="863080" y="5187322"/>
            <a:ext cx="4890752" cy="2808311"/>
            <a:chOff x="846461" y="4409729"/>
            <a:chExt cx="6521003" cy="3744415"/>
          </a:xfrm>
        </p:grpSpPr>
        <p:sp>
          <p:nvSpPr>
            <p:cNvPr id="22" name="Folded Corner 21">
              <a:extLst>
                <a:ext uri="{FF2B5EF4-FFF2-40B4-BE49-F238E27FC236}">
                  <a16:creationId xmlns:a16="http://schemas.microsoft.com/office/drawing/2014/main" id="{86D39700-3575-F198-1E8F-C6B32C8622F6}"/>
                </a:ext>
              </a:extLst>
            </p:cNvPr>
            <p:cNvSpPr/>
            <p:nvPr/>
          </p:nvSpPr>
          <p:spPr>
            <a:xfrm>
              <a:off x="846461" y="4409729"/>
              <a:ext cx="6521003" cy="3744415"/>
            </a:xfrm>
            <a:prstGeom prst="foldedCorne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pt-PT" sz="1350"/>
            </a:p>
          </p:txBody>
        </p:sp>
        <p:sp>
          <p:nvSpPr>
            <p:cNvPr id="23" name="TextBox 22">
              <a:extLst>
                <a:ext uri="{FF2B5EF4-FFF2-40B4-BE49-F238E27FC236}">
                  <a16:creationId xmlns:a16="http://schemas.microsoft.com/office/drawing/2014/main" id="{4EF87964-B29F-EDB1-98CB-1A26A94A0579}"/>
                </a:ext>
              </a:extLst>
            </p:cNvPr>
            <p:cNvSpPr txBox="1"/>
            <p:nvPr/>
          </p:nvSpPr>
          <p:spPr>
            <a:xfrm>
              <a:off x="1027206" y="4433538"/>
              <a:ext cx="5282531" cy="615553"/>
            </a:xfrm>
            <a:prstGeom prst="rect">
              <a:avLst/>
            </a:prstGeom>
            <a:noFill/>
          </p:spPr>
          <p:txBody>
            <a:bodyPr wrap="square" rtlCol="0">
              <a:spAutoFit/>
            </a:bodyPr>
            <a:lstStyle/>
            <a:p>
              <a:r>
                <a:rPr lang="pt-PT" sz="2400" dirty="0"/>
                <a:t>15:00 - 15:45 UTC 🗓️</a:t>
              </a:r>
              <a:endParaRPr lang="pt-PT" sz="3000" dirty="0"/>
            </a:p>
          </p:txBody>
        </p:sp>
        <p:sp>
          <p:nvSpPr>
            <p:cNvPr id="24" name="Google Shape;228;gfc2801dd61_0_95">
              <a:extLst>
                <a:ext uri="{FF2B5EF4-FFF2-40B4-BE49-F238E27FC236}">
                  <a16:creationId xmlns:a16="http://schemas.microsoft.com/office/drawing/2014/main" id="{47A053DF-C75C-F18B-7C82-E0AFB5004560}"/>
                </a:ext>
              </a:extLst>
            </p:cNvPr>
            <p:cNvSpPr txBox="1">
              <a:spLocks/>
            </p:cNvSpPr>
            <p:nvPr/>
          </p:nvSpPr>
          <p:spPr>
            <a:xfrm>
              <a:off x="1027207" y="5437602"/>
              <a:ext cx="5764193" cy="1116900"/>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400" dirty="0">
                  <a:solidFill>
                    <a:schemeClr val="tx1"/>
                  </a:solidFill>
                  <a:latin typeface="+mn-lt"/>
                </a:rPr>
                <a:t>A walk through OGC API - DGGS</a:t>
              </a:r>
            </a:p>
          </p:txBody>
        </p:sp>
        <p:sp>
          <p:nvSpPr>
            <p:cNvPr id="25" name="TextBox 24">
              <a:extLst>
                <a:ext uri="{FF2B5EF4-FFF2-40B4-BE49-F238E27FC236}">
                  <a16:creationId xmlns:a16="http://schemas.microsoft.com/office/drawing/2014/main" id="{C0BC1749-7422-4BBE-7950-0D01AC7F78CE}"/>
                </a:ext>
              </a:extLst>
            </p:cNvPr>
            <p:cNvSpPr txBox="1"/>
            <p:nvPr/>
          </p:nvSpPr>
          <p:spPr>
            <a:xfrm>
              <a:off x="1206498" y="7074143"/>
              <a:ext cx="5764194" cy="492443"/>
            </a:xfrm>
            <a:prstGeom prst="rect">
              <a:avLst/>
            </a:prstGeom>
            <a:noFill/>
          </p:spPr>
          <p:txBody>
            <a:bodyPr wrap="square" rtlCol="0">
              <a:spAutoFit/>
            </a:bodyPr>
            <a:lstStyle/>
            <a:p>
              <a:r>
                <a:rPr lang="pt-PT" dirty="0"/>
                <a:t>João Manuel</a:t>
              </a:r>
            </a:p>
          </p:txBody>
        </p:sp>
      </p:grpSp>
      <p:grpSp>
        <p:nvGrpSpPr>
          <p:cNvPr id="26" name="Group 25">
            <a:extLst>
              <a:ext uri="{FF2B5EF4-FFF2-40B4-BE49-F238E27FC236}">
                <a16:creationId xmlns:a16="http://schemas.microsoft.com/office/drawing/2014/main" id="{F2346FFE-14AA-B6A6-7EED-144653EF1542}"/>
              </a:ext>
            </a:extLst>
          </p:cNvPr>
          <p:cNvGrpSpPr/>
          <p:nvPr/>
        </p:nvGrpSpPr>
        <p:grpSpPr>
          <a:xfrm>
            <a:off x="6039277" y="5143500"/>
            <a:ext cx="4890752" cy="2808311"/>
            <a:chOff x="846461" y="4409729"/>
            <a:chExt cx="6521003" cy="3744415"/>
          </a:xfrm>
        </p:grpSpPr>
        <p:sp>
          <p:nvSpPr>
            <p:cNvPr id="27" name="Folded Corner 26">
              <a:extLst>
                <a:ext uri="{FF2B5EF4-FFF2-40B4-BE49-F238E27FC236}">
                  <a16:creationId xmlns:a16="http://schemas.microsoft.com/office/drawing/2014/main" id="{EE0DC977-6B6F-260B-7D2C-FBDD1E9E3524}"/>
                </a:ext>
              </a:extLst>
            </p:cNvPr>
            <p:cNvSpPr/>
            <p:nvPr/>
          </p:nvSpPr>
          <p:spPr>
            <a:xfrm>
              <a:off x="846461" y="4409729"/>
              <a:ext cx="6521003" cy="3744415"/>
            </a:xfrm>
            <a:prstGeom prst="foldedCorner">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pt-PT" sz="1350"/>
            </a:p>
          </p:txBody>
        </p:sp>
        <p:sp>
          <p:nvSpPr>
            <p:cNvPr id="28" name="TextBox 27">
              <a:extLst>
                <a:ext uri="{FF2B5EF4-FFF2-40B4-BE49-F238E27FC236}">
                  <a16:creationId xmlns:a16="http://schemas.microsoft.com/office/drawing/2014/main" id="{421035A0-FF91-7F32-52A3-D905DB55B25D}"/>
                </a:ext>
              </a:extLst>
            </p:cNvPr>
            <p:cNvSpPr txBox="1"/>
            <p:nvPr/>
          </p:nvSpPr>
          <p:spPr>
            <a:xfrm>
              <a:off x="1027206" y="4433538"/>
              <a:ext cx="5282531" cy="615553"/>
            </a:xfrm>
            <a:prstGeom prst="rect">
              <a:avLst/>
            </a:prstGeom>
            <a:noFill/>
          </p:spPr>
          <p:txBody>
            <a:bodyPr wrap="square" rtlCol="0">
              <a:spAutoFit/>
            </a:bodyPr>
            <a:lstStyle/>
            <a:p>
              <a:r>
                <a:rPr lang="pt-PT" sz="2400" dirty="0"/>
                <a:t>16:00 - 16:45 UTC 🗓️</a:t>
              </a:r>
              <a:endParaRPr lang="pt-PT" sz="3000" dirty="0"/>
            </a:p>
          </p:txBody>
        </p:sp>
        <p:sp>
          <p:nvSpPr>
            <p:cNvPr id="29" name="Google Shape;228;gfc2801dd61_0_95">
              <a:extLst>
                <a:ext uri="{FF2B5EF4-FFF2-40B4-BE49-F238E27FC236}">
                  <a16:creationId xmlns:a16="http://schemas.microsoft.com/office/drawing/2014/main" id="{2FC42C1A-488F-3F2C-AC97-E6ACD258F391}"/>
                </a:ext>
              </a:extLst>
            </p:cNvPr>
            <p:cNvSpPr txBox="1">
              <a:spLocks/>
            </p:cNvSpPr>
            <p:nvPr/>
          </p:nvSpPr>
          <p:spPr>
            <a:xfrm>
              <a:off x="1027207" y="5437602"/>
              <a:ext cx="5764193" cy="1116900"/>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400" dirty="0">
                  <a:solidFill>
                    <a:schemeClr val="tx1"/>
                  </a:solidFill>
                  <a:latin typeface="+mn-lt"/>
                </a:rPr>
                <a:t>Metadata management, publishing and discovery using OGC API - Records</a:t>
              </a:r>
            </a:p>
          </p:txBody>
        </p:sp>
        <p:sp>
          <p:nvSpPr>
            <p:cNvPr id="30" name="TextBox 29">
              <a:extLst>
                <a:ext uri="{FF2B5EF4-FFF2-40B4-BE49-F238E27FC236}">
                  <a16:creationId xmlns:a16="http://schemas.microsoft.com/office/drawing/2014/main" id="{AC718B1C-06C9-2103-C8A9-CC04D17E72D1}"/>
                </a:ext>
              </a:extLst>
            </p:cNvPr>
            <p:cNvSpPr txBox="1"/>
            <p:nvPr/>
          </p:nvSpPr>
          <p:spPr>
            <a:xfrm>
              <a:off x="1206498" y="7074143"/>
              <a:ext cx="5764194" cy="492443"/>
            </a:xfrm>
            <a:prstGeom prst="rect">
              <a:avLst/>
            </a:prstGeom>
            <a:noFill/>
          </p:spPr>
          <p:txBody>
            <a:bodyPr wrap="square" rtlCol="0">
              <a:spAutoFit/>
            </a:bodyPr>
            <a:lstStyle/>
            <a:p>
              <a:r>
                <a:rPr lang="pt-PT" dirty="0"/>
                <a:t>Tom </a:t>
              </a:r>
              <a:r>
                <a:rPr lang="pt-PT" dirty="0" err="1"/>
                <a:t>Kralidis</a:t>
              </a:r>
              <a:endParaRPr lang="pt-PT" dirty="0"/>
            </a:p>
          </p:txBody>
        </p:sp>
      </p:grpSp>
    </p:spTree>
    <p:extLst>
      <p:ext uri="{BB962C8B-B14F-4D97-AF65-F5344CB8AC3E}">
        <p14:creationId xmlns:p14="http://schemas.microsoft.com/office/powerpoint/2010/main" val="2304885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C8C3-918E-DE3A-3B9C-15A34931FB0B}"/>
            </a:ext>
          </a:extLst>
        </p:cNvPr>
        <p:cNvGrpSpPr/>
        <p:nvPr/>
      </p:nvGrpSpPr>
      <p:grpSpPr>
        <a:xfrm>
          <a:off x="0" y="0"/>
          <a:ext cx="0" cy="0"/>
          <a:chOff x="0" y="0"/>
          <a:chExt cx="0" cy="0"/>
        </a:xfrm>
      </p:grpSpPr>
      <p:sp>
        <p:nvSpPr>
          <p:cNvPr id="6" name="Google Shape;265;gfc2801dd61_0_127">
            <a:extLst>
              <a:ext uri="{FF2B5EF4-FFF2-40B4-BE49-F238E27FC236}">
                <a16:creationId xmlns:a16="http://schemas.microsoft.com/office/drawing/2014/main" id="{EFE39135-DFD8-41A9-BD13-895A9BFB19A4}"/>
              </a:ext>
            </a:extLst>
          </p:cNvPr>
          <p:cNvSpPr txBox="1">
            <a:spLocks/>
          </p:cNvSpPr>
          <p:nvPr/>
        </p:nvSpPr>
        <p:spPr>
          <a:xfrm>
            <a:off x="647056" y="2095463"/>
            <a:ext cx="16478325" cy="718553"/>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Track section of the sprint webpage:</a:t>
            </a:r>
          </a:p>
        </p:txBody>
      </p:sp>
      <p:sp>
        <p:nvSpPr>
          <p:cNvPr id="7" name="Text Placeholder 2">
            <a:extLst>
              <a:ext uri="{FF2B5EF4-FFF2-40B4-BE49-F238E27FC236}">
                <a16:creationId xmlns:a16="http://schemas.microsoft.com/office/drawing/2014/main" id="{23CDAF0C-C468-7261-452C-4E9DD2459D90}"/>
              </a:ext>
            </a:extLst>
          </p:cNvPr>
          <p:cNvSpPr txBox="1">
            <a:spLocks/>
          </p:cNvSpPr>
          <p:nvPr/>
        </p:nvSpPr>
        <p:spPr>
          <a:xfrm>
            <a:off x="607298" y="2908463"/>
            <a:ext cx="10202186" cy="965254"/>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300" dirty="0">
                <a:latin typeface="Aptos" panose="020B0004020202020204" pitchFamily="34" charset="0"/>
              </a:rPr>
              <a:t>https://</a:t>
            </a:r>
            <a:r>
              <a:rPr lang="en-US" sz="3300" dirty="0" err="1">
                <a:latin typeface="Aptos" panose="020B0004020202020204" pitchFamily="34" charset="0"/>
              </a:rPr>
              <a:t>developer.ogc.org</a:t>
            </a:r>
            <a:r>
              <a:rPr lang="en-US" sz="3300" dirty="0">
                <a:latin typeface="Aptos" panose="020B0004020202020204" pitchFamily="34" charset="0"/>
              </a:rPr>
              <a:t>/sprints/25/#tracks</a:t>
            </a:r>
          </a:p>
        </p:txBody>
      </p:sp>
      <p:sp>
        <p:nvSpPr>
          <p:cNvPr id="9" name="Google Shape;265;gfc2801dd61_0_127">
            <a:extLst>
              <a:ext uri="{FF2B5EF4-FFF2-40B4-BE49-F238E27FC236}">
                <a16:creationId xmlns:a16="http://schemas.microsoft.com/office/drawing/2014/main" id="{CE9D8660-C17C-B082-204D-912E5DA01F9E}"/>
              </a:ext>
            </a:extLst>
          </p:cNvPr>
          <p:cNvSpPr txBox="1">
            <a:spLocks/>
          </p:cNvSpPr>
          <p:nvPr/>
        </p:nvSpPr>
        <p:spPr>
          <a:xfrm>
            <a:off x="617441" y="3569607"/>
            <a:ext cx="14359208" cy="718553"/>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Mentor stream section of the wiki page:</a:t>
            </a:r>
          </a:p>
        </p:txBody>
      </p:sp>
      <p:sp>
        <p:nvSpPr>
          <p:cNvPr id="10" name="Text Placeholder 2">
            <a:extLst>
              <a:ext uri="{FF2B5EF4-FFF2-40B4-BE49-F238E27FC236}">
                <a16:creationId xmlns:a16="http://schemas.microsoft.com/office/drawing/2014/main" id="{B6A8F583-094B-F88D-F91B-DB0BDDF25A3E}"/>
              </a:ext>
            </a:extLst>
          </p:cNvPr>
          <p:cNvSpPr txBox="1">
            <a:spLocks/>
          </p:cNvSpPr>
          <p:nvPr/>
        </p:nvSpPr>
        <p:spPr>
          <a:xfrm>
            <a:off x="431032" y="4457545"/>
            <a:ext cx="16478250" cy="837714"/>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2800" dirty="0">
                <a:solidFill>
                  <a:schemeClr val="tx2">
                    <a:lumMod val="10000"/>
                  </a:schemeClr>
                </a:solidFill>
                <a:latin typeface="Aptos" panose="020B0004020202020204" pitchFamily="34" charset="0"/>
              </a:rPr>
              <a:t>https://</a:t>
            </a:r>
            <a:r>
              <a:rPr lang="en-US" sz="2800" dirty="0" err="1">
                <a:solidFill>
                  <a:schemeClr val="tx2">
                    <a:lumMod val="10000"/>
                  </a:schemeClr>
                </a:solidFill>
                <a:latin typeface="Aptos" panose="020B0004020202020204" pitchFamily="34" charset="0"/>
              </a:rPr>
              <a:t>github.com</a:t>
            </a:r>
            <a:r>
              <a:rPr lang="en-US" sz="2800" dirty="0">
                <a:solidFill>
                  <a:schemeClr val="tx2">
                    <a:lumMod val="10000"/>
                  </a:schemeClr>
                </a:solidFill>
                <a:latin typeface="Aptos" panose="020B0004020202020204" pitchFamily="34" charset="0"/>
              </a:rPr>
              <a:t>/</a:t>
            </a:r>
            <a:r>
              <a:rPr lang="en-US" sz="2800" dirty="0" err="1">
                <a:solidFill>
                  <a:schemeClr val="tx2">
                    <a:lumMod val="10000"/>
                  </a:schemeClr>
                </a:solidFill>
                <a:latin typeface="Aptos" panose="020B0004020202020204" pitchFamily="34" charset="0"/>
              </a:rPr>
              <a:t>opengeospatial</a:t>
            </a:r>
            <a:r>
              <a:rPr lang="en-US" sz="2800" dirty="0">
                <a:solidFill>
                  <a:schemeClr val="tx2">
                    <a:lumMod val="10000"/>
                  </a:schemeClr>
                </a:solidFill>
                <a:latin typeface="Aptos" panose="020B0004020202020204" pitchFamily="34" charset="0"/>
              </a:rPr>
              <a:t>/developer-events/wiki/March-2025-Open-Standards-Code-Sprint#mentor-streams</a:t>
            </a:r>
          </a:p>
        </p:txBody>
      </p:sp>
      <p:sp>
        <p:nvSpPr>
          <p:cNvPr id="11" name="Google Shape;265;gfc2801dd61_0_127">
            <a:extLst>
              <a:ext uri="{FF2B5EF4-FFF2-40B4-BE49-F238E27FC236}">
                <a16:creationId xmlns:a16="http://schemas.microsoft.com/office/drawing/2014/main" id="{FE73539D-066B-E7E8-5580-0597181403B8}"/>
              </a:ext>
            </a:extLst>
          </p:cNvPr>
          <p:cNvSpPr txBox="1">
            <a:spLocks/>
          </p:cNvSpPr>
          <p:nvPr/>
        </p:nvSpPr>
        <p:spPr>
          <a:xfrm>
            <a:off x="607298" y="5572412"/>
            <a:ext cx="16478325" cy="718553"/>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OGC API - Workshop</a:t>
            </a:r>
          </a:p>
        </p:txBody>
      </p:sp>
      <p:sp>
        <p:nvSpPr>
          <p:cNvPr id="3" name="Text Placeholder 2">
            <a:extLst>
              <a:ext uri="{FF2B5EF4-FFF2-40B4-BE49-F238E27FC236}">
                <a16:creationId xmlns:a16="http://schemas.microsoft.com/office/drawing/2014/main" id="{369E62FA-ED7B-574D-8AA1-8A7D2291CD16}"/>
              </a:ext>
            </a:extLst>
          </p:cNvPr>
          <p:cNvSpPr txBox="1">
            <a:spLocks/>
          </p:cNvSpPr>
          <p:nvPr/>
        </p:nvSpPr>
        <p:spPr>
          <a:xfrm>
            <a:off x="405677" y="6331996"/>
            <a:ext cx="16478250" cy="837714"/>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2800" dirty="0">
                <a:solidFill>
                  <a:schemeClr val="tx2">
                    <a:lumMod val="10000"/>
                  </a:schemeClr>
                </a:solidFill>
                <a:latin typeface="Aptos" panose="020B0004020202020204" pitchFamily="34" charset="0"/>
              </a:rPr>
              <a:t>https://</a:t>
            </a:r>
            <a:r>
              <a:rPr lang="en-US" sz="2800" dirty="0" err="1">
                <a:solidFill>
                  <a:schemeClr val="tx2">
                    <a:lumMod val="10000"/>
                  </a:schemeClr>
                </a:solidFill>
                <a:latin typeface="Aptos" panose="020B0004020202020204" pitchFamily="34" charset="0"/>
              </a:rPr>
              <a:t>ogcapi-workshop.ogc.org</a:t>
            </a:r>
            <a:r>
              <a:rPr lang="en-US" sz="2800" dirty="0">
                <a:solidFill>
                  <a:schemeClr val="tx2">
                    <a:lumMod val="10000"/>
                  </a:schemeClr>
                </a:solidFill>
                <a:latin typeface="Aptos" panose="020B0004020202020204" pitchFamily="34" charset="0"/>
              </a:rPr>
              <a:t>/</a:t>
            </a:r>
          </a:p>
        </p:txBody>
      </p:sp>
      <p:sp>
        <p:nvSpPr>
          <p:cNvPr id="5" name="Google Shape;265;gfc2801dd61_0_127">
            <a:extLst>
              <a:ext uri="{FF2B5EF4-FFF2-40B4-BE49-F238E27FC236}">
                <a16:creationId xmlns:a16="http://schemas.microsoft.com/office/drawing/2014/main" id="{3997BB07-83D3-87F1-49DF-7193D6E3FDD2}"/>
              </a:ext>
            </a:extLst>
          </p:cNvPr>
          <p:cNvSpPr txBox="1">
            <a:spLocks/>
          </p:cNvSpPr>
          <p:nvPr/>
        </p:nvSpPr>
        <p:spPr>
          <a:xfrm>
            <a:off x="647056" y="6927328"/>
            <a:ext cx="16478325" cy="718553"/>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Dive into </a:t>
            </a:r>
            <a:r>
              <a:rPr lang="en-US" sz="4125" dirty="0" err="1">
                <a:solidFill>
                  <a:schemeClr val="tx1"/>
                </a:solidFill>
                <a:latin typeface="Aptos" panose="020B0004020202020204" pitchFamily="34" charset="0"/>
              </a:rPr>
              <a:t>pygeoapi</a:t>
            </a:r>
            <a:r>
              <a:rPr lang="en-US" sz="4125" dirty="0">
                <a:solidFill>
                  <a:schemeClr val="tx1"/>
                </a:solidFill>
                <a:latin typeface="Aptos" panose="020B0004020202020204" pitchFamily="34" charset="0"/>
              </a:rPr>
              <a:t> - Workshop</a:t>
            </a:r>
          </a:p>
        </p:txBody>
      </p:sp>
      <p:sp>
        <p:nvSpPr>
          <p:cNvPr id="15" name="Text Placeholder 2">
            <a:extLst>
              <a:ext uri="{FF2B5EF4-FFF2-40B4-BE49-F238E27FC236}">
                <a16:creationId xmlns:a16="http://schemas.microsoft.com/office/drawing/2014/main" id="{98494AFB-33C0-15F3-1DF4-4E80E5C3A1D6}"/>
              </a:ext>
            </a:extLst>
          </p:cNvPr>
          <p:cNvSpPr txBox="1">
            <a:spLocks/>
          </p:cNvSpPr>
          <p:nvPr/>
        </p:nvSpPr>
        <p:spPr>
          <a:xfrm>
            <a:off x="457603" y="7822356"/>
            <a:ext cx="16478250" cy="837714"/>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2800" dirty="0">
                <a:solidFill>
                  <a:schemeClr val="tx2">
                    <a:lumMod val="10000"/>
                  </a:schemeClr>
                </a:solidFill>
                <a:latin typeface="Aptos" panose="020B0004020202020204" pitchFamily="34" charset="0"/>
              </a:rPr>
              <a:t>https://</a:t>
            </a:r>
            <a:r>
              <a:rPr lang="en-US" sz="2800" dirty="0" err="1">
                <a:solidFill>
                  <a:schemeClr val="tx2">
                    <a:lumMod val="10000"/>
                  </a:schemeClr>
                </a:solidFill>
                <a:latin typeface="Aptos" panose="020B0004020202020204" pitchFamily="34" charset="0"/>
              </a:rPr>
              <a:t>dive.pygeoapi.io</a:t>
            </a:r>
            <a:r>
              <a:rPr lang="en-US" sz="2800" dirty="0">
                <a:solidFill>
                  <a:schemeClr val="tx2">
                    <a:lumMod val="10000"/>
                  </a:schemeClr>
                </a:solidFill>
                <a:latin typeface="Aptos" panose="020B0004020202020204" pitchFamily="34" charset="0"/>
              </a:rPr>
              <a:t>/</a:t>
            </a:r>
          </a:p>
        </p:txBody>
      </p:sp>
      <p:sp>
        <p:nvSpPr>
          <p:cNvPr id="19" name="Title 2">
            <a:extLst>
              <a:ext uri="{FF2B5EF4-FFF2-40B4-BE49-F238E27FC236}">
                <a16:creationId xmlns:a16="http://schemas.microsoft.com/office/drawing/2014/main" id="{487C76FC-9DE1-5923-349E-72DF15D26994}"/>
              </a:ext>
            </a:extLst>
          </p:cNvPr>
          <p:cNvSpPr>
            <a:spLocks noGrp="1"/>
          </p:cNvSpPr>
          <p:nvPr>
            <p:ph type="title"/>
          </p:nvPr>
        </p:nvSpPr>
        <p:spPr>
          <a:xfrm>
            <a:off x="914400" y="671513"/>
            <a:ext cx="9372600" cy="971015"/>
          </a:xfrm>
        </p:spPr>
        <p:txBody>
          <a:bodyPr/>
          <a:lstStyle/>
          <a:p>
            <a:r>
              <a:rPr lang="en-US" sz="7100" dirty="0">
                <a:latin typeface="Aptos"/>
              </a:rPr>
              <a:t>Resources</a:t>
            </a:r>
            <a:endParaRPr lang="en-US" sz="7100" dirty="0"/>
          </a:p>
        </p:txBody>
      </p:sp>
    </p:spTree>
    <p:extLst>
      <p:ext uri="{BB962C8B-B14F-4D97-AF65-F5344CB8AC3E}">
        <p14:creationId xmlns:p14="http://schemas.microsoft.com/office/powerpoint/2010/main" val="359312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02F8C8-9474-DBA6-5C09-FB0084C560D1}"/>
              </a:ext>
            </a:extLst>
          </p:cNvPr>
          <p:cNvSpPr>
            <a:spLocks noGrp="1"/>
          </p:cNvSpPr>
          <p:nvPr>
            <p:ph type="body" sz="half" idx="2"/>
          </p:nvPr>
        </p:nvSpPr>
        <p:spPr/>
        <p:txBody>
          <a:bodyPr vert="horz" lIns="91440" tIns="45720" rIns="91440" bIns="45720" rtlCol="0" anchor="t">
            <a:noAutofit/>
          </a:bodyPr>
          <a:lstStyle/>
          <a:p>
            <a:r>
              <a:rPr lang="en-US" dirty="0">
                <a:solidFill>
                  <a:schemeClr val="accent3">
                    <a:lumMod val="60000"/>
                    <a:lumOff val="40000"/>
                  </a:schemeClr>
                </a:solidFill>
                <a:latin typeface="Aptos SemiBold" panose="020B0004020202020204" pitchFamily="34" charset="0"/>
              </a:rPr>
              <a:t>www.ogc.org</a:t>
            </a:r>
          </a:p>
        </p:txBody>
      </p:sp>
      <p:sp>
        <p:nvSpPr>
          <p:cNvPr id="4" name="Title 3">
            <a:extLst>
              <a:ext uri="{FF2B5EF4-FFF2-40B4-BE49-F238E27FC236}">
                <a16:creationId xmlns:a16="http://schemas.microsoft.com/office/drawing/2014/main" id="{74FC2607-90B6-1BE6-26DA-96BD3BC71DFB}"/>
              </a:ext>
            </a:extLst>
          </p:cNvPr>
          <p:cNvSpPr>
            <a:spLocks noGrp="1"/>
          </p:cNvSpPr>
          <p:nvPr>
            <p:ph type="title"/>
          </p:nvPr>
        </p:nvSpPr>
        <p:spPr>
          <a:xfrm>
            <a:off x="671761" y="3490404"/>
            <a:ext cx="6110039" cy="3306192"/>
          </a:xfrm>
        </p:spPr>
        <p:txBody>
          <a:bodyPr/>
          <a:lstStyle/>
          <a:p>
            <a:pPr>
              <a:lnSpc>
                <a:spcPts val="9800"/>
              </a:lnSpc>
            </a:pPr>
            <a:r>
              <a:rPr lang="en-US" sz="12300" dirty="0">
                <a:latin typeface="Aptos"/>
              </a:rPr>
              <a:t>THANK YOU</a:t>
            </a:r>
          </a:p>
        </p:txBody>
      </p:sp>
      <p:pic>
        <p:nvPicPr>
          <p:cNvPr id="14" name="Picture Placeholder 13">
            <a:extLst>
              <a:ext uri="{FF2B5EF4-FFF2-40B4-BE49-F238E27FC236}">
                <a16:creationId xmlns:a16="http://schemas.microsoft.com/office/drawing/2014/main" id="{99034441-C71F-F0B9-C2CF-43904F4FF5E0}"/>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p:blipFill>
        <p:spPr/>
      </p:pic>
      <p:sp>
        <p:nvSpPr>
          <p:cNvPr id="5" name="Google Shape;265;gfc2801dd61_0_127">
            <a:extLst>
              <a:ext uri="{FF2B5EF4-FFF2-40B4-BE49-F238E27FC236}">
                <a16:creationId xmlns:a16="http://schemas.microsoft.com/office/drawing/2014/main" id="{D371BC4E-E13B-C103-1B38-64A93600C61B}"/>
              </a:ext>
            </a:extLst>
          </p:cNvPr>
          <p:cNvSpPr txBox="1">
            <a:spLocks/>
          </p:cNvSpPr>
          <p:nvPr/>
        </p:nvSpPr>
        <p:spPr>
          <a:xfrm>
            <a:off x="671761" y="6280622"/>
            <a:ext cx="6960071"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Questions?</a:t>
            </a:r>
          </a:p>
        </p:txBody>
      </p:sp>
    </p:spTree>
    <p:extLst>
      <p:ext uri="{BB962C8B-B14F-4D97-AF65-F5344CB8AC3E}">
        <p14:creationId xmlns:p14="http://schemas.microsoft.com/office/powerpoint/2010/main" val="3269384868"/>
      </p:ext>
    </p:extLst>
  </p:cSld>
  <p:clrMapOvr>
    <a:masterClrMapping/>
  </p:clrMapOvr>
</p:sld>
</file>

<file path=ppt/theme/theme1.xml><?xml version="1.0" encoding="utf-8"?>
<a:theme xmlns:a="http://schemas.openxmlformats.org/drawingml/2006/main" name="Office Theme">
  <a:themeElements>
    <a:clrScheme name="OGC BRAND COLOURS">
      <a:dk1>
        <a:srgbClr val="000000"/>
      </a:dk1>
      <a:lt1>
        <a:srgbClr val="FFFFFF"/>
      </a:lt1>
      <a:dk2>
        <a:srgbClr val="1F497D"/>
      </a:dk2>
      <a:lt2>
        <a:srgbClr val="E3EFFC"/>
      </a:lt2>
      <a:accent1>
        <a:srgbClr val="1A2483"/>
      </a:accent1>
      <a:accent2>
        <a:srgbClr val="263BD3"/>
      </a:accent2>
      <a:accent3>
        <a:srgbClr val="D6E832"/>
      </a:accent3>
      <a:accent4>
        <a:srgbClr val="92DEFF"/>
      </a:accent4>
      <a:accent5>
        <a:srgbClr val="BAD6FF"/>
      </a:accent5>
      <a:accent6>
        <a:srgbClr val="AAB50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STER PPT 8th March" id="{C2334684-5A41-4946-B7D6-D1235EDA247F}" vid="{7475918A-F7A7-584A-AC10-209EE4A219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91f4a-b750-44ad-8ebf-06d36ba90675" xsi:nil="true"/>
    <lcf76f155ced4ddcb4097134ff3c332f xmlns="d6fbc86c-d850-4140-ac77-9d31bd829bd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9E3310CD124948B4E279413993BB0E" ma:contentTypeVersion="13" ma:contentTypeDescription="Create a new document." ma:contentTypeScope="" ma:versionID="0a4033e78b75580e944694f4110b9443">
  <xsd:schema xmlns:xsd="http://www.w3.org/2001/XMLSchema" xmlns:xs="http://www.w3.org/2001/XMLSchema" xmlns:p="http://schemas.microsoft.com/office/2006/metadata/properties" xmlns:ns2="d6fbc86c-d850-4140-ac77-9d31bd829bdd" xmlns:ns3="9d591f4a-b750-44ad-8ebf-06d36ba90675" targetNamespace="http://schemas.microsoft.com/office/2006/metadata/properties" ma:root="true" ma:fieldsID="efd5ec2613c3be04dd453b3842ae1d37" ns2:_="" ns3:_="">
    <xsd:import namespace="d6fbc86c-d850-4140-ac77-9d31bd829bdd"/>
    <xsd:import namespace="9d591f4a-b750-44ad-8ebf-06d36ba906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fbc86c-d850-4140-ac77-9d31bd829b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e216777-a1e1-495c-93e8-2566215d527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91f4a-b750-44ad-8ebf-06d36ba9067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c77d112-1c04-4fa5-a3ca-824683e69c49}" ma:internalName="TaxCatchAll" ma:showField="CatchAllData" ma:web="9d591f4a-b750-44ad-8ebf-06d36ba906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83FC41-384C-4416-9A4E-6653321403C3}">
  <ds:schemaRefs>
    <ds:schemaRef ds:uri="http://schemas.microsoft.com/office/2006/metadata/properties"/>
    <ds:schemaRef ds:uri="http://schemas.microsoft.com/office/infopath/2007/PartnerControls"/>
    <ds:schemaRef ds:uri="9d591f4a-b750-44ad-8ebf-06d36ba90675"/>
    <ds:schemaRef ds:uri="d6fbc86c-d850-4140-ac77-9d31bd829bdd"/>
  </ds:schemaRefs>
</ds:datastoreItem>
</file>

<file path=customXml/itemProps2.xml><?xml version="1.0" encoding="utf-8"?>
<ds:datastoreItem xmlns:ds="http://schemas.openxmlformats.org/officeDocument/2006/customXml" ds:itemID="{BC4CE842-763E-4B97-8626-FD8821E9C5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fbc86c-d850-4140-ac77-9d31bd829bdd"/>
    <ds:schemaRef ds:uri="9d591f4a-b750-44ad-8ebf-06d36ba906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28D80A-D8F1-4E9F-96FE-EDED6B3841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797</TotalTime>
  <Words>233</Words>
  <Application>Microsoft Macintosh PowerPoint</Application>
  <PresentationFormat>Custom</PresentationFormat>
  <Paragraphs>40</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Calibri</vt:lpstr>
      <vt:lpstr>Aptos Display</vt:lpstr>
      <vt:lpstr>Aptos</vt:lpstr>
      <vt:lpstr>Aptos SemiBold</vt:lpstr>
      <vt:lpstr>Arial</vt:lpstr>
      <vt:lpstr>Aptos Light</vt:lpstr>
      <vt:lpstr>Office Theme</vt:lpstr>
      <vt:lpstr>Joana Simoes 25/04/2025</vt:lpstr>
      <vt:lpstr>Mentor Stream</vt:lpstr>
      <vt:lpstr>Onboarding Day - Tutorials</vt:lpstr>
      <vt:lpstr>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Deepti Kala</dc:creator>
  <cp:lastModifiedBy>Joana Simoes</cp:lastModifiedBy>
  <cp:revision>36</cp:revision>
  <dcterms:created xsi:type="dcterms:W3CDTF">2025-03-08T17:25:36Z</dcterms:created>
  <dcterms:modified xsi:type="dcterms:W3CDTF">2025-03-20T18:54:41Z</dcterms:modified>
  <dc:identifier>DAGYbemYEzg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0x0101002E9E3310CD124948B4E279413993BB0E</vt:lpwstr>
  </property>
  <property fmtid="{D5CDD505-2E9C-101B-9397-08002B2CF9AE}" pid="3" name="MediaServiceImageTags">
    <vt:lpwstr/>
  </property>
</Properties>
</file>