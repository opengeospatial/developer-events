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presProps.xml" ContentType="application/vnd.openxmlformats-officedocument.presentationml.presProps+xml"/>
  <Override PartName="/ppt/theme/theme29.xml" ContentType="application/vnd.openxmlformats-officedocument.theme+xml"/>
  <Override PartName="/ppt/theme/theme28.xml" ContentType="application/vnd.openxmlformats-officedocument.theme+xml"/>
  <Override PartName="/ppt/theme/theme27.xml" ContentType="application/vnd.openxmlformats-officedocument.theme+xml"/>
  <Override PartName="/ppt/theme/theme26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6.xml" ContentType="application/vnd.openxmlformats-officedocument.theme+xml"/>
  <Override PartName="/ppt/theme/theme33.xml" ContentType="application/vnd.openxmlformats-officedocument.theme+xml"/>
  <Override PartName="/ppt/theme/theme8.xml" ContentType="application/vnd.openxmlformats-officedocument.theme+xml"/>
  <Override PartName="/ppt/theme/theme35.xml" ContentType="application/vnd.openxmlformats-officedocument.them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36.xml" ContentType="application/vnd.openxmlformats-officedocument.theme+xml"/>
  <Override PartName="/ppt/theme/theme2.xml" ContentType="application/vnd.openxmlformats-officedocument.theme+xml"/>
  <Override PartName="/ppt/theme/theme7.xml" ContentType="application/vnd.openxmlformats-officedocument.theme+xml"/>
  <Override PartName="/ppt/theme/theme34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4.xml" ContentType="application/vnd.openxmlformats-officedocument.theme+xml"/>
  <Override PartName="/ppt/theme/theme31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12.xml" ContentType="application/vnd.openxmlformats-officedocument.theme+xml"/>
  <Override PartName="/ppt/theme/theme11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20.xml" ContentType="application/vnd.openxmlformats-officedocument.theme+xml"/>
  <Override PartName="/ppt/theme/theme19.xml" ContentType="application/vnd.openxmlformats-officedocument.theme+xml"/>
  <Override PartName="/ppt/_rels/presentation.xml.rels" ContentType="application/vnd.openxmlformats-package.relationships+xml"/>
  <Override PartName="/ppt/media/image29.png" ContentType="image/png"/>
  <Override PartName="/ppt/media/image16.svg" ContentType="image/svg"/>
  <Override PartName="/ppt/media/image27.png" ContentType="image/png"/>
  <Override PartName="/ppt/media/image14.svg" ContentType="image/svg"/>
  <Override PartName="/ppt/media/image7.jpeg" ContentType="image/jpeg"/>
  <Override PartName="/ppt/media/image12.jpeg" ContentType="image/jpeg"/>
  <Override PartName="/ppt/media/image8.png" ContentType="image/png"/>
  <Override PartName="/ppt/media/image30.svg" ContentType="image/svg"/>
  <Override PartName="/ppt/media/image28.svg" ContentType="image/svg"/>
  <Override PartName="/ppt/media/image32.jpeg" ContentType="image/jpeg"/>
  <Override PartName="/ppt/media/image5.jpeg" ContentType="image/jpeg"/>
  <Override PartName="/ppt/media/image11.svg" ContentType="image/svg"/>
  <Override PartName="/ppt/media/image31.jpeg" ContentType="image/jpeg"/>
  <Override PartName="/ppt/media/image24.gif" ContentType="image/gif"/>
  <Override PartName="/ppt/media/image20.jpeg" ContentType="image/jpeg"/>
  <Override PartName="/ppt/media/image17.png" ContentType="image/png"/>
  <Override PartName="/ppt/media/image9.svg" ContentType="image/svg"/>
  <Override PartName="/ppt/media/image33.jpeg" ContentType="image/jpeg"/>
  <Override PartName="/ppt/media/image13.png" ContentType="image/png"/>
  <Override PartName="/ppt/media/image35.jpeg" ContentType="image/jpeg"/>
  <Override PartName="/ppt/media/image18.png" ContentType="image/png"/>
  <Override PartName="/ppt/media/image6.jpeg" ContentType="image/jpeg"/>
  <Override PartName="/ppt/media/image4.jpeg" ContentType="image/jpeg"/>
  <Override PartName="/ppt/media/image25.png" ContentType="image/png"/>
  <Override PartName="/ppt/media/image34.png" ContentType="image/png"/>
  <Override PartName="/ppt/media/image2.png" ContentType="image/png"/>
  <Override PartName="/ppt/media/image3.svg" ContentType="image/svg"/>
  <Override PartName="/ppt/media/image10.png" ContentType="image/png"/>
  <Override PartName="/ppt/media/image1.jpeg" ContentType="image/jpeg"/>
  <Override PartName="/ppt/media/image22.gif" ContentType="image/gif"/>
  <Override PartName="/ppt/media/image15.png" ContentType="image/png"/>
  <Override PartName="/ppt/media/image26.svg" ContentType="image/svg"/>
  <Override PartName="/ppt/media/image19.png" ContentType="image/png"/>
  <Override PartName="/ppt/media/image23.gif" ContentType="image/gif"/>
  <Override PartName="/ppt/media/image21.gif" ContentType="image/gif"/>
  <Override PartName="/ppt/slideLayouts/slideLayout2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  <p:sldMasterId id="2147483720" r:id="rId38"/>
    <p:sldMasterId id="2147483722" r:id="rId39"/>
  </p:sldMasterIdLst>
  <p:sldIdLst>
    <p:sldId id="256" r:id="rId40"/>
    <p:sldId id="257" r:id="rId41"/>
    <p:sldId id="258" r:id="rId42"/>
    <p:sldId id="259" r:id="rId43"/>
    <p:sldId id="260" r:id="rId44"/>
    <p:sldId id="261" r:id="rId45"/>
    <p:sldId id="262" r:id="rId46"/>
    <p:sldId id="263" r:id="rId47"/>
    <p:sldId id="264" r:id="rId48"/>
    <p:sldId id="265" r:id="rId49"/>
    <p:sldId id="266" r:id="rId50"/>
    <p:sldId id="267" r:id="rId51"/>
  </p:sldIdLst>
  <p:sldSz cx="18288000" cy="10287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" Target="slides/slide1.xml"/><Relationship Id="rId41" Type="http://schemas.openxmlformats.org/officeDocument/2006/relationships/slide" Target="slides/slide2.xml"/><Relationship Id="rId42" Type="http://schemas.openxmlformats.org/officeDocument/2006/relationships/slide" Target="slides/slide3.xml"/><Relationship Id="rId43" Type="http://schemas.openxmlformats.org/officeDocument/2006/relationships/slide" Target="slides/slide4.xml"/><Relationship Id="rId44" Type="http://schemas.openxmlformats.org/officeDocument/2006/relationships/slide" Target="slides/slide5.xml"/><Relationship Id="rId45" Type="http://schemas.openxmlformats.org/officeDocument/2006/relationships/slide" Target="slides/slide6.xml"/><Relationship Id="rId46" Type="http://schemas.openxmlformats.org/officeDocument/2006/relationships/slide" Target="slides/slide7.xml"/><Relationship Id="rId47" Type="http://schemas.openxmlformats.org/officeDocument/2006/relationships/slide" Target="slides/slide8.xml"/><Relationship Id="rId48" Type="http://schemas.openxmlformats.org/officeDocument/2006/relationships/slide" Target="slides/slide9.xml"/><Relationship Id="rId49" Type="http://schemas.openxmlformats.org/officeDocument/2006/relationships/slide" Target="slides/slide10.xml"/><Relationship Id="rId50" Type="http://schemas.openxmlformats.org/officeDocument/2006/relationships/slide" Target="slides/slide11.xml"/><Relationship Id="rId51" Type="http://schemas.openxmlformats.org/officeDocument/2006/relationships/slide" Target="slides/slide12.xml"/><Relationship Id="rId5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tr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ighlight Slide Lond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ighlight Slide Singapo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ighlight Slide Melbour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Title B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tr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 Hea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 Column 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 Column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3 Colum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 Column 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 Column bulle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GC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ac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Bulleted B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 Bod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 Bod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 Bullets Para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ighlight Slide N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ighlight Slide Berl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ighlight Slide Delh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 body copy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 Bullets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 Bullets Paragraph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 body copy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 body copy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7.jpeg"/><Relationship Id="rId3" Type="http://schemas.openxmlformats.org/officeDocument/2006/relationships/image" Target="../media/image8.png"/><Relationship Id="rId4" Type="http://schemas.openxmlformats.org/officeDocument/2006/relationships/image" Target="../media/image9.sv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2.jpeg"/><Relationship Id="rId3" Type="http://schemas.openxmlformats.org/officeDocument/2006/relationships/image" Target="../media/image13.png"/><Relationship Id="rId4" Type="http://schemas.openxmlformats.org/officeDocument/2006/relationships/image" Target="../media/image14.svg"/><Relationship Id="rId5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14.svg"/><Relationship Id="rId7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8.png"/><Relationship Id="rId3" Type="http://schemas.openxmlformats.org/officeDocument/2006/relationships/image" Target="../media/image13.png"/><Relationship Id="rId4" Type="http://schemas.openxmlformats.org/officeDocument/2006/relationships/image" Target="../media/image14.svg"/><Relationship Id="rId5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9.png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image" Target="../media/image20.jpeg"/><Relationship Id="rId3" Type="http://schemas.openxmlformats.org/officeDocument/2006/relationships/image" Target="../media/image21.gif"/><Relationship Id="rId4" Type="http://schemas.openxmlformats.org/officeDocument/2006/relationships/image" Target="../media/image22.gif"/><Relationship Id="rId5" Type="http://schemas.openxmlformats.org/officeDocument/2006/relationships/image" Target="../media/image23.gif"/><Relationship Id="rId6" Type="http://schemas.openxmlformats.org/officeDocument/2006/relationships/image" Target="../media/image24.gif"/><Relationship Id="rId7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hyperlink" Target="https://www.linkedin.com/company/open-geospatial-consortium/" TargetMode="External"/><Relationship Id="rId3" Type="http://schemas.openxmlformats.org/officeDocument/2006/relationships/image" Target="../media/image25.png"/><Relationship Id="rId4" Type="http://schemas.openxmlformats.org/officeDocument/2006/relationships/image" Target="../media/image26.svg"/><Relationship Id="rId5" Type="http://schemas.openxmlformats.org/officeDocument/2006/relationships/hyperlink" Target="https://www.youtube.com/@opengeospatial" TargetMode="External"/><Relationship Id="rId6" Type="http://schemas.openxmlformats.org/officeDocument/2006/relationships/image" Target="../media/image27.png"/><Relationship Id="rId7" Type="http://schemas.openxmlformats.org/officeDocument/2006/relationships/image" Target="../media/image28.svg"/><Relationship Id="rId8" Type="http://schemas.openxmlformats.org/officeDocument/2006/relationships/image" Target="../media/image2.png"/><Relationship Id="rId9" Type="http://schemas.openxmlformats.org/officeDocument/2006/relationships/image" Target="../media/image3.svg"/><Relationship Id="rId10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image" Target="../media/image29.png"/><Relationship Id="rId3" Type="http://schemas.openxmlformats.org/officeDocument/2006/relationships/image" Target="../media/image30.svg"/><Relationship Id="rId4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image" Target="../media/image31.jpeg"/><Relationship Id="rId3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image" Target="../media/image32.jpeg"/><Relationship Id="rId3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image" Target="../media/image33.jpeg"/><Relationship Id="rId3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slideLayout" Target="../slideLayouts/slideLayout37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slideLayout" Target="../slideLayouts/slideLayout3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9bbeff"/>
            </a:gs>
            <a:gs pos="35000">
              <a:srgbClr val="dee9ff"/>
            </a:gs>
            <a:gs pos="61000">
              <a:srgbClr val="eaf1ff"/>
            </a:gs>
            <a:gs pos="95000">
              <a:srgbClr val="dfec8c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9" descr=""/>
          <p:cNvPicPr/>
          <p:nvPr/>
        </p:nvPicPr>
        <p:blipFill>
          <a:blip r:embed="rId2"/>
          <a:stretch/>
        </p:blipFill>
        <p:spPr>
          <a:xfrm>
            <a:off x="0" y="-76680"/>
            <a:ext cx="18286560" cy="104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" name="Rectangle 6"/>
          <p:cNvSpPr/>
          <p:nvPr/>
        </p:nvSpPr>
        <p:spPr>
          <a:xfrm>
            <a:off x="0" y="-76680"/>
            <a:ext cx="10857240" cy="10438560"/>
          </a:xfrm>
          <a:prstGeom prst="rect">
            <a:avLst/>
          </a:prstGeom>
          <a:gradFill rotWithShape="0">
            <a:gsLst>
              <a:gs pos="41000">
                <a:srgbClr val="f0f1fc">
                  <a:alpha val="0"/>
                </a:srgbClr>
              </a:gs>
              <a:gs pos="73000">
                <a:srgbClr val="afcafe">
                  <a:alpha val="80000"/>
                </a:srgbClr>
              </a:gs>
              <a:gs pos="99000">
                <a:srgbClr val="9bbeff"/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>
                  <a:shade val="67500"/>
                </a:schemeClr>
              </a:solidFill>
              <a:uFillTx/>
              <a:latin typeface="Calibri"/>
            </a:endParaRPr>
          </a:p>
        </p:txBody>
      </p:sp>
      <p:sp>
        <p:nvSpPr>
          <p:cNvPr id="2" name="Rectangle 11"/>
          <p:cNvSpPr/>
          <p:nvPr/>
        </p:nvSpPr>
        <p:spPr>
          <a:xfrm>
            <a:off x="762120" y="8344080"/>
            <a:ext cx="150840" cy="1217880"/>
          </a:xfrm>
          <a:prstGeom prst="rect">
            <a:avLst/>
          </a:prstGeom>
          <a:solidFill>
            <a:srgbClr val="aab50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3" name="Graphic 4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914400" y="547200"/>
            <a:ext cx="1153440" cy="115344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"/>
          <p:cNvPicPr/>
          <p:nvPr/>
        </p:nvPicPr>
        <p:blipFill>
          <a:blip r:embed="rId2"/>
          <a:stretch/>
        </p:blipFill>
        <p:spPr>
          <a:xfrm>
            <a:off x="5760" y="24120"/>
            <a:ext cx="18280800" cy="102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Rectangle 7"/>
          <p:cNvSpPr/>
          <p:nvPr/>
        </p:nvSpPr>
        <p:spPr>
          <a:xfrm>
            <a:off x="0" y="24120"/>
            <a:ext cx="18286560" cy="10274760"/>
          </a:xfrm>
          <a:prstGeom prst="rect">
            <a:avLst/>
          </a:prstGeom>
          <a:solidFill>
            <a:srgbClr val="1a2584">
              <a:alpha val="6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" name="Rectangle 11"/>
          <p:cNvSpPr/>
          <p:nvPr/>
        </p:nvSpPr>
        <p:spPr>
          <a:xfrm rot="5400000">
            <a:off x="9069120" y="3543120"/>
            <a:ext cx="150840" cy="1217880"/>
          </a:xfrm>
          <a:prstGeom prst="rect">
            <a:avLst/>
          </a:prstGeom>
          <a:solidFill>
            <a:srgbClr val="d6e8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"/>
          <p:cNvPicPr/>
          <p:nvPr/>
        </p:nvPicPr>
        <p:blipFill>
          <a:blip r:embed="rId2"/>
          <a:stretch/>
        </p:blipFill>
        <p:spPr>
          <a:xfrm>
            <a:off x="5760" y="24120"/>
            <a:ext cx="18280800" cy="102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Rectangle 7"/>
          <p:cNvSpPr/>
          <p:nvPr/>
        </p:nvSpPr>
        <p:spPr>
          <a:xfrm>
            <a:off x="0" y="24120"/>
            <a:ext cx="18286560" cy="10274760"/>
          </a:xfrm>
          <a:prstGeom prst="rect">
            <a:avLst/>
          </a:prstGeom>
          <a:solidFill>
            <a:srgbClr val="1a2584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" name="Rectangle 11"/>
          <p:cNvSpPr/>
          <p:nvPr/>
        </p:nvSpPr>
        <p:spPr>
          <a:xfrm rot="5400000">
            <a:off x="9069120" y="3543120"/>
            <a:ext cx="150840" cy="1217880"/>
          </a:xfrm>
          <a:prstGeom prst="rect">
            <a:avLst/>
          </a:prstGeom>
          <a:solidFill>
            <a:srgbClr val="d6e8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 descr=""/>
          <p:cNvPicPr/>
          <p:nvPr/>
        </p:nvPicPr>
        <p:blipFill>
          <a:blip r:embed="rId2"/>
          <a:stretch/>
        </p:blipFill>
        <p:spPr>
          <a:xfrm>
            <a:off x="5760" y="24120"/>
            <a:ext cx="18280800" cy="102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Rectangle 7"/>
          <p:cNvSpPr/>
          <p:nvPr/>
        </p:nvSpPr>
        <p:spPr>
          <a:xfrm>
            <a:off x="0" y="5400"/>
            <a:ext cx="18286560" cy="10274760"/>
          </a:xfrm>
          <a:prstGeom prst="rect">
            <a:avLst/>
          </a:prstGeom>
          <a:solidFill>
            <a:srgbClr val="1a2584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 rot="5400000">
            <a:off x="9069120" y="3543120"/>
            <a:ext cx="150840" cy="1217880"/>
          </a:xfrm>
          <a:prstGeom prst="rect">
            <a:avLst/>
          </a:prstGeom>
          <a:solidFill>
            <a:srgbClr val="d6e8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5" descr=""/>
          <p:cNvPicPr/>
          <p:nvPr/>
        </p:nvPicPr>
        <p:blipFill>
          <a:blip r:embed="rId2"/>
          <a:stretch/>
        </p:blipFill>
        <p:spPr>
          <a:xfrm>
            <a:off x="0" y="0"/>
            <a:ext cx="18279720" cy="1028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Rectangle 8"/>
          <p:cNvSpPr/>
          <p:nvPr/>
        </p:nvSpPr>
        <p:spPr>
          <a:xfrm>
            <a:off x="0" y="2476440"/>
            <a:ext cx="13257360" cy="5240160"/>
          </a:xfrm>
          <a:prstGeom prst="rect">
            <a:avLst/>
          </a:prstGeom>
          <a:solidFill>
            <a:schemeClr val="accent2">
              <a:lumMod val="60000"/>
              <a:lumOff val="40000"/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5" name="Rectangle 9"/>
          <p:cNvSpPr/>
          <p:nvPr/>
        </p:nvSpPr>
        <p:spPr>
          <a:xfrm>
            <a:off x="13265640" y="7718040"/>
            <a:ext cx="5014080" cy="1370160"/>
          </a:xfrm>
          <a:prstGeom prst="rect">
            <a:avLst/>
          </a:prstGeom>
          <a:solidFill>
            <a:srgbClr val="d6e8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6" name="Graphic 12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62120" y="1830240"/>
            <a:ext cx="1563480" cy="1563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Graphic 15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 rot="10800000">
            <a:off x="11050200" y="6744960"/>
            <a:ext cx="1563480" cy="156348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7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7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7436600" y="9473400"/>
            <a:ext cx="621360" cy="62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Rectangle 4"/>
          <p:cNvSpPr/>
          <p:nvPr/>
        </p:nvSpPr>
        <p:spPr>
          <a:xfrm rot="16200000">
            <a:off x="-177120" y="573480"/>
            <a:ext cx="1147680" cy="79092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7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7436600" y="9473400"/>
            <a:ext cx="621360" cy="62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Rectangle 5"/>
          <p:cNvSpPr/>
          <p:nvPr/>
        </p:nvSpPr>
        <p:spPr>
          <a:xfrm rot="16200000">
            <a:off x="-177120" y="573480"/>
            <a:ext cx="1147680" cy="79092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phic 7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7436600" y="9473400"/>
            <a:ext cx="621360" cy="62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Rectangle 4"/>
          <p:cNvSpPr/>
          <p:nvPr/>
        </p:nvSpPr>
        <p:spPr>
          <a:xfrm rot="16200000">
            <a:off x="-177120" y="573480"/>
            <a:ext cx="1147680" cy="79092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4" name="Rectangle 9"/>
          <p:cNvSpPr/>
          <p:nvPr/>
        </p:nvSpPr>
        <p:spPr>
          <a:xfrm>
            <a:off x="8830080" y="0"/>
            <a:ext cx="9456480" cy="9318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raphic 7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7436600" y="9473400"/>
            <a:ext cx="621360" cy="62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Rectangle 4"/>
          <p:cNvSpPr/>
          <p:nvPr/>
        </p:nvSpPr>
        <p:spPr>
          <a:xfrm rot="16200000">
            <a:off x="-177120" y="573480"/>
            <a:ext cx="1147680" cy="79092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7" name="Rectangle 9"/>
          <p:cNvSpPr/>
          <p:nvPr/>
        </p:nvSpPr>
        <p:spPr>
          <a:xfrm>
            <a:off x="0" y="1903320"/>
            <a:ext cx="18286560" cy="74152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4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raphic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7436600" y="9473400"/>
            <a:ext cx="621360" cy="62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Rectangle 3"/>
          <p:cNvSpPr/>
          <p:nvPr/>
        </p:nvSpPr>
        <p:spPr>
          <a:xfrm rot="16200000">
            <a:off x="-177120" y="573480"/>
            <a:ext cx="1147680" cy="79092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4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raphic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7436600" y="9473400"/>
            <a:ext cx="621360" cy="62136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4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25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5" descr="A blue background with dots and lines&#10;&#10;Description automatically generated"/>
          <p:cNvPicPr/>
          <p:nvPr/>
        </p:nvPicPr>
        <p:blipFill>
          <a:blip r:embed="rId2"/>
          <a:stretch/>
        </p:blipFill>
        <p:spPr>
          <a:xfrm>
            <a:off x="0" y="0"/>
            <a:ext cx="18286560" cy="1028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Rectangle 10"/>
          <p:cNvSpPr/>
          <p:nvPr/>
        </p:nvSpPr>
        <p:spPr>
          <a:xfrm>
            <a:off x="762120" y="8344080"/>
            <a:ext cx="150840" cy="1217880"/>
          </a:xfrm>
          <a:prstGeom prst="rect">
            <a:avLst/>
          </a:prstGeom>
          <a:solidFill>
            <a:srgbClr val="d6e8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33" name="Graphic 2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826200" y="547200"/>
            <a:ext cx="1153440" cy="115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CA" sz="4400" strike="noStrike" u="none">
                <a:solidFill>
                  <a:srgbClr val="ffffff"/>
                </a:solidFill>
                <a:uFillTx/>
                <a:latin typeface="Arial"/>
              </a:rPr>
              <a:t>Click to edit the title text format</a:t>
            </a:r>
            <a:endParaRPr b="0" lang="en-CA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CA" sz="3200" strike="noStrike" u="none">
                <a:solidFill>
                  <a:srgbClr val="ffffff"/>
                </a:solidFill>
                <a:uFillTx/>
                <a:latin typeface="Arial"/>
              </a:rPr>
              <a:t>Click to edit the outline text format</a:t>
            </a:r>
            <a:endParaRPr b="0" lang="en-CA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CA" sz="2800" strike="noStrike" u="none">
                <a:solidFill>
                  <a:srgbClr val="ffffff"/>
                </a:solidFill>
                <a:uFillTx/>
                <a:latin typeface="Arial"/>
              </a:rPr>
              <a:t>Second Outline Level</a:t>
            </a:r>
            <a:endParaRPr b="0" lang="en-CA" sz="2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CA" sz="2400" strike="noStrike" u="none">
                <a:solidFill>
                  <a:srgbClr val="ffffff"/>
                </a:solidFill>
                <a:uFillTx/>
                <a:latin typeface="Arial"/>
              </a:rPr>
              <a:t>Third Outline Level</a:t>
            </a:r>
            <a:endParaRPr b="0" lang="en-CA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CA" sz="2000" strike="noStrike" u="none">
                <a:solidFill>
                  <a:srgbClr val="ffffff"/>
                </a:solidFill>
                <a:uFillTx/>
                <a:latin typeface="Arial"/>
              </a:rPr>
              <a:t>Fourth Outline Level</a:t>
            </a:r>
            <a:endParaRPr b="0" lang="en-CA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rgbClr val="ffffff"/>
                </a:solidFill>
                <a:uFillTx/>
                <a:latin typeface="Arial"/>
              </a:rPr>
              <a:t>Fifth Outline Level</a:t>
            </a:r>
            <a:endParaRPr b="0" lang="en-CA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rgbClr val="ffffff"/>
                </a:solidFill>
                <a:uFillTx/>
                <a:latin typeface="Arial"/>
              </a:rPr>
              <a:t>Sixth Outline Level</a:t>
            </a:r>
            <a:endParaRPr b="0" lang="en-CA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rgbClr val="ffffff"/>
                </a:solidFill>
                <a:uFillTx/>
                <a:latin typeface="Arial"/>
              </a:rPr>
              <a:t>Seventh Outline Level</a:t>
            </a:r>
            <a:endParaRPr b="0" lang="en-CA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5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1"/>
          <p:cNvSpPr/>
          <p:nvPr/>
        </p:nvSpPr>
        <p:spPr>
          <a:xfrm>
            <a:off x="-9720" y="0"/>
            <a:ext cx="18296280" cy="10285560"/>
          </a:xfrm>
          <a:prstGeom prst="rect">
            <a:avLst/>
          </a:prstGeom>
          <a:solidFill>
            <a:srgbClr val="1a25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7" name="Freeform 2"/>
          <p:cNvSpPr/>
          <p:nvPr/>
        </p:nvSpPr>
        <p:spPr>
          <a:xfrm rot="16200000">
            <a:off x="1915560" y="3245400"/>
            <a:ext cx="1478520" cy="1724760"/>
          </a:xfrm>
          <a:custGeom>
            <a:avLst/>
            <a:gdLst>
              <a:gd name="textAreaLeft" fmla="*/ 0 w 1478520"/>
              <a:gd name="textAreaRight" fmla="*/ 1479960 w 1478520"/>
              <a:gd name="textAreaTop" fmla="*/ 0 h 1724760"/>
              <a:gd name="textAreaBottom" fmla="*/ 1726200 h 1724760"/>
            </a:gdLst>
            <a:ahLst/>
            <a:rect l="textAreaLeft" t="textAreaTop" r="textAreaRight" b="textAreaBottom"/>
            <a:pathLst>
              <a:path w="1480022" h="1726079">
                <a:moveTo>
                  <a:pt x="0" y="0"/>
                </a:moveTo>
                <a:lnTo>
                  <a:pt x="1480022" y="0"/>
                </a:lnTo>
                <a:lnTo>
                  <a:pt x="1480022" y="1726078"/>
                </a:lnTo>
                <a:lnTo>
                  <a:pt x="0" y="172607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8" name="Freeform 3"/>
          <p:cNvSpPr/>
          <p:nvPr/>
        </p:nvSpPr>
        <p:spPr>
          <a:xfrm rot="16200000">
            <a:off x="1993680" y="5056920"/>
            <a:ext cx="1322280" cy="1724760"/>
          </a:xfrm>
          <a:custGeom>
            <a:avLst/>
            <a:gdLst>
              <a:gd name="textAreaLeft" fmla="*/ 0 w 1322280"/>
              <a:gd name="textAreaRight" fmla="*/ 1323720 w 1322280"/>
              <a:gd name="textAreaTop" fmla="*/ 0 h 1724760"/>
              <a:gd name="textAreaBottom" fmla="*/ 1726200 h 1724760"/>
            </a:gdLst>
            <a:ahLst/>
            <a:rect l="textAreaLeft" t="textAreaTop" r="textAreaRight" b="textAreaBottom"/>
            <a:pathLst>
              <a:path w="1323677" h="1726079">
                <a:moveTo>
                  <a:pt x="0" y="0"/>
                </a:moveTo>
                <a:lnTo>
                  <a:pt x="1323678" y="0"/>
                </a:lnTo>
                <a:lnTo>
                  <a:pt x="1323678" y="1726079"/>
                </a:lnTo>
                <a:lnTo>
                  <a:pt x="0" y="172607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grpSp>
        <p:nvGrpSpPr>
          <p:cNvPr id="39" name="Group 4"/>
          <p:cNvGrpSpPr/>
          <p:nvPr/>
        </p:nvGrpSpPr>
        <p:grpSpPr>
          <a:xfrm>
            <a:off x="3927600" y="3373560"/>
            <a:ext cx="1688760" cy="25560"/>
            <a:chOff x="3927600" y="3373560"/>
            <a:chExt cx="1688760" cy="25560"/>
          </a:xfrm>
        </p:grpSpPr>
        <p:sp>
          <p:nvSpPr>
            <p:cNvPr id="40" name="Freeform 5"/>
            <p:cNvSpPr/>
            <p:nvPr/>
          </p:nvSpPr>
          <p:spPr>
            <a:xfrm>
              <a:off x="3927600" y="3373560"/>
              <a:ext cx="1688760" cy="25560"/>
            </a:xfrm>
            <a:custGeom>
              <a:avLst/>
              <a:gdLst>
                <a:gd name="textAreaLeft" fmla="*/ 0 w 1688760"/>
                <a:gd name="textAreaRight" fmla="*/ 1690200 w 1688760"/>
                <a:gd name="textAreaTop" fmla="*/ 0 h 25560"/>
                <a:gd name="textAreaBottom" fmla="*/ 27000 h 25560"/>
              </a:gdLst>
              <a:ahLst/>
              <a:rect l="textAreaLeft" t="textAreaTop" r="textAreaRight" b="textAreaBottom"/>
              <a:pathLst>
                <a:path w="2391156" h="38100">
                  <a:moveTo>
                    <a:pt x="0" y="0"/>
                  </a:moveTo>
                  <a:lnTo>
                    <a:pt x="2391156" y="0"/>
                  </a:lnTo>
                  <a:lnTo>
                    <a:pt x="2391156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41" name="Group 6"/>
          <p:cNvGrpSpPr/>
          <p:nvPr/>
        </p:nvGrpSpPr>
        <p:grpSpPr>
          <a:xfrm>
            <a:off x="6185520" y="3373560"/>
            <a:ext cx="1742400" cy="25560"/>
            <a:chOff x="6185520" y="3373560"/>
            <a:chExt cx="1742400" cy="25560"/>
          </a:xfrm>
        </p:grpSpPr>
        <p:sp>
          <p:nvSpPr>
            <p:cNvPr id="42" name="Freeform 7"/>
            <p:cNvSpPr/>
            <p:nvPr/>
          </p:nvSpPr>
          <p:spPr>
            <a:xfrm>
              <a:off x="6185520" y="3373560"/>
              <a:ext cx="1742400" cy="25560"/>
            </a:xfrm>
            <a:custGeom>
              <a:avLst/>
              <a:gdLst>
                <a:gd name="textAreaLeft" fmla="*/ 0 w 1742400"/>
                <a:gd name="textAreaRight" fmla="*/ 1743840 w 1742400"/>
                <a:gd name="textAreaTop" fmla="*/ 0 h 25560"/>
                <a:gd name="textAreaBottom" fmla="*/ 27000 h 25560"/>
              </a:gdLst>
              <a:ahLst/>
              <a:rect l="textAreaLeft" t="textAreaTop" r="textAreaRight" b="textAreaBottom"/>
              <a:pathLst>
                <a:path w="2467102" h="38100">
                  <a:moveTo>
                    <a:pt x="0" y="0"/>
                  </a:moveTo>
                  <a:lnTo>
                    <a:pt x="2467102" y="0"/>
                  </a:lnTo>
                  <a:lnTo>
                    <a:pt x="2467102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43" name="Group 8"/>
          <p:cNvGrpSpPr/>
          <p:nvPr/>
        </p:nvGrpSpPr>
        <p:grpSpPr>
          <a:xfrm>
            <a:off x="8479800" y="3373560"/>
            <a:ext cx="1615680" cy="25560"/>
            <a:chOff x="8479800" y="3373560"/>
            <a:chExt cx="1615680" cy="25560"/>
          </a:xfrm>
        </p:grpSpPr>
        <p:sp>
          <p:nvSpPr>
            <p:cNvPr id="44" name="Freeform 9"/>
            <p:cNvSpPr/>
            <p:nvPr/>
          </p:nvSpPr>
          <p:spPr>
            <a:xfrm>
              <a:off x="8479800" y="3373560"/>
              <a:ext cx="1615680" cy="25560"/>
            </a:xfrm>
            <a:custGeom>
              <a:avLst/>
              <a:gdLst>
                <a:gd name="textAreaLeft" fmla="*/ 0 w 1615680"/>
                <a:gd name="textAreaRight" fmla="*/ 1617120 w 1615680"/>
                <a:gd name="textAreaTop" fmla="*/ 0 h 25560"/>
                <a:gd name="textAreaBottom" fmla="*/ 27000 h 25560"/>
              </a:gdLst>
              <a:ahLst/>
              <a:rect l="textAreaLeft" t="textAreaTop" r="textAreaRight" b="textAreaBottom"/>
              <a:pathLst>
                <a:path w="2287778" h="38100">
                  <a:moveTo>
                    <a:pt x="0" y="0"/>
                  </a:moveTo>
                  <a:lnTo>
                    <a:pt x="2287778" y="0"/>
                  </a:lnTo>
                  <a:lnTo>
                    <a:pt x="2287778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45" name="Group 10"/>
          <p:cNvGrpSpPr/>
          <p:nvPr/>
        </p:nvGrpSpPr>
        <p:grpSpPr>
          <a:xfrm>
            <a:off x="10664640" y="3373560"/>
            <a:ext cx="1557000" cy="25560"/>
            <a:chOff x="10664640" y="3373560"/>
            <a:chExt cx="1557000" cy="25560"/>
          </a:xfrm>
        </p:grpSpPr>
        <p:sp>
          <p:nvSpPr>
            <p:cNvPr id="46" name="Freeform 11"/>
            <p:cNvSpPr/>
            <p:nvPr/>
          </p:nvSpPr>
          <p:spPr>
            <a:xfrm>
              <a:off x="10664640" y="3373560"/>
              <a:ext cx="1557000" cy="25560"/>
            </a:xfrm>
            <a:custGeom>
              <a:avLst/>
              <a:gdLst>
                <a:gd name="textAreaLeft" fmla="*/ 0 w 1557000"/>
                <a:gd name="textAreaRight" fmla="*/ 1558440 w 1557000"/>
                <a:gd name="textAreaTop" fmla="*/ 0 h 25560"/>
                <a:gd name="textAreaBottom" fmla="*/ 27000 h 25560"/>
              </a:gdLst>
              <a:ahLst/>
              <a:rect l="textAreaLeft" t="textAreaTop" r="textAreaRight" b="textAreaBottom"/>
              <a:pathLst>
                <a:path w="2204593" h="38100">
                  <a:moveTo>
                    <a:pt x="0" y="0"/>
                  </a:moveTo>
                  <a:lnTo>
                    <a:pt x="2204593" y="0"/>
                  </a:lnTo>
                  <a:lnTo>
                    <a:pt x="220459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47" name="Group 12"/>
          <p:cNvGrpSpPr/>
          <p:nvPr/>
        </p:nvGrpSpPr>
        <p:grpSpPr>
          <a:xfrm>
            <a:off x="12756240" y="3373560"/>
            <a:ext cx="1540080" cy="25560"/>
            <a:chOff x="12756240" y="3373560"/>
            <a:chExt cx="1540080" cy="25560"/>
          </a:xfrm>
        </p:grpSpPr>
        <p:sp>
          <p:nvSpPr>
            <p:cNvPr id="48" name="Freeform 13"/>
            <p:cNvSpPr/>
            <p:nvPr/>
          </p:nvSpPr>
          <p:spPr>
            <a:xfrm>
              <a:off x="12756240" y="3373560"/>
              <a:ext cx="1540080" cy="25560"/>
            </a:xfrm>
            <a:custGeom>
              <a:avLst/>
              <a:gdLst>
                <a:gd name="textAreaLeft" fmla="*/ 0 w 1540080"/>
                <a:gd name="textAreaRight" fmla="*/ 1541520 w 1540080"/>
                <a:gd name="textAreaTop" fmla="*/ 0 h 25560"/>
                <a:gd name="textAreaBottom" fmla="*/ 27000 h 25560"/>
              </a:gdLst>
              <a:ahLst/>
              <a:rect l="textAreaLeft" t="textAreaTop" r="textAreaRight" b="textAreaBottom"/>
              <a:pathLst>
                <a:path w="2180844" h="38100">
                  <a:moveTo>
                    <a:pt x="0" y="0"/>
                  </a:moveTo>
                  <a:lnTo>
                    <a:pt x="2180844" y="0"/>
                  </a:lnTo>
                  <a:lnTo>
                    <a:pt x="2180844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49" name="Group 14"/>
          <p:cNvGrpSpPr/>
          <p:nvPr/>
        </p:nvGrpSpPr>
        <p:grpSpPr>
          <a:xfrm>
            <a:off x="14881680" y="3373560"/>
            <a:ext cx="1522440" cy="25560"/>
            <a:chOff x="14881680" y="3373560"/>
            <a:chExt cx="1522440" cy="25560"/>
          </a:xfrm>
        </p:grpSpPr>
        <p:sp>
          <p:nvSpPr>
            <p:cNvPr id="50" name="Freeform 15"/>
            <p:cNvSpPr/>
            <p:nvPr/>
          </p:nvSpPr>
          <p:spPr>
            <a:xfrm>
              <a:off x="14881680" y="3373560"/>
              <a:ext cx="1522440" cy="25560"/>
            </a:xfrm>
            <a:custGeom>
              <a:avLst/>
              <a:gdLst>
                <a:gd name="textAreaLeft" fmla="*/ 0 w 1522440"/>
                <a:gd name="textAreaRight" fmla="*/ 1523880 w 1522440"/>
                <a:gd name="textAreaTop" fmla="*/ 0 h 25560"/>
                <a:gd name="textAreaBottom" fmla="*/ 27000 h 25560"/>
              </a:gdLst>
              <a:ahLst/>
              <a:rect l="textAreaLeft" t="textAreaTop" r="textAreaRight" b="textAreaBottom"/>
              <a:pathLst>
                <a:path w="2156079" h="38100">
                  <a:moveTo>
                    <a:pt x="0" y="0"/>
                  </a:moveTo>
                  <a:lnTo>
                    <a:pt x="2156079" y="0"/>
                  </a:lnTo>
                  <a:lnTo>
                    <a:pt x="2156079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grpSp>
        <p:nvGrpSpPr>
          <p:cNvPr id="51" name="Group 16"/>
          <p:cNvGrpSpPr/>
          <p:nvPr/>
        </p:nvGrpSpPr>
        <p:grpSpPr>
          <a:xfrm>
            <a:off x="16948080" y="6566760"/>
            <a:ext cx="699480" cy="25560"/>
            <a:chOff x="16948080" y="6566760"/>
            <a:chExt cx="699480" cy="25560"/>
          </a:xfrm>
        </p:grpSpPr>
        <p:sp>
          <p:nvSpPr>
            <p:cNvPr id="52" name="Freeform 17"/>
            <p:cNvSpPr/>
            <p:nvPr/>
          </p:nvSpPr>
          <p:spPr>
            <a:xfrm>
              <a:off x="16948080" y="6566760"/>
              <a:ext cx="699480" cy="25560"/>
            </a:xfrm>
            <a:custGeom>
              <a:avLst/>
              <a:gdLst>
                <a:gd name="textAreaLeft" fmla="*/ 0 w 699480"/>
                <a:gd name="textAreaRight" fmla="*/ 700920 w 699480"/>
                <a:gd name="textAreaTop" fmla="*/ 0 h 25560"/>
                <a:gd name="textAreaBottom" fmla="*/ 27000 h 25560"/>
              </a:gdLst>
              <a:ahLst/>
              <a:rect l="textAreaLeft" t="textAreaTop" r="textAreaRight" b="textAreaBottom"/>
              <a:pathLst>
                <a:path w="991870" h="38100">
                  <a:moveTo>
                    <a:pt x="0" y="0"/>
                  </a:moveTo>
                  <a:lnTo>
                    <a:pt x="991870" y="0"/>
                  </a:lnTo>
                  <a:lnTo>
                    <a:pt x="99187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18000" bIns="-18000" anchor="t">
              <a:noAutofit/>
            </a:bodyPr>
            <a:p>
              <a:pPr defTabSz="914400">
                <a:lnSpc>
                  <a:spcPct val="100000"/>
                </a:lnSpc>
              </a:pPr>
              <a:endParaRPr b="0" lang="en-US" sz="1800" strike="noStrike" u="none">
                <a:solidFill>
                  <a:schemeClr val="dk1"/>
                </a:solidFill>
                <a:uFillTx/>
                <a:latin typeface="Calibri"/>
              </a:endParaRPr>
            </a:p>
          </p:txBody>
        </p:sp>
      </p:grpSp>
      <p:sp>
        <p:nvSpPr>
          <p:cNvPr id="53" name="AutoShape 63"/>
          <p:cNvSpPr/>
          <p:nvPr/>
        </p:nvSpPr>
        <p:spPr>
          <a:xfrm>
            <a:off x="3959640" y="6580800"/>
            <a:ext cx="2121480" cy="360"/>
          </a:xfrm>
          <a:prstGeom prst="line">
            <a:avLst/>
          </a:prstGeom>
          <a:ln w="2857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4" name="AutoShape 64"/>
          <p:cNvSpPr/>
          <p:nvPr/>
        </p:nvSpPr>
        <p:spPr>
          <a:xfrm>
            <a:off x="6653520" y="6580800"/>
            <a:ext cx="1433520" cy="360"/>
          </a:xfrm>
          <a:prstGeom prst="line">
            <a:avLst/>
          </a:prstGeom>
          <a:ln w="2857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5" name="AutoShape 65"/>
          <p:cNvSpPr/>
          <p:nvPr/>
        </p:nvSpPr>
        <p:spPr>
          <a:xfrm>
            <a:off x="8541720" y="6580800"/>
            <a:ext cx="1036080" cy="360"/>
          </a:xfrm>
          <a:prstGeom prst="line">
            <a:avLst/>
          </a:prstGeom>
          <a:ln w="2857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6" name="AutoShape 66"/>
          <p:cNvSpPr/>
          <p:nvPr/>
        </p:nvSpPr>
        <p:spPr>
          <a:xfrm>
            <a:off x="10051560" y="6580800"/>
            <a:ext cx="1860120" cy="360"/>
          </a:xfrm>
          <a:prstGeom prst="line">
            <a:avLst/>
          </a:prstGeom>
          <a:ln w="2857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7" name="AutoShape 67"/>
          <p:cNvSpPr/>
          <p:nvPr/>
        </p:nvSpPr>
        <p:spPr>
          <a:xfrm>
            <a:off x="12474360" y="6580800"/>
            <a:ext cx="1563480" cy="360"/>
          </a:xfrm>
          <a:prstGeom prst="line">
            <a:avLst/>
          </a:prstGeom>
          <a:ln w="2857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8" name="AutoShape 68"/>
          <p:cNvSpPr/>
          <p:nvPr/>
        </p:nvSpPr>
        <p:spPr>
          <a:xfrm>
            <a:off x="14513760" y="6580800"/>
            <a:ext cx="1891800" cy="360"/>
          </a:xfrm>
          <a:prstGeom prst="line">
            <a:avLst/>
          </a:prstGeom>
          <a:ln w="2857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9" name="Oval 104"/>
          <p:cNvSpPr/>
          <p:nvPr/>
        </p:nvSpPr>
        <p:spPr>
          <a:xfrm>
            <a:off x="1804680" y="4912920"/>
            <a:ext cx="236880" cy="2368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0" name="Oval 105"/>
          <p:cNvSpPr/>
          <p:nvPr/>
        </p:nvSpPr>
        <p:spPr>
          <a:xfrm>
            <a:off x="3633480" y="6463080"/>
            <a:ext cx="236880" cy="2368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1" name="Oval 106"/>
          <p:cNvSpPr/>
          <p:nvPr/>
        </p:nvSpPr>
        <p:spPr>
          <a:xfrm>
            <a:off x="6250680" y="6463080"/>
            <a:ext cx="236880" cy="2368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2" name="Oval 107"/>
          <p:cNvSpPr/>
          <p:nvPr/>
        </p:nvSpPr>
        <p:spPr>
          <a:xfrm>
            <a:off x="8186760" y="6463080"/>
            <a:ext cx="236880" cy="2368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3" name="Oval 108"/>
          <p:cNvSpPr/>
          <p:nvPr/>
        </p:nvSpPr>
        <p:spPr>
          <a:xfrm>
            <a:off x="9696600" y="6463080"/>
            <a:ext cx="236880" cy="2368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4" name="Oval 109"/>
          <p:cNvSpPr/>
          <p:nvPr/>
        </p:nvSpPr>
        <p:spPr>
          <a:xfrm>
            <a:off x="12078720" y="6463080"/>
            <a:ext cx="236880" cy="2368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5" name="Oval 110"/>
          <p:cNvSpPr/>
          <p:nvPr/>
        </p:nvSpPr>
        <p:spPr>
          <a:xfrm>
            <a:off x="14155920" y="6463080"/>
            <a:ext cx="236880" cy="2368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6" name="Oval 111"/>
          <p:cNvSpPr/>
          <p:nvPr/>
        </p:nvSpPr>
        <p:spPr>
          <a:xfrm>
            <a:off x="16519320" y="6463080"/>
            <a:ext cx="236880" cy="2368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7" name="Oval 112"/>
          <p:cNvSpPr/>
          <p:nvPr/>
        </p:nvSpPr>
        <p:spPr>
          <a:xfrm>
            <a:off x="16561800" y="3275640"/>
            <a:ext cx="236880" cy="2368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8" name="Oval 113"/>
          <p:cNvSpPr/>
          <p:nvPr/>
        </p:nvSpPr>
        <p:spPr>
          <a:xfrm>
            <a:off x="14479920" y="3275640"/>
            <a:ext cx="236880" cy="2368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9" name="Oval 114"/>
          <p:cNvSpPr/>
          <p:nvPr/>
        </p:nvSpPr>
        <p:spPr>
          <a:xfrm>
            <a:off x="12379320" y="3275640"/>
            <a:ext cx="236880" cy="2368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70" name="Oval 115"/>
          <p:cNvSpPr/>
          <p:nvPr/>
        </p:nvSpPr>
        <p:spPr>
          <a:xfrm>
            <a:off x="10259640" y="3275640"/>
            <a:ext cx="236880" cy="2368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71" name="Oval 116"/>
          <p:cNvSpPr/>
          <p:nvPr/>
        </p:nvSpPr>
        <p:spPr>
          <a:xfrm>
            <a:off x="8079120" y="3275640"/>
            <a:ext cx="236880" cy="2368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72" name="Oval 117"/>
          <p:cNvSpPr/>
          <p:nvPr/>
        </p:nvSpPr>
        <p:spPr>
          <a:xfrm>
            <a:off x="5781600" y="3275640"/>
            <a:ext cx="236880" cy="2368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73" name="Oval 118"/>
          <p:cNvSpPr/>
          <p:nvPr/>
        </p:nvSpPr>
        <p:spPr>
          <a:xfrm>
            <a:off x="3602880" y="3275640"/>
            <a:ext cx="236880" cy="23688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74" name="Graphic 34" descr="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16743600" y="482760"/>
            <a:ext cx="1009440" cy="100944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7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5"/>
          <p:cNvSpPr/>
          <p:nvPr/>
        </p:nvSpPr>
        <p:spPr>
          <a:xfrm>
            <a:off x="0" y="-4320"/>
            <a:ext cx="18286560" cy="10285560"/>
          </a:xfrm>
          <a:prstGeom prst="rect">
            <a:avLst/>
          </a:prstGeom>
          <a:gradFill rotWithShape="0">
            <a:gsLst>
              <a:gs pos="8000">
                <a:srgbClr val="263bd3"/>
              </a:gs>
              <a:gs pos="80000">
                <a:srgbClr val="1a2584"/>
              </a:gs>
            </a:gsLst>
            <a:lin ang="135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76" name="Picture 8" descr="A green globe with blue and yellow lines&#10;&#10;Description automatically generated"/>
          <p:cNvPicPr/>
          <p:nvPr/>
        </p:nvPicPr>
        <p:blipFill>
          <a:blip r:embed="rId2"/>
          <a:stretch/>
        </p:blipFill>
        <p:spPr>
          <a:xfrm>
            <a:off x="6713640" y="3225240"/>
            <a:ext cx="11599920" cy="706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Graphic 1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6743600" y="482760"/>
            <a:ext cx="1009440" cy="100944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5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5"/>
          <p:cNvSpPr/>
          <p:nvPr/>
        </p:nvSpPr>
        <p:spPr>
          <a:xfrm>
            <a:off x="0" y="-4320"/>
            <a:ext cx="18286560" cy="10285560"/>
          </a:xfrm>
          <a:prstGeom prst="rect">
            <a:avLst/>
          </a:prstGeom>
          <a:gradFill rotWithShape="0">
            <a:gsLst>
              <a:gs pos="8000">
                <a:srgbClr val="263bd3"/>
              </a:gs>
              <a:gs pos="80000">
                <a:srgbClr val="1a2584"/>
              </a:gs>
            </a:gsLst>
            <a:lin ang="189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79" name="Graphic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6743600" y="482760"/>
            <a:ext cx="1009440" cy="100944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4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11"/>
          <p:cNvSpPr/>
          <p:nvPr/>
        </p:nvSpPr>
        <p:spPr>
          <a:xfrm>
            <a:off x="13951080" y="0"/>
            <a:ext cx="4345920" cy="10285560"/>
          </a:xfrm>
          <a:prstGeom prst="rect">
            <a:avLst/>
          </a:prstGeom>
          <a:gradFill rotWithShape="0">
            <a:gsLst>
              <a:gs pos="24000">
                <a:srgbClr val="ffffff"/>
              </a:gs>
              <a:gs pos="55000">
                <a:srgbClr val="d3e4ff"/>
              </a:gs>
              <a:gs pos="100000">
                <a:srgbClr val="bad3ff"/>
              </a:gs>
            </a:gsLst>
            <a:lin ang="8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81" name="Rectangle 6"/>
          <p:cNvSpPr/>
          <p:nvPr/>
        </p:nvSpPr>
        <p:spPr>
          <a:xfrm>
            <a:off x="13951080" y="-20880"/>
            <a:ext cx="722520" cy="3922920"/>
          </a:xfrm>
          <a:prstGeom prst="rect">
            <a:avLst/>
          </a:prstGeom>
          <a:solidFill>
            <a:srgbClr val="263b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82" name="Picture 3" descr="A blue earth with lines and dots around it&#10;&#10;Description automatically generated"/>
          <p:cNvPicPr/>
          <p:nvPr/>
        </p:nvPicPr>
        <p:blipFill>
          <a:blip r:embed="rId2"/>
          <a:stretch/>
        </p:blipFill>
        <p:spPr>
          <a:xfrm>
            <a:off x="10446840" y="1976040"/>
            <a:ext cx="7730640" cy="6114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Graphic 1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6743600" y="482760"/>
            <a:ext cx="1009440" cy="100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Rectangle 5"/>
          <p:cNvSpPr/>
          <p:nvPr/>
        </p:nvSpPr>
        <p:spPr>
          <a:xfrm rot="16200000">
            <a:off x="-177120" y="573480"/>
            <a:ext cx="1147680" cy="79092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5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3"/>
          <p:cNvSpPr/>
          <p:nvPr/>
        </p:nvSpPr>
        <p:spPr>
          <a:xfrm>
            <a:off x="12115800" y="3717360"/>
            <a:ext cx="6170760" cy="6568200"/>
          </a:xfrm>
          <a:prstGeom prst="rect">
            <a:avLst/>
          </a:prstGeom>
          <a:solidFill>
            <a:srgbClr val="92de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86" name="Rectangle 4"/>
          <p:cNvSpPr/>
          <p:nvPr/>
        </p:nvSpPr>
        <p:spPr>
          <a:xfrm>
            <a:off x="0" y="3717360"/>
            <a:ext cx="6036480" cy="6568200"/>
          </a:xfrm>
          <a:prstGeom prst="rect">
            <a:avLst/>
          </a:prstGeom>
          <a:solidFill>
            <a:srgbClr val="d7e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87" name="Rectangle 2"/>
          <p:cNvSpPr/>
          <p:nvPr/>
        </p:nvSpPr>
        <p:spPr>
          <a:xfrm>
            <a:off x="6019920" y="3703320"/>
            <a:ext cx="6144480" cy="6568200"/>
          </a:xfrm>
          <a:prstGeom prst="rect">
            <a:avLst/>
          </a:prstGeom>
          <a:solidFill>
            <a:srgbClr val="263b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88" name="Graphic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6743600" y="482760"/>
            <a:ext cx="1009440" cy="100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Rectangle 11"/>
          <p:cNvSpPr/>
          <p:nvPr/>
        </p:nvSpPr>
        <p:spPr>
          <a:xfrm rot="16200000">
            <a:off x="-177120" y="573480"/>
            <a:ext cx="1147680" cy="79092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4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raphic 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6743600" y="482760"/>
            <a:ext cx="1009440" cy="100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Rectangle 11"/>
          <p:cNvSpPr/>
          <p:nvPr/>
        </p:nvSpPr>
        <p:spPr>
          <a:xfrm rot="16200000">
            <a:off x="-177120" y="573480"/>
            <a:ext cx="1147680" cy="79092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2" name="Rectangle 5"/>
          <p:cNvSpPr/>
          <p:nvPr/>
        </p:nvSpPr>
        <p:spPr>
          <a:xfrm>
            <a:off x="9296280" y="3314880"/>
            <a:ext cx="4222440" cy="5114160"/>
          </a:xfrm>
          <a:prstGeom prst="rect">
            <a:avLst/>
          </a:prstGeom>
          <a:solidFill>
            <a:srgbClr val="b3e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3" name="Rectangle 6"/>
          <p:cNvSpPr/>
          <p:nvPr/>
        </p:nvSpPr>
        <p:spPr>
          <a:xfrm>
            <a:off x="321480" y="3314880"/>
            <a:ext cx="4221360" cy="5114160"/>
          </a:xfrm>
          <a:prstGeom prst="rect">
            <a:avLst/>
          </a:prstGeom>
          <a:solidFill>
            <a:srgbClr val="d7e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4" name="Rectangle 7"/>
          <p:cNvSpPr/>
          <p:nvPr/>
        </p:nvSpPr>
        <p:spPr>
          <a:xfrm>
            <a:off x="4814280" y="3709800"/>
            <a:ext cx="4204440" cy="5114160"/>
          </a:xfrm>
          <a:prstGeom prst="rect">
            <a:avLst/>
          </a:prstGeom>
          <a:solidFill>
            <a:srgbClr val="263b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5" name="Rectangle 8"/>
          <p:cNvSpPr/>
          <p:nvPr/>
        </p:nvSpPr>
        <p:spPr>
          <a:xfrm>
            <a:off x="13736520" y="3699720"/>
            <a:ext cx="4283280" cy="5114160"/>
          </a:xfrm>
          <a:prstGeom prst="rect">
            <a:avLst/>
          </a:prstGeom>
          <a:solidFill>
            <a:srgbClr val="1a25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4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raphic 5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7436600" y="9473400"/>
            <a:ext cx="621360" cy="62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Rectangle 8"/>
          <p:cNvSpPr/>
          <p:nvPr/>
        </p:nvSpPr>
        <p:spPr>
          <a:xfrm rot="16200000">
            <a:off x="-177120" y="573480"/>
            <a:ext cx="1147680" cy="79092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4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7436600" y="9473400"/>
            <a:ext cx="621360" cy="62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Rectangle 7"/>
          <p:cNvSpPr/>
          <p:nvPr/>
        </p:nvSpPr>
        <p:spPr>
          <a:xfrm rot="16200000">
            <a:off x="-177120" y="573480"/>
            <a:ext cx="1147680" cy="79092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4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raphic 14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7436600" y="9473400"/>
            <a:ext cx="621360" cy="62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Rectangle 12"/>
          <p:cNvSpPr/>
          <p:nvPr/>
        </p:nvSpPr>
        <p:spPr>
          <a:xfrm rot="16200000">
            <a:off x="-177120" y="573480"/>
            <a:ext cx="1147680" cy="79092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4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raphic 20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7436600" y="9473400"/>
            <a:ext cx="621360" cy="62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Rectangle 5"/>
          <p:cNvSpPr/>
          <p:nvPr/>
        </p:nvSpPr>
        <p:spPr>
          <a:xfrm rot="16200000">
            <a:off x="-177120" y="573480"/>
            <a:ext cx="1147680" cy="79092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4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258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3" descr="A person using a cell phone&#10;&#10;Description automatically generated"/>
          <p:cNvPicPr/>
          <p:nvPr/>
        </p:nvPicPr>
        <p:blipFill>
          <a:blip r:embed="rId2"/>
          <a:stretch/>
        </p:blipFill>
        <p:spPr>
          <a:xfrm>
            <a:off x="-1440" y="-17640"/>
            <a:ext cx="18288000" cy="1030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" name="Picture 4" descr="A white line drawing of people climbing up stairs&#10;&#10;Description automatically generated"/>
          <p:cNvPicPr/>
          <p:nvPr/>
        </p:nvPicPr>
        <p:blipFill>
          <a:blip r:embed="rId3"/>
          <a:stretch/>
        </p:blipFill>
        <p:spPr>
          <a:xfrm>
            <a:off x="13248360" y="5431680"/>
            <a:ext cx="1733400" cy="173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6" name="Picture 8" descr="A white outline of a satellite&#10;&#10;Description automatically generated"/>
          <p:cNvPicPr/>
          <p:nvPr/>
        </p:nvPicPr>
        <p:blipFill>
          <a:blip r:embed="rId4"/>
          <a:stretch/>
        </p:blipFill>
        <p:spPr>
          <a:xfrm>
            <a:off x="2591280" y="2263320"/>
            <a:ext cx="1787400" cy="1787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7" name="Picture 11" descr="A white outline of a shield with a green check mark in the center of hands&#10;&#10;Description automatically generated"/>
          <p:cNvPicPr/>
          <p:nvPr/>
        </p:nvPicPr>
        <p:blipFill>
          <a:blip r:embed="rId5"/>
          <a:stretch/>
        </p:blipFill>
        <p:spPr>
          <a:xfrm>
            <a:off x="2256480" y="5250600"/>
            <a:ext cx="1787400" cy="1787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Picture 2" descr="A white circle with green lines and a black background&#10;&#10;AI-generated content may be incorrect."/>
          <p:cNvPicPr/>
          <p:nvPr/>
        </p:nvPicPr>
        <p:blipFill>
          <a:blip r:embed="rId6"/>
          <a:stretch/>
        </p:blipFill>
        <p:spPr>
          <a:xfrm>
            <a:off x="8571600" y="2263320"/>
            <a:ext cx="1787400" cy="178740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7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raphic 1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7436600" y="9473400"/>
            <a:ext cx="621360" cy="62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Rectangle 6"/>
          <p:cNvSpPr/>
          <p:nvPr/>
        </p:nvSpPr>
        <p:spPr>
          <a:xfrm rot="16200000">
            <a:off x="-177120" y="573480"/>
            <a:ext cx="1147680" cy="79092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4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raphic 11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7436600" y="9473400"/>
            <a:ext cx="621360" cy="62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Rectangle 3"/>
          <p:cNvSpPr/>
          <p:nvPr/>
        </p:nvSpPr>
        <p:spPr>
          <a:xfrm rot="16200000">
            <a:off x="-177120" y="573480"/>
            <a:ext cx="1147680" cy="79092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4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1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4"/>
          <p:cNvSpPr/>
          <p:nvPr/>
        </p:nvSpPr>
        <p:spPr>
          <a:xfrm>
            <a:off x="0" y="-4320"/>
            <a:ext cx="18264960" cy="10285560"/>
          </a:xfrm>
          <a:prstGeom prst="rect">
            <a:avLst/>
          </a:prstGeom>
          <a:gradFill rotWithShape="0">
            <a:gsLst>
              <a:gs pos="24000">
                <a:srgbClr val="ffffff"/>
              </a:gs>
              <a:gs pos="77000">
                <a:srgbClr val="d3e4ff"/>
              </a:gs>
              <a:gs pos="100000">
                <a:srgbClr val="a3c3ff"/>
              </a:gs>
            </a:gsLst>
            <a:lin ang="27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14" name="Rectangle 2"/>
          <p:cNvSpPr/>
          <p:nvPr/>
        </p:nvSpPr>
        <p:spPr>
          <a:xfrm>
            <a:off x="17527320" y="8420040"/>
            <a:ext cx="738000" cy="186120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15" name="Rectangle 7"/>
          <p:cNvSpPr/>
          <p:nvPr/>
        </p:nvSpPr>
        <p:spPr>
          <a:xfrm>
            <a:off x="21600" y="8420040"/>
            <a:ext cx="9120960" cy="1920600"/>
          </a:xfrm>
          <a:prstGeom prst="rect">
            <a:avLst/>
          </a:prstGeom>
          <a:solidFill>
            <a:srgbClr val="263b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16" name="Graphic 22" descr="">
            <a:hlinkClick r:id="rId2"/>
          </p:cNvPr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463440" y="9115920"/>
            <a:ext cx="442800" cy="433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" name="Graphic 24" descr="">
            <a:hlinkClick r:id="rId5"/>
          </p:cNvPr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7682040" y="9132840"/>
            <a:ext cx="608760" cy="4334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18" name="Straight Connector 26"/>
          <p:cNvCxnSpPr/>
          <p:nvPr/>
        </p:nvCxnSpPr>
        <p:spPr>
          <a:xfrm>
            <a:off x="7288560" y="9041040"/>
            <a:ext cx="1440" cy="624960"/>
          </a:xfrm>
          <a:prstGeom prst="straightConnector1">
            <a:avLst/>
          </a:prstGeom>
          <a:ln w="19050">
            <a:solidFill>
              <a:srgbClr val="7faeff"/>
            </a:solidFill>
            <a:round/>
          </a:ln>
        </p:spPr>
      </p:cxnSp>
      <p:pic>
        <p:nvPicPr>
          <p:cNvPr id="119" name="Graphic 1" descr="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745560" y="591480"/>
            <a:ext cx="1153440" cy="1153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CA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CA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trike="noStrike" u="none">
                <a:solidFill>
                  <a:srgbClr val="000000"/>
                </a:solidFill>
                <a:uFillTx/>
                <a:latin typeface="Arial"/>
              </a:rPr>
              <a:t>Click to edit the </a:t>
            </a:r>
            <a:r>
              <a:rPr b="0" lang="en-CA" sz="3200" strike="noStrike" u="none">
                <a:solidFill>
                  <a:srgbClr val="000000"/>
                </a:solidFill>
                <a:uFillTx/>
                <a:latin typeface="Arial"/>
              </a:rPr>
              <a:t>outline text format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CA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CA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CA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rgbClr val="000000"/>
                </a:solidFill>
                <a:uFillTx/>
                <a:latin typeface="Arial"/>
              </a:rPr>
              <a:t>Sixth Outline </a:t>
            </a:r>
            <a:r>
              <a:rPr b="0" lang="en-CA" sz="2000" strike="noStrike" u="none">
                <a:solidFill>
                  <a:srgbClr val="000000"/>
                </a:solidFill>
                <a:uFillTx/>
                <a:latin typeface="Arial"/>
              </a:rPr>
              <a:t>Level</a:t>
            </a:r>
            <a:endParaRPr b="0" lang="en-CA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rgbClr val="000000"/>
                </a:solidFill>
                <a:uFillTx/>
                <a:latin typeface="Arial"/>
              </a:rPr>
              <a:t>Seventh </a:t>
            </a:r>
            <a:r>
              <a:rPr b="0" lang="en-CA" sz="2000" strike="noStrike" u="none">
                <a:solidFill>
                  <a:srgbClr val="000000"/>
                </a:solidFill>
                <a:uFillTx/>
                <a:latin typeface="Arial"/>
              </a:rPr>
              <a:t>Outline </a:t>
            </a:r>
            <a:r>
              <a:rPr b="0" lang="en-CA" sz="2000" strike="noStrike" u="none">
                <a:solidFill>
                  <a:srgbClr val="000000"/>
                </a:solidFill>
                <a:uFillTx/>
                <a:latin typeface="Arial"/>
              </a:rPr>
              <a:t>Level</a:t>
            </a:r>
            <a:endParaRPr b="0" lang="en-CA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0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1f0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8"/>
          <p:cNvSpPr/>
          <p:nvPr/>
        </p:nvSpPr>
        <p:spPr>
          <a:xfrm>
            <a:off x="21600" y="0"/>
            <a:ext cx="18264960" cy="10285560"/>
          </a:xfrm>
          <a:prstGeom prst="rect">
            <a:avLst/>
          </a:prstGeom>
          <a:gradFill rotWithShape="0">
            <a:gsLst>
              <a:gs pos="62000">
                <a:srgbClr val="ffffff"/>
              </a:gs>
              <a:gs pos="100000">
                <a:srgbClr val="f3ffbb"/>
              </a:gs>
            </a:gsLst>
            <a:lin ang="189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23" name="Graphic 9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5269400" y="495360"/>
            <a:ext cx="2559960" cy="91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Rectangle 11"/>
          <p:cNvSpPr/>
          <p:nvPr/>
        </p:nvSpPr>
        <p:spPr>
          <a:xfrm rot="16200000">
            <a:off x="-90720" y="556920"/>
            <a:ext cx="914760" cy="79092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25" name="Rectangle 1"/>
          <p:cNvSpPr/>
          <p:nvPr/>
        </p:nvSpPr>
        <p:spPr>
          <a:xfrm rot="16200000">
            <a:off x="11357640" y="9789480"/>
            <a:ext cx="455760" cy="15840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4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2"/>
          <p:cNvSpPr/>
          <p:nvPr/>
        </p:nvSpPr>
        <p:spPr>
          <a:xfrm>
            <a:off x="9982080" y="9601200"/>
            <a:ext cx="8304480" cy="684360"/>
          </a:xfrm>
          <a:prstGeom prst="rect">
            <a:avLst/>
          </a:prstGeom>
          <a:solidFill>
            <a:srgbClr val="263b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27" name="Rectangle 5"/>
          <p:cNvSpPr/>
          <p:nvPr/>
        </p:nvSpPr>
        <p:spPr>
          <a:xfrm rot="16200000">
            <a:off x="9825840" y="9753120"/>
            <a:ext cx="690120" cy="37764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28" name="Graphic 3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7525880" y="9678240"/>
            <a:ext cx="5385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Rectangle 7"/>
          <p:cNvSpPr/>
          <p:nvPr/>
        </p:nvSpPr>
        <p:spPr>
          <a:xfrm rot="16200000">
            <a:off x="-177120" y="573480"/>
            <a:ext cx="1147680" cy="79092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4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7"/>
          <p:cNvSpPr/>
          <p:nvPr/>
        </p:nvSpPr>
        <p:spPr>
          <a:xfrm>
            <a:off x="7808760" y="-38160"/>
            <a:ext cx="10471320" cy="3303360"/>
          </a:xfrm>
          <a:prstGeom prst="rect">
            <a:avLst/>
          </a:prstGeom>
          <a:solidFill>
            <a:srgbClr val="d7e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31" name="Rectangle 2"/>
          <p:cNvSpPr/>
          <p:nvPr/>
        </p:nvSpPr>
        <p:spPr>
          <a:xfrm>
            <a:off x="7815240" y="3266640"/>
            <a:ext cx="10471320" cy="7057080"/>
          </a:xfrm>
          <a:prstGeom prst="rect">
            <a:avLst/>
          </a:prstGeom>
          <a:solidFill>
            <a:srgbClr val="6b8a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32" name="Rectangle 5"/>
          <p:cNvSpPr/>
          <p:nvPr/>
        </p:nvSpPr>
        <p:spPr>
          <a:xfrm rot="16200000">
            <a:off x="7792920" y="1411920"/>
            <a:ext cx="1488600" cy="37764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33" name="Graphic 8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3180600" y="876240"/>
            <a:ext cx="1446480" cy="144648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4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2"/>
          <p:cNvSpPr/>
          <p:nvPr/>
        </p:nvSpPr>
        <p:spPr>
          <a:xfrm>
            <a:off x="9982080" y="9601200"/>
            <a:ext cx="8304480" cy="684360"/>
          </a:xfrm>
          <a:prstGeom prst="rect">
            <a:avLst/>
          </a:prstGeom>
          <a:solidFill>
            <a:srgbClr val="263b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35" name="Rectangle 5"/>
          <p:cNvSpPr/>
          <p:nvPr/>
        </p:nvSpPr>
        <p:spPr>
          <a:xfrm rot="16200000">
            <a:off x="9825840" y="9753120"/>
            <a:ext cx="690120" cy="37764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36" name="Graphic 3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7525880" y="9678240"/>
            <a:ext cx="5385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Rectangle 9"/>
          <p:cNvSpPr/>
          <p:nvPr/>
        </p:nvSpPr>
        <p:spPr>
          <a:xfrm rot="16200000">
            <a:off x="-177120" y="573480"/>
            <a:ext cx="1147680" cy="79092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CA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CA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CA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CA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CA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CA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CA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4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Picture 6" descr=""/>
          <p:cNvPicPr/>
          <p:nvPr/>
        </p:nvPicPr>
        <p:blipFill>
          <a:blip r:embed="rId2"/>
          <a:stretch/>
        </p:blipFill>
        <p:spPr>
          <a:xfrm>
            <a:off x="5760" y="0"/>
            <a:ext cx="18294840" cy="1027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Rectangle 7"/>
          <p:cNvSpPr/>
          <p:nvPr/>
        </p:nvSpPr>
        <p:spPr>
          <a:xfrm>
            <a:off x="0" y="10800"/>
            <a:ext cx="18286560" cy="10274760"/>
          </a:xfrm>
          <a:prstGeom prst="rect">
            <a:avLst/>
          </a:prstGeom>
          <a:solidFill>
            <a:srgbClr val="1a2584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42" name="Rectangle 11"/>
          <p:cNvSpPr/>
          <p:nvPr/>
        </p:nvSpPr>
        <p:spPr>
          <a:xfrm rot="5400000">
            <a:off x="9069120" y="3543120"/>
            <a:ext cx="150840" cy="1217880"/>
          </a:xfrm>
          <a:prstGeom prst="rect">
            <a:avLst/>
          </a:prstGeom>
          <a:solidFill>
            <a:srgbClr val="d6e8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3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Picture 6" descr=""/>
          <p:cNvPicPr/>
          <p:nvPr/>
        </p:nvPicPr>
        <p:blipFill>
          <a:blip r:embed="rId2"/>
          <a:stretch/>
        </p:blipFill>
        <p:spPr>
          <a:xfrm>
            <a:off x="5760" y="24120"/>
            <a:ext cx="18280800" cy="102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Rectangle 7"/>
          <p:cNvSpPr/>
          <p:nvPr/>
        </p:nvSpPr>
        <p:spPr>
          <a:xfrm>
            <a:off x="0" y="0"/>
            <a:ext cx="18286560" cy="10274760"/>
          </a:xfrm>
          <a:prstGeom prst="rect">
            <a:avLst/>
          </a:prstGeom>
          <a:solidFill>
            <a:srgbClr val="1a2584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45" name="Rectangle 11"/>
          <p:cNvSpPr/>
          <p:nvPr/>
        </p:nvSpPr>
        <p:spPr>
          <a:xfrm rot="5400000">
            <a:off x="9069120" y="3543120"/>
            <a:ext cx="150840" cy="1217880"/>
          </a:xfrm>
          <a:prstGeom prst="rect">
            <a:avLst/>
          </a:prstGeom>
          <a:solidFill>
            <a:srgbClr val="d6e8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3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Picture 6" descr=""/>
          <p:cNvPicPr/>
          <p:nvPr/>
        </p:nvPicPr>
        <p:blipFill>
          <a:blip r:embed="rId2"/>
          <a:stretch/>
        </p:blipFill>
        <p:spPr>
          <a:xfrm>
            <a:off x="5760" y="24120"/>
            <a:ext cx="18280800" cy="1026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Rectangle 7"/>
          <p:cNvSpPr/>
          <p:nvPr/>
        </p:nvSpPr>
        <p:spPr>
          <a:xfrm>
            <a:off x="0" y="46800"/>
            <a:ext cx="18286560" cy="10274760"/>
          </a:xfrm>
          <a:prstGeom prst="rect">
            <a:avLst/>
          </a:prstGeom>
          <a:solidFill>
            <a:srgbClr val="1a2584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48" name="Rectangle 11"/>
          <p:cNvSpPr/>
          <p:nvPr/>
        </p:nvSpPr>
        <p:spPr>
          <a:xfrm rot="5400000">
            <a:off x="9069120" y="3543120"/>
            <a:ext cx="150840" cy="1217880"/>
          </a:xfrm>
          <a:prstGeom prst="rect">
            <a:avLst/>
          </a:prstGeom>
          <a:solidFill>
            <a:srgbClr val="d6e8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3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raphic 7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7436600" y="9473400"/>
            <a:ext cx="621360" cy="62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Rectangle 4"/>
          <p:cNvSpPr/>
          <p:nvPr/>
        </p:nvSpPr>
        <p:spPr>
          <a:xfrm rot="16200000">
            <a:off x="-177120" y="573480"/>
            <a:ext cx="1147680" cy="79092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CA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CA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CA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CA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CA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CA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CA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4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raphic 7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7436600" y="9473400"/>
            <a:ext cx="621360" cy="62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Rectangle 5"/>
          <p:cNvSpPr/>
          <p:nvPr/>
        </p:nvSpPr>
        <p:spPr>
          <a:xfrm rot="16200000">
            <a:off x="-177120" y="573480"/>
            <a:ext cx="1147680" cy="79092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4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2"/>
          <p:cNvSpPr/>
          <p:nvPr/>
        </p:nvSpPr>
        <p:spPr>
          <a:xfrm>
            <a:off x="9982080" y="9601200"/>
            <a:ext cx="8304480" cy="684360"/>
          </a:xfrm>
          <a:prstGeom prst="rect">
            <a:avLst/>
          </a:prstGeom>
          <a:solidFill>
            <a:srgbClr val="263b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56" name="Rectangle 5"/>
          <p:cNvSpPr/>
          <p:nvPr/>
        </p:nvSpPr>
        <p:spPr>
          <a:xfrm rot="16200000">
            <a:off x="9825840" y="9753120"/>
            <a:ext cx="690120" cy="37764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pic>
        <p:nvPicPr>
          <p:cNvPr id="157" name="Graphic 3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7525880" y="9678240"/>
            <a:ext cx="538560" cy="538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Rectangle 9"/>
          <p:cNvSpPr/>
          <p:nvPr/>
        </p:nvSpPr>
        <p:spPr>
          <a:xfrm rot="16200000">
            <a:off x="-177120" y="573480"/>
            <a:ext cx="1147680" cy="79092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4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raphic 7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7436600" y="9473400"/>
            <a:ext cx="621360" cy="62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Rectangle 4"/>
          <p:cNvSpPr/>
          <p:nvPr/>
        </p:nvSpPr>
        <p:spPr>
          <a:xfrm rot="16200000">
            <a:off x="-177120" y="573480"/>
            <a:ext cx="1147680" cy="79092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CA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CA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CA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CA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CA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CA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CA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4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raphic 7" descr="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7436600" y="9473400"/>
            <a:ext cx="621360" cy="621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Rectangle 4"/>
          <p:cNvSpPr/>
          <p:nvPr/>
        </p:nvSpPr>
        <p:spPr>
          <a:xfrm rot="16200000">
            <a:off x="-177120" y="573480"/>
            <a:ext cx="1147680" cy="790920"/>
          </a:xfrm>
          <a:prstGeom prst="rect">
            <a:avLst/>
          </a:prstGeom>
          <a:solidFill>
            <a:srgbClr val="cad3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CA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CA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CA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CA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CA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CA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CA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CA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3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8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hyperlink" Target="https://www.commonwl.org/specification/" TargetMode="External"/><Relationship Id="rId2" Type="http://schemas.openxmlformats.org/officeDocument/2006/relationships/slideLayout" Target="../slideLayouts/slideLayout38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8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5.jpeg"/><Relationship Id="rId2" Type="http://schemas.openxmlformats.org/officeDocument/2006/relationships/slideLayout" Target="../slideLayouts/slideLayout2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/>
          </p:nvPr>
        </p:nvSpPr>
        <p:spPr>
          <a:xfrm>
            <a:off x="781920" y="4229280"/>
            <a:ext cx="16858080" cy="220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ts val="7339"/>
              </a:lnSpc>
              <a:spcBef>
                <a:spcPts val="1500"/>
              </a:spcBef>
              <a:buNone/>
              <a:tabLst>
                <a:tab algn="l" pos="0"/>
              </a:tabLst>
            </a:pPr>
            <a:r>
              <a:rPr b="0" lang="en-US" sz="7500" strike="noStrike" u="none">
                <a:solidFill>
                  <a:schemeClr val="lt1"/>
                </a:solidFill>
                <a:uFillTx/>
                <a:latin typeface="Aptos"/>
                <a:ea typeface="Noto Sans Medium"/>
              </a:rPr>
              <a:t>Introduction to the</a:t>
            </a:r>
            <a:br>
              <a:rPr sz="7500"/>
            </a:br>
            <a:r>
              <a:rPr b="0" lang="en-US" sz="7500" strike="noStrike" u="none">
                <a:solidFill>
                  <a:schemeClr val="lt1"/>
                </a:solidFill>
                <a:uFillTx/>
                <a:latin typeface="Aptos"/>
                <a:ea typeface="Noto Sans Medium"/>
              </a:rPr>
              <a:t>OGC API –  Processes Standards</a:t>
            </a:r>
            <a:endParaRPr b="0" lang="en-CA" sz="75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781920" y="3055320"/>
            <a:ext cx="4532400" cy="95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ts val="7339"/>
              </a:lnSpc>
              <a:spcBef>
                <a:spcPts val="2659"/>
              </a:spcBef>
              <a:buNone/>
              <a:tabLst>
                <a:tab algn="l" pos="0"/>
              </a:tabLst>
            </a:pPr>
            <a:r>
              <a:rPr b="1" lang="en-US" sz="13300" strike="noStrike" u="none">
                <a:solidFill>
                  <a:schemeClr val="lt1"/>
                </a:solidFill>
                <a:uFillTx/>
                <a:latin typeface="Aptos"/>
                <a:ea typeface="Noto Sans Medium"/>
              </a:rPr>
              <a:t>OGC</a:t>
            </a:r>
            <a:endParaRPr b="0" lang="en-CA" sz="13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title"/>
          </p:nvPr>
        </p:nvSpPr>
        <p:spPr>
          <a:xfrm>
            <a:off x="1079280" y="8100000"/>
            <a:ext cx="10800360" cy="16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ts val="3699"/>
              </a:lnSpc>
              <a:buNone/>
              <a:tabLst>
                <a:tab algn="l" pos="0"/>
              </a:tabLst>
            </a:pPr>
            <a:br>
              <a:rPr sz="2500"/>
            </a:br>
            <a:r>
              <a:rPr b="0" lang="en-GB" sz="2500" strike="noStrike" u="none">
                <a:solidFill>
                  <a:schemeClr val="lt1"/>
                </a:solidFill>
                <a:uFillTx/>
                <a:latin typeface="Aptos"/>
              </a:rPr>
              <a:t>Benjamin Pross (52-north)</a:t>
            </a:r>
            <a:br>
              <a:rPr sz="2500"/>
            </a:br>
            <a:r>
              <a:rPr b="0" lang="en-GB" sz="2500" strike="noStrike" u="none">
                <a:solidFill>
                  <a:schemeClr val="lt1"/>
                </a:solidFill>
                <a:uFillTx/>
                <a:latin typeface="Aptos"/>
              </a:rPr>
              <a:t>Panagiotis (Peter) A. Vretanos (CubeWerx)</a:t>
            </a:r>
            <a:br>
              <a:rPr sz="2500"/>
            </a:br>
            <a:r>
              <a:rPr b="0" lang="en-GB" sz="2500" strike="noStrike" u="none">
                <a:solidFill>
                  <a:schemeClr val="lt1"/>
                </a:solidFill>
                <a:uFillTx/>
                <a:latin typeface="Aptos"/>
              </a:rPr>
              <a:t>09-OCT-2025</a:t>
            </a:r>
            <a:endParaRPr b="0" lang="en-CA" sz="25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/>
          </p:nvPr>
        </p:nvSpPr>
        <p:spPr>
          <a:xfrm>
            <a:off x="148680" y="2322360"/>
            <a:ext cx="18031320" cy="541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7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Introduction to OGC API – Processes – Part 1: Core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7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Introduction to OGC API – Processes – Part 2: Deploy, Replace, Undeploy 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7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Code sprint goals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title"/>
          </p:nvPr>
        </p:nvSpPr>
        <p:spPr>
          <a:xfrm>
            <a:off x="862920" y="555120"/>
            <a:ext cx="8508240" cy="91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ts val="4099"/>
              </a:lnSpc>
              <a:buNone/>
              <a:tabLst>
                <a:tab algn="l" pos="0"/>
              </a:tabLst>
            </a:pPr>
            <a:r>
              <a:rPr b="0" lang="en-US" sz="5500" strike="noStrike" u="none">
                <a:solidFill>
                  <a:srgbClr val="263bd3"/>
                </a:solidFill>
                <a:uFillTx/>
                <a:latin typeface="Aptos"/>
              </a:rPr>
              <a:t>Agenda</a:t>
            </a:r>
            <a:endParaRPr b="0" lang="en-CA" sz="5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180000" y="4685760"/>
            <a:ext cx="16920000" cy="91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ts val="4099"/>
              </a:lnSpc>
              <a:buNone/>
              <a:tabLst>
                <a:tab algn="l" pos="0"/>
              </a:tabLst>
            </a:pPr>
            <a:r>
              <a:rPr b="0" lang="en-US" sz="4200" strike="noStrike" u="none">
                <a:solidFill>
                  <a:srgbClr val="263bd3"/>
                </a:solidFill>
                <a:uFillTx/>
                <a:latin typeface="Aptos"/>
              </a:rPr>
              <a:t>OGC API – Processes – </a:t>
            </a:r>
            <a:r>
              <a:rPr b="0" lang="en-US" sz="4200" strike="noStrike" u="none">
                <a:solidFill>
                  <a:srgbClr val="263bd3"/>
                </a:solidFill>
                <a:uFillTx/>
                <a:latin typeface="Aptos"/>
              </a:rPr>
              <a:t>Part 1: Core</a:t>
            </a:r>
            <a:br>
              <a:rPr sz="4200"/>
            </a:br>
            <a:br>
              <a:rPr sz="4200"/>
            </a:br>
            <a:r>
              <a:rPr b="0" lang="en-US" sz="4200" strike="noStrike" u="none">
                <a:solidFill>
                  <a:srgbClr val="263bd3"/>
                </a:solidFill>
                <a:uFillTx/>
                <a:latin typeface="Aptos"/>
              </a:rPr>
              <a:t>(ready for OAB review </a:t>
            </a:r>
            <a:r>
              <a:rPr b="0" lang="en-US" sz="4200" strike="noStrike" u="none">
                <a:solidFill>
                  <a:srgbClr val="263bd3"/>
                </a:solidFill>
                <a:uFillTx/>
                <a:latin typeface="Aptos"/>
              </a:rPr>
              <a:t>around upcoming OGC TC)</a:t>
            </a:r>
            <a:endParaRPr b="0" lang="en-CA" sz="4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/>
          </p:nvPr>
        </p:nvSpPr>
        <p:spPr>
          <a:xfrm>
            <a:off x="838080" y="1555200"/>
            <a:ext cx="16801920" cy="798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rgbClr val="ff0000"/>
                </a:solidFill>
                <a:uFillTx/>
                <a:latin typeface="Aptos"/>
                <a:ea typeface="Noto Sans Medium"/>
              </a:rPr>
              <a:t>Core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How to get a list of available </a:t>
            </a: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processes and the description of </a:t>
            </a: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a process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How to execute a process (sync </a:t>
            </a: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or async)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Get job status info and get </a:t>
            </a: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results for async execution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en-US" sz="2800" strike="noStrike" u="none">
                <a:solidFill>
                  <a:srgbClr val="ff0000"/>
                </a:solidFill>
                <a:uFillTx/>
                <a:latin typeface="Aptos"/>
                <a:ea typeface="Noto Sans Medium"/>
              </a:rPr>
              <a:t>Collections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ff0000"/>
                </a:solidFill>
                <a:uFillTx/>
                <a:latin typeface="Aptos"/>
                <a:ea typeface="Noto Sans Medium"/>
              </a:rPr>
              <a:t>Collection input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Support local OGC collection as </a:t>
            </a: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process input 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Various OGC data access </a:t>
            </a: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methods can be used (e.g. </a:t>
            </a: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Feat, Cov., etc.)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Filtering is done by the input </a:t>
            </a: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source API.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ff0000"/>
                </a:solidFill>
                <a:uFillTx/>
                <a:latin typeface="Aptos"/>
                <a:ea typeface="Noto Sans Medium"/>
              </a:rPr>
              <a:t>Remote collection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Same a collection input but </a:t>
            </a: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accessing a remote API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ff0000"/>
                </a:solidFill>
                <a:uFillTx/>
                <a:latin typeface="Aptos"/>
                <a:ea typeface="Noto Sans Medium"/>
              </a:rPr>
              <a:t>Collection output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Support redirection to </a:t>
            </a: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collection output for a single </a:t>
            </a: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output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ff0000"/>
                </a:solidFill>
                <a:uFillTx/>
                <a:latin typeface="Aptos"/>
                <a:ea typeface="Noto Sans Medium"/>
              </a:rPr>
              <a:t>Local filtering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Support local filtering of data if </a:t>
            </a: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the input source server does </a:t>
            </a: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not support it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title"/>
          </p:nvPr>
        </p:nvSpPr>
        <p:spPr>
          <a:xfrm>
            <a:off x="862920" y="555120"/>
            <a:ext cx="16821720" cy="91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ts val="4099"/>
              </a:lnSpc>
              <a:buNone/>
              <a:tabLst>
                <a:tab algn="l" pos="0"/>
              </a:tabLst>
            </a:pPr>
            <a:r>
              <a:rPr b="0" lang="en-US" sz="4200" strike="noStrike" u="none">
                <a:solidFill>
                  <a:srgbClr val="263bd3"/>
                </a:solidFill>
                <a:uFillTx/>
                <a:latin typeface="Aptos"/>
              </a:rPr>
              <a:t>Requirements classes</a:t>
            </a:r>
            <a:endParaRPr b="0" lang="en-CA" sz="4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/>
          </p:nvPr>
        </p:nvSpPr>
        <p:spPr>
          <a:xfrm>
            <a:off x="838080" y="1591200"/>
            <a:ext cx="16801920" cy="798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rgbClr val="f10d0c"/>
                </a:solidFill>
                <a:uFillTx/>
                <a:latin typeface="Aptos"/>
                <a:ea typeface="Noto Sans Medium"/>
              </a:rPr>
              <a:t>OGC process description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Get the description of a process (inputs, outputs, etc.) using the OGC process description vocabulary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JSON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Support for JSON-encoded responses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HTML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Support for HTML-encoded responses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OpenAPI 3.0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Support for OpenAPI 3.0 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rgbClr val="ff0000"/>
                </a:solidFill>
                <a:uFillTx/>
                <a:latin typeface="Aptos"/>
                <a:ea typeface="Noto Sans Medium"/>
              </a:rPr>
              <a:t>OpenAPI 3.1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ff0000"/>
                </a:solidFill>
                <a:uFillTx/>
                <a:latin typeface="Aptos"/>
                <a:ea typeface="Noto Sans Medium"/>
              </a:rPr>
              <a:t>Support for OpenAPI 3.1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Job list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Aptos"/>
                <a:ea typeface="Noto Sans Medium"/>
              </a:rPr>
              <a:t>Get list of jobs with filtering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CA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n-CA" sz="3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n-CA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title"/>
          </p:nvPr>
        </p:nvSpPr>
        <p:spPr>
          <a:xfrm>
            <a:off x="862920" y="555120"/>
            <a:ext cx="16821720" cy="91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ts val="4099"/>
              </a:lnSpc>
              <a:buNone/>
              <a:tabLst>
                <a:tab algn="l" pos="0"/>
              </a:tabLst>
            </a:pPr>
            <a:r>
              <a:rPr b="0" lang="en-US" sz="4200" strike="noStrike" u="none">
                <a:solidFill>
                  <a:srgbClr val="263bd3"/>
                </a:solidFill>
                <a:uFillTx/>
                <a:latin typeface="Aptos"/>
              </a:rPr>
              <a:t>Requirements classes</a:t>
            </a:r>
            <a:endParaRPr b="0" lang="en-CA" sz="4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/>
          </p:nvPr>
        </p:nvSpPr>
        <p:spPr>
          <a:xfrm>
            <a:off x="838080" y="1555200"/>
            <a:ext cx="16801920" cy="798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Callback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Support for job notifications (rather than polling)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Dismiss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Cancel and executing job or remove a completed job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KVP-encoded execute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Support GET method on /processes/{processID}/execution endpoint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Process input parameters are passed as query parameters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rgbClr val="ff0000"/>
                </a:solidFill>
                <a:uFillTx/>
                <a:latin typeface="Aptos"/>
                <a:ea typeface="Noto Sans Medium"/>
              </a:rPr>
              <a:t>Profile query parameter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Support for the “profile” query parameter to allow clients to request profiles of media types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CA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n-CA" sz="3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n-CA" sz="3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title"/>
          </p:nvPr>
        </p:nvSpPr>
        <p:spPr>
          <a:xfrm>
            <a:off x="862920" y="555120"/>
            <a:ext cx="16821720" cy="91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ts val="4099"/>
              </a:lnSpc>
              <a:buNone/>
              <a:tabLst>
                <a:tab algn="l" pos="0"/>
              </a:tabLst>
            </a:pPr>
            <a:r>
              <a:rPr b="0" lang="en-US" sz="4200" strike="noStrike" u="none">
                <a:solidFill>
                  <a:srgbClr val="263bd3"/>
                </a:solidFill>
                <a:uFillTx/>
                <a:latin typeface="Aptos"/>
              </a:rPr>
              <a:t>Requirements classes</a:t>
            </a:r>
            <a:endParaRPr b="0" lang="en-CA" sz="4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862920" y="555120"/>
            <a:ext cx="16821720" cy="91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ts val="4099"/>
              </a:lnSpc>
              <a:buNone/>
              <a:tabLst>
                <a:tab algn="l" pos="0"/>
              </a:tabLst>
            </a:pPr>
            <a:r>
              <a:rPr b="0" lang="en-US" sz="4200" strike="noStrike" u="none">
                <a:solidFill>
                  <a:srgbClr val="263bd3"/>
                </a:solidFill>
                <a:uFillTx/>
                <a:latin typeface="Aptos"/>
              </a:rPr>
              <a:t>Processes API</a:t>
            </a:r>
            <a:endParaRPr b="0" lang="en-CA" sz="4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80" name="" descr=""/>
          <p:cNvPicPr/>
          <p:nvPr/>
        </p:nvPicPr>
        <p:blipFill>
          <a:blip r:embed="rId1"/>
          <a:stretch/>
        </p:blipFill>
        <p:spPr>
          <a:xfrm>
            <a:off x="240840" y="2100600"/>
            <a:ext cx="17806680" cy="6085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180000" y="4685760"/>
            <a:ext cx="17820000" cy="91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ts val="4099"/>
              </a:lnSpc>
              <a:buNone/>
              <a:tabLst>
                <a:tab algn="l" pos="0"/>
              </a:tabLst>
            </a:pPr>
            <a:r>
              <a:rPr b="0" lang="en-US" sz="4200" strike="noStrike" u="none">
                <a:solidFill>
                  <a:srgbClr val="263bd3"/>
                </a:solidFill>
                <a:uFillTx/>
                <a:latin typeface="Aptos"/>
              </a:rPr>
              <a:t>OGC API – Processes – Part 2: Deploy, Replace, Undeploy</a:t>
            </a:r>
            <a:br>
              <a:rPr sz="4200"/>
            </a:br>
            <a:br>
              <a:rPr sz="4200"/>
            </a:br>
            <a:r>
              <a:rPr b="0" lang="en-US" sz="4200" strike="noStrike" u="none">
                <a:solidFill>
                  <a:srgbClr val="263bd3"/>
                </a:solidFill>
                <a:uFillTx/>
                <a:latin typeface="Aptos"/>
              </a:rPr>
              <a:t>(ready of OAB review around upcoming OGC TC) </a:t>
            </a:r>
            <a:endParaRPr b="0" lang="en-CA" sz="4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/>
          </p:nvPr>
        </p:nvSpPr>
        <p:spPr>
          <a:xfrm>
            <a:off x="838080" y="1591200"/>
            <a:ext cx="16801920" cy="798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Deploy, Replace, Undeploy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Uses POST, PUT, DELETE to dynamically add, replace or delete processes from an OAProc deployment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Body of  POST or PUT is a formal description of a process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Only processes marked as “mutable” can be modified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Based on “OGC API – Features – Part 4: Create, Replace, Update and Delete”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OGC Application Package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A JSON-encoded description of a process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Can be used as the body of a POST or PUT operation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An application package contains a process description using the OGC Process Description vocabulary from Part 1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An application package also contains details about the “execution unit”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The execution unit is the thing the OAProc server executes when the process is invoked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 defTabSz="9144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Details of the execution unit can be specified in-line or by reference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title"/>
          </p:nvPr>
        </p:nvSpPr>
        <p:spPr>
          <a:xfrm>
            <a:off x="862920" y="555120"/>
            <a:ext cx="16821720" cy="91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ts val="4099"/>
              </a:lnSpc>
              <a:buNone/>
              <a:tabLst>
                <a:tab algn="l" pos="0"/>
              </a:tabLst>
            </a:pPr>
            <a:r>
              <a:rPr b="0" lang="en-US" sz="4200" strike="noStrike" u="none">
                <a:solidFill>
                  <a:srgbClr val="263bd3"/>
                </a:solidFill>
                <a:uFillTx/>
                <a:latin typeface="Aptos"/>
              </a:rPr>
              <a:t>Requirements classes</a:t>
            </a:r>
            <a:endParaRPr b="0" lang="en-CA" sz="4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/>
          </p:nvPr>
        </p:nvSpPr>
        <p:spPr>
          <a:xfrm>
            <a:off x="838080" y="1555200"/>
            <a:ext cx="16801920" cy="798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Docker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An extended execution unit description specifically for Docker containers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Provides details such as the reference to the image, the type of deployment (local, remote, hcp, cloud) and as well as resource requirements to run the container (# of cpus, mem requirements, temp storage requirements, etc.)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57200" indent="-457200" defTabSz="9144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Common Workflow Language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Based on the </a:t>
            </a: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  <a:hlinkClick r:id="rId1"/>
              </a:rPr>
              <a:t>Common Workflow Language</a:t>
            </a: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 standard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CWL can be used as an execution unit in a OGC Application Package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 defTabSz="914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ptos"/>
                <a:ea typeface="Noto Sans Medium"/>
              </a:rPr>
              <a:t>CWL can, on its own, be used as the process description for deployment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title"/>
          </p:nvPr>
        </p:nvSpPr>
        <p:spPr>
          <a:xfrm>
            <a:off x="862920" y="555120"/>
            <a:ext cx="16821720" cy="91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ts val="4099"/>
              </a:lnSpc>
              <a:buNone/>
              <a:tabLst>
                <a:tab algn="l" pos="0"/>
              </a:tabLst>
            </a:pPr>
            <a:r>
              <a:rPr b="0" lang="en-US" sz="4200" strike="noStrike" u="none">
                <a:solidFill>
                  <a:srgbClr val="263bd3"/>
                </a:solidFill>
                <a:uFillTx/>
                <a:latin typeface="Aptos"/>
              </a:rPr>
              <a:t>Requirements classes</a:t>
            </a:r>
            <a:endParaRPr b="0" lang="en-CA" sz="4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/>
          </p:nvPr>
        </p:nvSpPr>
        <p:spPr>
          <a:xfrm>
            <a:off x="838080" y="1627200"/>
            <a:ext cx="16801920" cy="798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800" strike="noStrike" u="none">
                <a:solidFill>
                  <a:srgbClr val="000000"/>
                </a:solidFill>
                <a:uFillTx/>
                <a:latin typeface="Arial"/>
              </a:rPr>
              <a:t>Sanity check for changes in version 2.0 of Part 1: Core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trike="noStrike" u="none">
                <a:solidFill>
                  <a:srgbClr val="000000"/>
                </a:solidFill>
                <a:uFillTx/>
                <a:latin typeface="Arial"/>
              </a:rPr>
              <a:t>Focus execution due to major update to the execute mechanism (e.g. support for collection input and output). 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800" strike="noStrike" u="none">
                <a:solidFill>
                  <a:srgbClr val="000000"/>
                </a:solidFill>
                <a:uFillTx/>
                <a:latin typeface="Arial"/>
              </a:rPr>
              <a:t>Exercise Part 2: Deploy, Replace, Undeploy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CA" sz="2800" strike="noStrike" u="none">
                <a:solidFill>
                  <a:srgbClr val="000000"/>
                </a:solidFill>
                <a:uFillTx/>
                <a:latin typeface="Arial"/>
              </a:rPr>
              <a:t>New standard so want to test as much of it as possible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800" strike="noStrike" u="none">
                <a:solidFill>
                  <a:srgbClr val="000000"/>
                </a:solidFill>
                <a:uFillTx/>
                <a:latin typeface="Arial"/>
              </a:rPr>
              <a:t>Clients are always a problem so we propose to focus on testing servers using cURL.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CA" sz="2800" strike="noStrike" u="none">
                <a:solidFill>
                  <a:srgbClr val="000000"/>
                </a:solidFill>
                <a:uFillTx/>
                <a:latin typeface="Arial"/>
              </a:rPr>
              <a:t>Possibly also use python-based client and TEST Engine-based tests.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 type="title"/>
          </p:nvPr>
        </p:nvSpPr>
        <p:spPr>
          <a:xfrm>
            <a:off x="862920" y="555120"/>
            <a:ext cx="16821720" cy="91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ts val="4099"/>
              </a:lnSpc>
              <a:buNone/>
              <a:tabLst>
                <a:tab algn="l" pos="0"/>
              </a:tabLst>
            </a:pPr>
            <a:r>
              <a:rPr b="0" lang="en-US" sz="4200" strike="noStrike" u="none">
                <a:solidFill>
                  <a:srgbClr val="263bd3"/>
                </a:solidFill>
                <a:uFillTx/>
                <a:latin typeface="Aptos"/>
              </a:rPr>
              <a:t>Sprint goals</a:t>
            </a:r>
            <a:endParaRPr b="0" lang="en-CA" sz="4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/>
          </p:nvPr>
        </p:nvSpPr>
        <p:spPr>
          <a:xfrm>
            <a:off x="745560" y="9105840"/>
            <a:ext cx="3034080" cy="54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1" lang="en-US" sz="2800" strike="noStrike" u="none">
                <a:solidFill>
                  <a:schemeClr val="accent3">
                    <a:lumMod val="60000"/>
                    <a:lumOff val="40000"/>
                  </a:schemeClr>
                </a:solidFill>
                <a:uFillTx/>
                <a:latin typeface="Aptos SemiBold"/>
                <a:ea typeface="Noto Sans Medium"/>
              </a:rPr>
              <a:t>www.ogc.org</a:t>
            </a:r>
            <a:endParaRPr b="0" lang="en-CA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 type="title"/>
          </p:nvPr>
        </p:nvSpPr>
        <p:spPr>
          <a:xfrm>
            <a:off x="671760" y="3490560"/>
            <a:ext cx="6108480" cy="33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ts val="9799"/>
              </a:lnSpc>
              <a:buNone/>
              <a:tabLst>
                <a:tab algn="l" pos="0"/>
              </a:tabLst>
            </a:pPr>
            <a:r>
              <a:rPr b="0" lang="en-US" sz="12300" strike="noStrike" u="none">
                <a:solidFill>
                  <a:schemeClr val="accent1">
                    <a:lumMod val="75000"/>
                  </a:schemeClr>
                </a:solidFill>
                <a:uFillTx/>
                <a:latin typeface="Aptos"/>
              </a:rPr>
              <a:t>THANK YOU</a:t>
            </a:r>
            <a:endParaRPr b="0" lang="en-CA" sz="12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90" name="Picture Placeholder 13" descr=""/>
          <p:cNvPicPr/>
          <p:nvPr/>
        </p:nvPicPr>
        <p:blipFill>
          <a:blip r:embed="rId1"/>
          <a:stretch/>
        </p:blipFill>
        <p:spPr>
          <a:xfrm>
            <a:off x="9144000" y="4680"/>
            <a:ext cx="8382240" cy="841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1" name="TextBox 2"/>
          <p:cNvSpPr/>
          <p:nvPr/>
        </p:nvSpPr>
        <p:spPr>
          <a:xfrm>
            <a:off x="284400" y="7504200"/>
            <a:ext cx="9264600" cy="8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500" strike="noStrike" u="none">
                <a:solidFill>
                  <a:schemeClr val="dk1"/>
                </a:solidFill>
                <a:uFillTx/>
                <a:latin typeface="Aptos"/>
              </a:rPr>
              <a:t>2300, Wilson Blvd. Suite 700-1026, Arlington, VA 22201, USA</a:t>
            </a:r>
            <a:endParaRPr b="0" lang="en-CA" sz="2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Office Theme">
  <a:themeElements>
    <a:clrScheme name="OGC BRAND COLOURS">
      <a:dk1>
        <a:srgbClr val="000000"/>
      </a:dk1>
      <a:lt1>
        <a:srgbClr val="ffffff"/>
      </a:lt1>
      <a:dk2>
        <a:srgbClr val="1f497d"/>
      </a:dk2>
      <a:lt2>
        <a:srgbClr val="e3effc"/>
      </a:lt2>
      <a:accent1>
        <a:srgbClr val="1a2483"/>
      </a:accent1>
      <a:accent2>
        <a:srgbClr val="263bd3"/>
      </a:accent2>
      <a:accent3>
        <a:srgbClr val="d6e832"/>
      </a:accent3>
      <a:accent4>
        <a:srgbClr val="92deff"/>
      </a:accent4>
      <a:accent5>
        <a:srgbClr val="bad6ff"/>
      </a:accent5>
      <a:accent6>
        <a:srgbClr val="aab50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9E3310CD124948B4E279413993BB0E" ma:contentTypeVersion="4" ma:contentTypeDescription="Create a new document." ma:contentTypeScope="" ma:versionID="e4b5dc9f4aebc277fe3b426360c93a7d">
  <xsd:schema xmlns:xsd="http://www.w3.org/2001/XMLSchema" xmlns:xs="http://www.w3.org/2001/XMLSchema" xmlns:p="http://schemas.microsoft.com/office/2006/metadata/properties" xmlns:ns2="d6fbc86c-d850-4140-ac77-9d31bd829bdd" targetNamespace="http://schemas.microsoft.com/office/2006/metadata/properties" ma:root="true" ma:fieldsID="acabf0ea01dfb4799bb317306b1f4385" ns2:_="">
    <xsd:import namespace="d6fbc86c-d850-4140-ac77-9d31bd829bd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fbc86c-d850-4140-ac77-9d31bd829b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B83FC41-384C-4416-9A4E-6653321403C3}">
  <ds:schemaRefs>
    <ds:schemaRef ds:uri="http://schemas.microsoft.com/office/2006/metadata/properties"/>
    <ds:schemaRef ds:uri="http://purl.org/dc/dcmitype/"/>
    <ds:schemaRef ds:uri="http://schemas.openxmlformats.org/package/2006/metadata/core-properties"/>
    <ds:schemaRef ds:uri="d6fbc86c-d850-4140-ac77-9d31bd829bdd"/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A028D80A-D8F1-4E9F-96FE-EDED6B38411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C04DF60-C5EB-45DF-A684-24F4C6701E18}">
  <ds:schemaRefs>
    <ds:schemaRef ds:uri="d6fbc86c-d850-4140-ac77-9d31bd829bd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</TotalTime>
  <Application>LibreOffice/24.8.7.2$Linux_X86_64 LibreOffice_project/480$Build-2</Application>
  <AppVersion>15.0000</AppVersion>
  <Words>1248</Words>
  <Paragraphs>295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2025-03-08T17:25:36Z</dcterms:created>
  <dc:creator>Deepti Kala</dc:creator>
  <dc:description/>
  <dc:identifier>DAGYbemYEzg</dc:identifier>
  <dc:language>en-CA</dc:language>
  <cp:lastModifiedBy>Panagiotis Vretanos</cp:lastModifiedBy>
  <dcterms:modified xsi:type="dcterms:W3CDTF">2025-10-08T23:01:24Z</dcterms:modified>
  <cp:revision>83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0x0101002E9E3310CD124948B4E279413993BB0E</vt:lpwstr>
  </property>
  <property fmtid="{D5CDD505-2E9C-101B-9397-08002B2CF9AE}" pid="3" name="MediaServiceImageTags">
    <vt:lpwstr/>
  </property>
  <property fmtid="{D5CDD505-2E9C-101B-9397-08002B2CF9AE}" pid="4" name="PresentationFormat">
    <vt:lpwstr>Custom</vt:lpwstr>
  </property>
  <property fmtid="{D5CDD505-2E9C-101B-9397-08002B2CF9AE}" pid="5" name="Slides">
    <vt:i4>23</vt:i4>
  </property>
</Properties>
</file>