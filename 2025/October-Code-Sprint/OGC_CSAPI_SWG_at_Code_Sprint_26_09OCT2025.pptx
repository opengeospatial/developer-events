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1"/>
  </p:notesMasterIdLst>
  <p:handoutMasterIdLst>
    <p:handoutMasterId r:id="rId22"/>
  </p:handoutMasterIdLst>
  <p:sldIdLst>
    <p:sldId id="374" r:id="rId5"/>
    <p:sldId id="396" r:id="rId6"/>
    <p:sldId id="410" r:id="rId7"/>
    <p:sldId id="397" r:id="rId8"/>
    <p:sldId id="399" r:id="rId9"/>
    <p:sldId id="411" r:id="rId10"/>
    <p:sldId id="403" r:id="rId11"/>
    <p:sldId id="408" r:id="rId12"/>
    <p:sldId id="407" r:id="rId13"/>
    <p:sldId id="406" r:id="rId14"/>
    <p:sldId id="404" r:id="rId15"/>
    <p:sldId id="395" r:id="rId16"/>
    <p:sldId id="365" r:id="rId17"/>
    <p:sldId id="400" r:id="rId18"/>
    <p:sldId id="409" r:id="rId19"/>
    <p:sldId id="390" r:id="rId2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7E89"/>
    <a:srgbClr val="1A2584"/>
    <a:srgbClr val="263BD3"/>
    <a:srgbClr val="D4F6FF"/>
    <a:srgbClr val="6BCFFC"/>
    <a:srgbClr val="9BBEFF"/>
    <a:srgbClr val="1A31A0"/>
    <a:srgbClr val="87AEFC"/>
    <a:srgbClr val="6A9BFF"/>
    <a:srgbClr val="6B8A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0DFA1-569A-4558-9EAD-431837E4562D}" v="64" dt="2025-10-08T23:19:41.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44" autoAdjust="0"/>
    <p:restoredTop sz="94422" autoAdjust="0"/>
  </p:normalViewPr>
  <p:slideViewPr>
    <p:cSldViewPr>
      <p:cViewPr varScale="1">
        <p:scale>
          <a:sx n="39" d="100"/>
          <a:sy n="39" d="100"/>
        </p:scale>
        <p:origin x="106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93" d="100"/>
          <a:sy n="93" d="100"/>
        </p:scale>
        <p:origin x="2576"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lling, Sam" userId="99ceb61e-64a4-4a0f-ba4f-a9a955474e24" providerId="ADAL" clId="{3240DFA1-569A-4558-9EAD-431837E4562D}"/>
    <pc:docChg chg="undo custSel addSld delSld modSld sldOrd">
      <pc:chgData name="Bolling, Sam" userId="99ceb61e-64a4-4a0f-ba4f-a9a955474e24" providerId="ADAL" clId="{3240DFA1-569A-4558-9EAD-431837E4562D}" dt="2025-10-08T23:20:22.903" v="1085" actId="207"/>
      <pc:docMkLst>
        <pc:docMk/>
      </pc:docMkLst>
      <pc:sldChg chg="modSp mod">
        <pc:chgData name="Bolling, Sam" userId="99ceb61e-64a4-4a0f-ba4f-a9a955474e24" providerId="ADAL" clId="{3240DFA1-569A-4558-9EAD-431837E4562D}" dt="2025-10-08T23:13:49.426" v="800" actId="403"/>
        <pc:sldMkLst>
          <pc:docMk/>
          <pc:sldMk cId="3875861169" sldId="365"/>
        </pc:sldMkLst>
        <pc:spChg chg="mod">
          <ac:chgData name="Bolling, Sam" userId="99ceb61e-64a4-4a0f-ba4f-a9a955474e24" providerId="ADAL" clId="{3240DFA1-569A-4558-9EAD-431837E4562D}" dt="2025-10-08T23:13:49.426" v="800" actId="403"/>
          <ac:spMkLst>
            <pc:docMk/>
            <pc:sldMk cId="3875861169" sldId="365"/>
            <ac:spMk id="3" creationId="{B890AF5C-FE6A-82EC-AA42-B286DF154EDB}"/>
          </ac:spMkLst>
        </pc:spChg>
      </pc:sldChg>
      <pc:sldChg chg="modSp mod">
        <pc:chgData name="Bolling, Sam" userId="99ceb61e-64a4-4a0f-ba4f-a9a955474e24" providerId="ADAL" clId="{3240DFA1-569A-4558-9EAD-431837E4562D}" dt="2025-10-08T22:38:48.755" v="50" actId="14100"/>
        <pc:sldMkLst>
          <pc:docMk/>
          <pc:sldMk cId="728082166" sldId="374"/>
        </pc:sldMkLst>
        <pc:spChg chg="mod">
          <ac:chgData name="Bolling, Sam" userId="99ceb61e-64a4-4a0f-ba4f-a9a955474e24" providerId="ADAL" clId="{3240DFA1-569A-4558-9EAD-431837E4562D}" dt="2025-10-08T22:38:07.041" v="3" actId="20577"/>
          <ac:spMkLst>
            <pc:docMk/>
            <pc:sldMk cId="728082166" sldId="374"/>
            <ac:spMk id="4" creationId="{3943C6FD-A511-FD5E-3988-B6FBCEBD33FE}"/>
          </ac:spMkLst>
        </pc:spChg>
        <pc:spChg chg="mod">
          <ac:chgData name="Bolling, Sam" userId="99ceb61e-64a4-4a0f-ba4f-a9a955474e24" providerId="ADAL" clId="{3240DFA1-569A-4558-9EAD-431837E4562D}" dt="2025-10-08T22:38:48.755" v="50" actId="14100"/>
          <ac:spMkLst>
            <pc:docMk/>
            <pc:sldMk cId="728082166" sldId="374"/>
            <ac:spMk id="6" creationId="{376BCFDC-07B1-324A-1790-D984FF182AB7}"/>
          </ac:spMkLst>
        </pc:spChg>
      </pc:sldChg>
      <pc:sldChg chg="del">
        <pc:chgData name="Bolling, Sam" userId="99ceb61e-64a4-4a0f-ba4f-a9a955474e24" providerId="ADAL" clId="{3240DFA1-569A-4558-9EAD-431837E4562D}" dt="2025-10-08T22:40:22.862" v="58" actId="47"/>
        <pc:sldMkLst>
          <pc:docMk/>
          <pc:sldMk cId="3495540519" sldId="375"/>
        </pc:sldMkLst>
      </pc:sldChg>
      <pc:sldChg chg="del">
        <pc:chgData name="Bolling, Sam" userId="99ceb61e-64a4-4a0f-ba4f-a9a955474e24" providerId="ADAL" clId="{3240DFA1-569A-4558-9EAD-431837E4562D}" dt="2025-10-08T22:50:44.405" v="496" actId="47"/>
        <pc:sldMkLst>
          <pc:docMk/>
          <pc:sldMk cId="2552974194" sldId="377"/>
        </pc:sldMkLst>
      </pc:sldChg>
      <pc:sldChg chg="del">
        <pc:chgData name="Bolling, Sam" userId="99ceb61e-64a4-4a0f-ba4f-a9a955474e24" providerId="ADAL" clId="{3240DFA1-569A-4558-9EAD-431837E4562D}" dt="2025-10-08T22:50:36.416" v="493" actId="47"/>
        <pc:sldMkLst>
          <pc:docMk/>
          <pc:sldMk cId="1554168181" sldId="381"/>
        </pc:sldMkLst>
      </pc:sldChg>
      <pc:sldChg chg="del">
        <pc:chgData name="Bolling, Sam" userId="99ceb61e-64a4-4a0f-ba4f-a9a955474e24" providerId="ADAL" clId="{3240DFA1-569A-4558-9EAD-431837E4562D}" dt="2025-10-08T22:50:33.944" v="492" actId="47"/>
        <pc:sldMkLst>
          <pc:docMk/>
          <pc:sldMk cId="1403211138" sldId="384"/>
        </pc:sldMkLst>
      </pc:sldChg>
      <pc:sldChg chg="del">
        <pc:chgData name="Bolling, Sam" userId="99ceb61e-64a4-4a0f-ba4f-a9a955474e24" providerId="ADAL" clId="{3240DFA1-569A-4558-9EAD-431837E4562D}" dt="2025-10-08T22:50:42.474" v="495" actId="47"/>
        <pc:sldMkLst>
          <pc:docMk/>
          <pc:sldMk cId="217407561" sldId="386"/>
        </pc:sldMkLst>
      </pc:sldChg>
      <pc:sldChg chg="del">
        <pc:chgData name="Bolling, Sam" userId="99ceb61e-64a4-4a0f-ba4f-a9a955474e24" providerId="ADAL" clId="{3240DFA1-569A-4558-9EAD-431837E4562D}" dt="2025-10-08T22:50:40.439" v="494" actId="47"/>
        <pc:sldMkLst>
          <pc:docMk/>
          <pc:sldMk cId="3457152895" sldId="387"/>
        </pc:sldMkLst>
      </pc:sldChg>
      <pc:sldChg chg="del">
        <pc:chgData name="Bolling, Sam" userId="99ceb61e-64a4-4a0f-ba4f-a9a955474e24" providerId="ADAL" clId="{3240DFA1-569A-4558-9EAD-431837E4562D}" dt="2025-10-08T22:50:50.821" v="497" actId="47"/>
        <pc:sldMkLst>
          <pc:docMk/>
          <pc:sldMk cId="2257654003" sldId="388"/>
        </pc:sldMkLst>
      </pc:sldChg>
      <pc:sldChg chg="del">
        <pc:chgData name="Bolling, Sam" userId="99ceb61e-64a4-4a0f-ba4f-a9a955474e24" providerId="ADAL" clId="{3240DFA1-569A-4558-9EAD-431837E4562D}" dt="2025-10-08T22:50:55.879" v="499" actId="47"/>
        <pc:sldMkLst>
          <pc:docMk/>
          <pc:sldMk cId="2978998033" sldId="389"/>
        </pc:sldMkLst>
      </pc:sldChg>
      <pc:sldChg chg="addSp delSp modSp add mod">
        <pc:chgData name="Bolling, Sam" userId="99ceb61e-64a4-4a0f-ba4f-a9a955474e24" providerId="ADAL" clId="{3240DFA1-569A-4558-9EAD-431837E4562D}" dt="2025-10-08T23:19:41.022" v="1084"/>
        <pc:sldMkLst>
          <pc:docMk/>
          <pc:sldMk cId="1355461017" sldId="390"/>
        </pc:sldMkLst>
        <pc:spChg chg="add del mod">
          <ac:chgData name="Bolling, Sam" userId="99ceb61e-64a4-4a0f-ba4f-a9a955474e24" providerId="ADAL" clId="{3240DFA1-569A-4558-9EAD-431837E4562D}" dt="2025-10-08T23:19:40.037" v="1083" actId="478"/>
          <ac:spMkLst>
            <pc:docMk/>
            <pc:sldMk cId="1355461017" sldId="390"/>
            <ac:spMk id="4" creationId="{64B18CBC-574B-3A19-3018-A69C24220AD3}"/>
          </ac:spMkLst>
        </pc:spChg>
        <pc:spChg chg="add mod">
          <ac:chgData name="Bolling, Sam" userId="99ceb61e-64a4-4a0f-ba4f-a9a955474e24" providerId="ADAL" clId="{3240DFA1-569A-4558-9EAD-431837E4562D}" dt="2025-10-08T23:19:41.022" v="1084"/>
          <ac:spMkLst>
            <pc:docMk/>
            <pc:sldMk cId="1355461017" sldId="390"/>
            <ac:spMk id="6" creationId="{0624040F-580B-2B6A-924A-4ADCB4176367}"/>
          </ac:spMkLst>
        </pc:spChg>
        <pc:spChg chg="del">
          <ac:chgData name="Bolling, Sam" userId="99ceb61e-64a4-4a0f-ba4f-a9a955474e24" providerId="ADAL" clId="{3240DFA1-569A-4558-9EAD-431837E4562D}" dt="2025-10-08T23:19:39.064" v="1082" actId="478"/>
          <ac:spMkLst>
            <pc:docMk/>
            <pc:sldMk cId="1355461017" sldId="390"/>
            <ac:spMk id="11" creationId="{223FED0E-5FE6-1D3C-837F-540D3FB2BE1F}"/>
          </ac:spMkLst>
        </pc:spChg>
      </pc:sldChg>
      <pc:sldChg chg="del">
        <pc:chgData name="Bolling, Sam" userId="99ceb61e-64a4-4a0f-ba4f-a9a955474e24" providerId="ADAL" clId="{3240DFA1-569A-4558-9EAD-431837E4562D}" dt="2025-10-08T23:14:00.160" v="801" actId="2696"/>
        <pc:sldMkLst>
          <pc:docMk/>
          <pc:sldMk cId="3088746483" sldId="390"/>
        </pc:sldMkLst>
      </pc:sldChg>
      <pc:sldChg chg="del">
        <pc:chgData name="Bolling, Sam" userId="99ceb61e-64a4-4a0f-ba4f-a9a955474e24" providerId="ADAL" clId="{3240DFA1-569A-4558-9EAD-431837E4562D}" dt="2025-10-08T22:50:53.283" v="498" actId="47"/>
        <pc:sldMkLst>
          <pc:docMk/>
          <pc:sldMk cId="1086809315" sldId="392"/>
        </pc:sldMkLst>
      </pc:sldChg>
      <pc:sldChg chg="del">
        <pc:chgData name="Bolling, Sam" userId="99ceb61e-64a4-4a0f-ba4f-a9a955474e24" providerId="ADAL" clId="{3240DFA1-569A-4558-9EAD-431837E4562D}" dt="2025-10-08T22:40:24.214" v="59" actId="47"/>
        <pc:sldMkLst>
          <pc:docMk/>
          <pc:sldMk cId="2095279399" sldId="393"/>
        </pc:sldMkLst>
      </pc:sldChg>
      <pc:sldChg chg="del">
        <pc:chgData name="Bolling, Sam" userId="99ceb61e-64a4-4a0f-ba4f-a9a955474e24" providerId="ADAL" clId="{3240DFA1-569A-4558-9EAD-431837E4562D}" dt="2025-10-08T22:50:57.338" v="500" actId="47"/>
        <pc:sldMkLst>
          <pc:docMk/>
          <pc:sldMk cId="3498293244" sldId="394"/>
        </pc:sldMkLst>
      </pc:sldChg>
      <pc:sldChg chg="addSp modSp del mod">
        <pc:chgData name="Bolling, Sam" userId="99ceb61e-64a4-4a0f-ba4f-a9a955474e24" providerId="ADAL" clId="{3240DFA1-569A-4558-9EAD-431837E4562D}" dt="2025-10-08T23:14:15.273" v="803" actId="2696"/>
        <pc:sldMkLst>
          <pc:docMk/>
          <pc:sldMk cId="2041883991" sldId="395"/>
        </pc:sldMkLst>
        <pc:spChg chg="mod">
          <ac:chgData name="Bolling, Sam" userId="99ceb61e-64a4-4a0f-ba4f-a9a955474e24" providerId="ADAL" clId="{3240DFA1-569A-4558-9EAD-431837E4562D}" dt="2025-10-08T23:07:54.127" v="747" actId="20577"/>
          <ac:spMkLst>
            <pc:docMk/>
            <pc:sldMk cId="2041883991" sldId="395"/>
            <ac:spMk id="2" creationId="{6F6DCCEE-C484-4DDB-10C3-840E8A999FC3}"/>
          </ac:spMkLst>
        </pc:spChg>
        <pc:spChg chg="add mod">
          <ac:chgData name="Bolling, Sam" userId="99ceb61e-64a4-4a0f-ba4f-a9a955474e24" providerId="ADAL" clId="{3240DFA1-569A-4558-9EAD-431837E4562D}" dt="2025-10-08T23:12:49.683" v="797"/>
          <ac:spMkLst>
            <pc:docMk/>
            <pc:sldMk cId="2041883991" sldId="395"/>
            <ac:spMk id="3" creationId="{EA27B683-3889-76AD-174A-8D0C9C3D8833}"/>
          </ac:spMkLst>
        </pc:spChg>
        <pc:graphicFrameChg chg="mod modGraphic">
          <ac:chgData name="Bolling, Sam" userId="99ceb61e-64a4-4a0f-ba4f-a9a955474e24" providerId="ADAL" clId="{3240DFA1-569A-4558-9EAD-431837E4562D}" dt="2025-10-08T23:08:01.443" v="748" actId="1076"/>
          <ac:graphicFrameMkLst>
            <pc:docMk/>
            <pc:sldMk cId="2041883991" sldId="395"/>
            <ac:graphicFrameMk id="8" creationId="{A800C3C2-46BA-47E4-4D95-8CB0351C93F3}"/>
          </ac:graphicFrameMkLst>
        </pc:graphicFrameChg>
      </pc:sldChg>
      <pc:sldChg chg="addSp delSp modSp add mod">
        <pc:chgData name="Bolling, Sam" userId="99ceb61e-64a4-4a0f-ba4f-a9a955474e24" providerId="ADAL" clId="{3240DFA1-569A-4558-9EAD-431837E4562D}" dt="2025-10-08T23:19:18.043" v="1076"/>
        <pc:sldMkLst>
          <pc:docMk/>
          <pc:sldMk cId="3202206494" sldId="395"/>
        </pc:sldMkLst>
        <pc:spChg chg="add del mod">
          <ac:chgData name="Bolling, Sam" userId="99ceb61e-64a4-4a0f-ba4f-a9a955474e24" providerId="ADAL" clId="{3240DFA1-569A-4558-9EAD-431837E4562D}" dt="2025-10-08T23:19:17.062" v="1075" actId="478"/>
          <ac:spMkLst>
            <pc:docMk/>
            <pc:sldMk cId="3202206494" sldId="395"/>
            <ac:spMk id="5" creationId="{7664DC29-7C6C-32CE-33A4-F02239FDA563}"/>
          </ac:spMkLst>
        </pc:spChg>
        <pc:spChg chg="add mod">
          <ac:chgData name="Bolling, Sam" userId="99ceb61e-64a4-4a0f-ba4f-a9a955474e24" providerId="ADAL" clId="{3240DFA1-569A-4558-9EAD-431837E4562D}" dt="2025-10-08T23:19:18.043" v="1076"/>
          <ac:spMkLst>
            <pc:docMk/>
            <pc:sldMk cId="3202206494" sldId="395"/>
            <ac:spMk id="6" creationId="{AF50D89D-6A6D-97B4-94AD-6A7A88F0D29D}"/>
          </ac:spMkLst>
        </pc:spChg>
        <pc:spChg chg="del">
          <ac:chgData name="Bolling, Sam" userId="99ceb61e-64a4-4a0f-ba4f-a9a955474e24" providerId="ADAL" clId="{3240DFA1-569A-4558-9EAD-431837E4562D}" dt="2025-10-08T23:19:15.688" v="1074" actId="478"/>
          <ac:spMkLst>
            <pc:docMk/>
            <pc:sldMk cId="3202206494" sldId="395"/>
            <ac:spMk id="11" creationId="{9383A3AD-3F00-A7B9-438B-8BEACF5C7F1A}"/>
          </ac:spMkLst>
        </pc:spChg>
      </pc:sldChg>
      <pc:sldChg chg="delSp modSp mod">
        <pc:chgData name="Bolling, Sam" userId="99ceb61e-64a4-4a0f-ba4f-a9a955474e24" providerId="ADAL" clId="{3240DFA1-569A-4558-9EAD-431837E4562D}" dt="2025-10-08T23:17:48.522" v="1044" actId="20577"/>
        <pc:sldMkLst>
          <pc:docMk/>
          <pc:sldMk cId="3218179505" sldId="396"/>
        </pc:sldMkLst>
        <pc:spChg chg="mod">
          <ac:chgData name="Bolling, Sam" userId="99ceb61e-64a4-4a0f-ba4f-a9a955474e24" providerId="ADAL" clId="{3240DFA1-569A-4558-9EAD-431837E4562D}" dt="2025-10-08T23:17:23.455" v="1017" actId="20577"/>
          <ac:spMkLst>
            <pc:docMk/>
            <pc:sldMk cId="3218179505" sldId="396"/>
            <ac:spMk id="3" creationId="{42F5E27E-2E82-8C46-8796-705A850184FD}"/>
          </ac:spMkLst>
        </pc:spChg>
        <pc:spChg chg="mod">
          <ac:chgData name="Bolling, Sam" userId="99ceb61e-64a4-4a0f-ba4f-a9a955474e24" providerId="ADAL" clId="{3240DFA1-569A-4558-9EAD-431837E4562D}" dt="2025-10-08T23:17:48.522" v="1044" actId="20577"/>
          <ac:spMkLst>
            <pc:docMk/>
            <pc:sldMk cId="3218179505" sldId="396"/>
            <ac:spMk id="4" creationId="{31A34BDA-943D-746F-1D24-D82AF553657C}"/>
          </ac:spMkLst>
        </pc:spChg>
        <pc:spChg chg="del">
          <ac:chgData name="Bolling, Sam" userId="99ceb61e-64a4-4a0f-ba4f-a9a955474e24" providerId="ADAL" clId="{3240DFA1-569A-4558-9EAD-431837E4562D}" dt="2025-10-08T23:14:34.230" v="818" actId="478"/>
          <ac:spMkLst>
            <pc:docMk/>
            <pc:sldMk cId="3218179505" sldId="396"/>
            <ac:spMk id="5" creationId="{92E24926-BB21-A42E-D32C-4175C66CC30C}"/>
          </ac:spMkLst>
        </pc:spChg>
      </pc:sldChg>
      <pc:sldChg chg="addSp delSp modSp mod">
        <pc:chgData name="Bolling, Sam" userId="99ceb61e-64a4-4a0f-ba4f-a9a955474e24" providerId="ADAL" clId="{3240DFA1-569A-4558-9EAD-431837E4562D}" dt="2025-10-08T23:18:10" v="1050"/>
        <pc:sldMkLst>
          <pc:docMk/>
          <pc:sldMk cId="4264315849" sldId="397"/>
        </pc:sldMkLst>
        <pc:spChg chg="mod">
          <ac:chgData name="Bolling, Sam" userId="99ceb61e-64a4-4a0f-ba4f-a9a955474e24" providerId="ADAL" clId="{3240DFA1-569A-4558-9EAD-431837E4562D}" dt="2025-10-08T22:56:41.529" v="675" actId="20577"/>
          <ac:spMkLst>
            <pc:docMk/>
            <pc:sldMk cId="4264315849" sldId="397"/>
            <ac:spMk id="2" creationId="{7023754B-88D8-F370-905C-283AB6A81298}"/>
          </ac:spMkLst>
        </pc:spChg>
        <pc:spChg chg="add del mod">
          <ac:chgData name="Bolling, Sam" userId="99ceb61e-64a4-4a0f-ba4f-a9a955474e24" providerId="ADAL" clId="{3240DFA1-569A-4558-9EAD-431837E4562D}" dt="2025-10-08T23:18:09.245" v="1049" actId="478"/>
          <ac:spMkLst>
            <pc:docMk/>
            <pc:sldMk cId="4264315849" sldId="397"/>
            <ac:spMk id="4" creationId="{2CBAA93A-3290-7448-B492-171663347F7A}"/>
          </ac:spMkLst>
        </pc:spChg>
        <pc:spChg chg="mod">
          <ac:chgData name="Bolling, Sam" userId="99ceb61e-64a4-4a0f-ba4f-a9a955474e24" providerId="ADAL" clId="{3240DFA1-569A-4558-9EAD-431837E4562D}" dt="2025-10-08T22:49:48.878" v="489" actId="20577"/>
          <ac:spMkLst>
            <pc:docMk/>
            <pc:sldMk cId="4264315849" sldId="397"/>
            <ac:spMk id="8" creationId="{D6F273F6-B8C5-2C5D-02DD-52DF985FECE1}"/>
          </ac:spMkLst>
        </pc:spChg>
        <pc:spChg chg="del">
          <ac:chgData name="Bolling, Sam" userId="99ceb61e-64a4-4a0f-ba4f-a9a955474e24" providerId="ADAL" clId="{3240DFA1-569A-4558-9EAD-431837E4562D}" dt="2025-10-08T23:18:07.400" v="1048" actId="478"/>
          <ac:spMkLst>
            <pc:docMk/>
            <pc:sldMk cId="4264315849" sldId="397"/>
            <ac:spMk id="11" creationId="{B469BAF7-5922-DCBC-6813-E0F4EBD6F952}"/>
          </ac:spMkLst>
        </pc:spChg>
        <pc:spChg chg="add mod">
          <ac:chgData name="Bolling, Sam" userId="99ceb61e-64a4-4a0f-ba4f-a9a955474e24" providerId="ADAL" clId="{3240DFA1-569A-4558-9EAD-431837E4562D}" dt="2025-10-08T23:18:10" v="1050"/>
          <ac:spMkLst>
            <pc:docMk/>
            <pc:sldMk cId="4264315849" sldId="397"/>
            <ac:spMk id="12" creationId="{AC56FD3B-151E-CB47-4940-3A0AB5BFB08E}"/>
          </ac:spMkLst>
        </pc:spChg>
      </pc:sldChg>
      <pc:sldChg chg="addSp delSp modSp mod">
        <pc:chgData name="Bolling, Sam" userId="99ceb61e-64a4-4a0f-ba4f-a9a955474e24" providerId="ADAL" clId="{3240DFA1-569A-4558-9EAD-431837E4562D}" dt="2025-10-08T23:18:22.855" v="1055"/>
        <pc:sldMkLst>
          <pc:docMk/>
          <pc:sldMk cId="2697288184" sldId="399"/>
        </pc:sldMkLst>
        <pc:spChg chg="mod">
          <ac:chgData name="Bolling, Sam" userId="99ceb61e-64a4-4a0f-ba4f-a9a955474e24" providerId="ADAL" clId="{3240DFA1-569A-4558-9EAD-431837E4562D}" dt="2025-10-08T23:15:43.824" v="887" actId="20577"/>
          <ac:spMkLst>
            <pc:docMk/>
            <pc:sldMk cId="2697288184" sldId="399"/>
            <ac:spMk id="2" creationId="{50BA0DEE-19E1-DD69-09DA-1E50E86754C9}"/>
          </ac:spMkLst>
        </pc:spChg>
        <pc:spChg chg="add mod">
          <ac:chgData name="Bolling, Sam" userId="99ceb61e-64a4-4a0f-ba4f-a9a955474e24" providerId="ADAL" clId="{3240DFA1-569A-4558-9EAD-431837E4562D}" dt="2025-10-08T23:18:17.957" v="1052"/>
          <ac:spMkLst>
            <pc:docMk/>
            <pc:sldMk cId="2697288184" sldId="399"/>
            <ac:spMk id="4" creationId="{6F66C76C-0C0D-E80C-28BC-509291732379}"/>
          </ac:spMkLst>
        </pc:spChg>
        <pc:spChg chg="add del mod">
          <ac:chgData name="Bolling, Sam" userId="99ceb61e-64a4-4a0f-ba4f-a9a955474e24" providerId="ADAL" clId="{3240DFA1-569A-4558-9EAD-431837E4562D}" dt="2025-10-08T23:18:21.734" v="1054" actId="478"/>
          <ac:spMkLst>
            <pc:docMk/>
            <pc:sldMk cId="2697288184" sldId="399"/>
            <ac:spMk id="6" creationId="{F60CF8F1-A887-BC1D-CB9C-C6924998D191}"/>
          </ac:spMkLst>
        </pc:spChg>
        <pc:spChg chg="add mod">
          <ac:chgData name="Bolling, Sam" userId="99ceb61e-64a4-4a0f-ba4f-a9a955474e24" providerId="ADAL" clId="{3240DFA1-569A-4558-9EAD-431837E4562D}" dt="2025-10-08T23:18:22.855" v="1055"/>
          <ac:spMkLst>
            <pc:docMk/>
            <pc:sldMk cId="2697288184" sldId="399"/>
            <ac:spMk id="7" creationId="{ED73940B-F26C-4ECF-41B9-A1E64E2237BB}"/>
          </ac:spMkLst>
        </pc:spChg>
        <pc:spChg chg="del">
          <ac:chgData name="Bolling, Sam" userId="99ceb61e-64a4-4a0f-ba4f-a9a955474e24" providerId="ADAL" clId="{3240DFA1-569A-4558-9EAD-431837E4562D}" dt="2025-10-08T23:18:19.534" v="1053" actId="478"/>
          <ac:spMkLst>
            <pc:docMk/>
            <pc:sldMk cId="2697288184" sldId="399"/>
            <ac:spMk id="11" creationId="{11BC943B-D823-BD9A-591E-13889602C042}"/>
          </ac:spMkLst>
        </pc:spChg>
      </pc:sldChg>
      <pc:sldChg chg="addSp delSp modSp mod ord">
        <pc:chgData name="Bolling, Sam" userId="99ceb61e-64a4-4a0f-ba4f-a9a955474e24" providerId="ADAL" clId="{3240DFA1-569A-4558-9EAD-431837E4562D}" dt="2025-10-08T23:19:28.133" v="1079"/>
        <pc:sldMkLst>
          <pc:docMk/>
          <pc:sldMk cId="3651197879" sldId="400"/>
        </pc:sldMkLst>
        <pc:spChg chg="add del mod">
          <ac:chgData name="Bolling, Sam" userId="99ceb61e-64a4-4a0f-ba4f-a9a955474e24" providerId="ADAL" clId="{3240DFA1-569A-4558-9EAD-431837E4562D}" dt="2025-10-08T23:19:27.165" v="1078" actId="478"/>
          <ac:spMkLst>
            <pc:docMk/>
            <pc:sldMk cId="3651197879" sldId="400"/>
            <ac:spMk id="4" creationId="{A74AF3BD-DCC9-C4B3-AD33-0FC02A450AF4}"/>
          </ac:spMkLst>
        </pc:spChg>
        <pc:spChg chg="add mod">
          <ac:chgData name="Bolling, Sam" userId="99ceb61e-64a4-4a0f-ba4f-a9a955474e24" providerId="ADAL" clId="{3240DFA1-569A-4558-9EAD-431837E4562D}" dt="2025-10-08T23:19:28.133" v="1079"/>
          <ac:spMkLst>
            <pc:docMk/>
            <pc:sldMk cId="3651197879" sldId="400"/>
            <ac:spMk id="6" creationId="{90D7E9DB-4924-BDE5-2740-65A7BB2A7B1C}"/>
          </ac:spMkLst>
        </pc:spChg>
        <pc:spChg chg="del">
          <ac:chgData name="Bolling, Sam" userId="99ceb61e-64a4-4a0f-ba4f-a9a955474e24" providerId="ADAL" clId="{3240DFA1-569A-4558-9EAD-431837E4562D}" dt="2025-10-08T23:19:26.150" v="1077" actId="478"/>
          <ac:spMkLst>
            <pc:docMk/>
            <pc:sldMk cId="3651197879" sldId="400"/>
            <ac:spMk id="11" creationId="{AD688549-23DB-0688-3E5B-606DB645A51A}"/>
          </ac:spMkLst>
        </pc:spChg>
      </pc:sldChg>
      <pc:sldChg chg="delSp del mod">
        <pc:chgData name="Bolling, Sam" userId="99ceb61e-64a4-4a0f-ba4f-a9a955474e24" providerId="ADAL" clId="{3240DFA1-569A-4558-9EAD-431837E4562D}" dt="2025-10-08T22:45:33.351" v="90" actId="47"/>
        <pc:sldMkLst>
          <pc:docMk/>
          <pc:sldMk cId="4266040105" sldId="401"/>
        </pc:sldMkLst>
        <pc:spChg chg="del">
          <ac:chgData name="Bolling, Sam" userId="99ceb61e-64a4-4a0f-ba4f-a9a955474e24" providerId="ADAL" clId="{3240DFA1-569A-4558-9EAD-431837E4562D}" dt="2025-10-08T22:45:26.385" v="89" actId="478"/>
          <ac:spMkLst>
            <pc:docMk/>
            <pc:sldMk cId="4266040105" sldId="401"/>
            <ac:spMk id="7" creationId="{AB01969B-BA13-7393-3ABF-3D835F18869D}"/>
          </ac:spMkLst>
        </pc:spChg>
      </pc:sldChg>
      <pc:sldChg chg="addSp delSp modSp mod">
        <pc:chgData name="Bolling, Sam" userId="99ceb61e-64a4-4a0f-ba4f-a9a955474e24" providerId="ADAL" clId="{3240DFA1-569A-4558-9EAD-431837E4562D}" dt="2025-10-08T23:18:38.398" v="1061"/>
        <pc:sldMkLst>
          <pc:docMk/>
          <pc:sldMk cId="2485607980" sldId="403"/>
        </pc:sldMkLst>
        <pc:spChg chg="add del mod">
          <ac:chgData name="Bolling, Sam" userId="99ceb61e-64a4-4a0f-ba4f-a9a955474e24" providerId="ADAL" clId="{3240DFA1-569A-4558-9EAD-431837E4562D}" dt="2025-10-08T23:18:37.457" v="1060" actId="478"/>
          <ac:spMkLst>
            <pc:docMk/>
            <pc:sldMk cId="2485607980" sldId="403"/>
            <ac:spMk id="4" creationId="{60A967EA-7061-D4D1-3403-40FA96F10941}"/>
          </ac:spMkLst>
        </pc:spChg>
        <pc:spChg chg="del">
          <ac:chgData name="Bolling, Sam" userId="99ceb61e-64a4-4a0f-ba4f-a9a955474e24" providerId="ADAL" clId="{3240DFA1-569A-4558-9EAD-431837E4562D}" dt="2025-10-08T23:18:35.256" v="1059" actId="478"/>
          <ac:spMkLst>
            <pc:docMk/>
            <pc:sldMk cId="2485607980" sldId="403"/>
            <ac:spMk id="11" creationId="{15FBDF5A-BC09-C030-66D8-720212F4626D}"/>
          </ac:spMkLst>
        </pc:spChg>
        <pc:spChg chg="add mod">
          <ac:chgData name="Bolling, Sam" userId="99ceb61e-64a4-4a0f-ba4f-a9a955474e24" providerId="ADAL" clId="{3240DFA1-569A-4558-9EAD-431837E4562D}" dt="2025-10-08T23:18:38.398" v="1061"/>
          <ac:spMkLst>
            <pc:docMk/>
            <pc:sldMk cId="2485607980" sldId="403"/>
            <ac:spMk id="13" creationId="{EA3A8DFE-2BC6-71E2-FACB-F98186EBF5E0}"/>
          </ac:spMkLst>
        </pc:spChg>
      </pc:sldChg>
      <pc:sldChg chg="addSp delSp modSp mod">
        <pc:chgData name="Bolling, Sam" userId="99ceb61e-64a4-4a0f-ba4f-a9a955474e24" providerId="ADAL" clId="{3240DFA1-569A-4558-9EAD-431837E4562D}" dt="2025-10-08T23:19:11.881" v="1073"/>
        <pc:sldMkLst>
          <pc:docMk/>
          <pc:sldMk cId="59490956" sldId="404"/>
        </pc:sldMkLst>
        <pc:spChg chg="add del mod">
          <ac:chgData name="Bolling, Sam" userId="99ceb61e-64a4-4a0f-ba4f-a9a955474e24" providerId="ADAL" clId="{3240DFA1-569A-4558-9EAD-431837E4562D}" dt="2025-10-08T23:19:10.085" v="1072" actId="478"/>
          <ac:spMkLst>
            <pc:docMk/>
            <pc:sldMk cId="59490956" sldId="404"/>
            <ac:spMk id="4" creationId="{F64C5120-C063-DEAA-1DB5-DE214471E61E}"/>
          </ac:spMkLst>
        </pc:spChg>
        <pc:spChg chg="del">
          <ac:chgData name="Bolling, Sam" userId="99ceb61e-64a4-4a0f-ba4f-a9a955474e24" providerId="ADAL" clId="{3240DFA1-569A-4558-9EAD-431837E4562D}" dt="2025-10-08T23:19:08.400" v="1071" actId="478"/>
          <ac:spMkLst>
            <pc:docMk/>
            <pc:sldMk cId="59490956" sldId="404"/>
            <ac:spMk id="11" creationId="{07CEE151-8031-FAB6-A0E3-132F272586CA}"/>
          </ac:spMkLst>
        </pc:spChg>
        <pc:spChg chg="add mod">
          <ac:chgData name="Bolling, Sam" userId="99ceb61e-64a4-4a0f-ba4f-a9a955474e24" providerId="ADAL" clId="{3240DFA1-569A-4558-9EAD-431837E4562D}" dt="2025-10-08T23:19:11.881" v="1073"/>
          <ac:spMkLst>
            <pc:docMk/>
            <pc:sldMk cId="59490956" sldId="404"/>
            <ac:spMk id="12" creationId="{B58BA85D-18F9-D3F1-438C-E2A061B3BC84}"/>
          </ac:spMkLst>
        </pc:spChg>
      </pc:sldChg>
      <pc:sldChg chg="addSp delSp modSp mod ord">
        <pc:chgData name="Bolling, Sam" userId="99ceb61e-64a4-4a0f-ba4f-a9a955474e24" providerId="ADAL" clId="{3240DFA1-569A-4558-9EAD-431837E4562D}" dt="2025-10-08T23:19:03.351" v="1070"/>
        <pc:sldMkLst>
          <pc:docMk/>
          <pc:sldMk cId="2573668944" sldId="406"/>
        </pc:sldMkLst>
        <pc:spChg chg="add del mod">
          <ac:chgData name="Bolling, Sam" userId="99ceb61e-64a4-4a0f-ba4f-a9a955474e24" providerId="ADAL" clId="{3240DFA1-569A-4558-9EAD-431837E4562D}" dt="2025-10-08T23:19:02.332" v="1069" actId="478"/>
          <ac:spMkLst>
            <pc:docMk/>
            <pc:sldMk cId="2573668944" sldId="406"/>
            <ac:spMk id="4" creationId="{13992549-EC22-ECAE-9696-06B03B7839BF}"/>
          </ac:spMkLst>
        </pc:spChg>
        <pc:spChg chg="del">
          <ac:chgData name="Bolling, Sam" userId="99ceb61e-64a4-4a0f-ba4f-a9a955474e24" providerId="ADAL" clId="{3240DFA1-569A-4558-9EAD-431837E4562D}" dt="2025-10-08T23:19:00.746" v="1068" actId="478"/>
          <ac:spMkLst>
            <pc:docMk/>
            <pc:sldMk cId="2573668944" sldId="406"/>
            <ac:spMk id="11" creationId="{1A3698AE-642F-BC82-00F6-8DFDE73E5FF1}"/>
          </ac:spMkLst>
        </pc:spChg>
        <pc:spChg chg="add mod">
          <ac:chgData name="Bolling, Sam" userId="99ceb61e-64a4-4a0f-ba4f-a9a955474e24" providerId="ADAL" clId="{3240DFA1-569A-4558-9EAD-431837E4562D}" dt="2025-10-08T23:19:03.351" v="1070"/>
          <ac:spMkLst>
            <pc:docMk/>
            <pc:sldMk cId="2573668944" sldId="406"/>
            <ac:spMk id="12" creationId="{CD80F473-7AB4-0386-0A25-1F7A9133A920}"/>
          </ac:spMkLst>
        </pc:spChg>
      </pc:sldChg>
      <pc:sldChg chg="addSp delSp modSp mod ord">
        <pc:chgData name="Bolling, Sam" userId="99ceb61e-64a4-4a0f-ba4f-a9a955474e24" providerId="ADAL" clId="{3240DFA1-569A-4558-9EAD-431837E4562D}" dt="2025-10-08T23:20:22.903" v="1085" actId="207"/>
        <pc:sldMkLst>
          <pc:docMk/>
          <pc:sldMk cId="657059011" sldId="407"/>
        </pc:sldMkLst>
        <pc:spChg chg="mod">
          <ac:chgData name="Bolling, Sam" userId="99ceb61e-64a4-4a0f-ba4f-a9a955474e24" providerId="ADAL" clId="{3240DFA1-569A-4558-9EAD-431837E4562D}" dt="2025-10-08T23:20:22.903" v="1085" actId="207"/>
          <ac:spMkLst>
            <pc:docMk/>
            <pc:sldMk cId="657059011" sldId="407"/>
            <ac:spMk id="9" creationId="{6F200940-3131-0396-7914-2BBC11E8EC30}"/>
          </ac:spMkLst>
        </pc:spChg>
        <pc:spChg chg="del">
          <ac:chgData name="Bolling, Sam" userId="99ceb61e-64a4-4a0f-ba4f-a9a955474e24" providerId="ADAL" clId="{3240DFA1-569A-4558-9EAD-431837E4562D}" dt="2025-10-08T23:18:53.459" v="1065" actId="478"/>
          <ac:spMkLst>
            <pc:docMk/>
            <pc:sldMk cId="657059011" sldId="407"/>
            <ac:spMk id="11" creationId="{55BB7EC0-1838-450E-626B-1E69C0050C0C}"/>
          </ac:spMkLst>
        </pc:spChg>
        <pc:spChg chg="add del mod">
          <ac:chgData name="Bolling, Sam" userId="99ceb61e-64a4-4a0f-ba4f-a9a955474e24" providerId="ADAL" clId="{3240DFA1-569A-4558-9EAD-431837E4562D}" dt="2025-10-08T23:18:55.040" v="1066" actId="478"/>
          <ac:spMkLst>
            <pc:docMk/>
            <pc:sldMk cId="657059011" sldId="407"/>
            <ac:spMk id="12" creationId="{0B41AFA8-E5C9-6333-947B-631DD7BAC0FE}"/>
          </ac:spMkLst>
        </pc:spChg>
        <pc:spChg chg="add mod">
          <ac:chgData name="Bolling, Sam" userId="99ceb61e-64a4-4a0f-ba4f-a9a955474e24" providerId="ADAL" clId="{3240DFA1-569A-4558-9EAD-431837E4562D}" dt="2025-10-08T23:18:56.173" v="1067"/>
          <ac:spMkLst>
            <pc:docMk/>
            <pc:sldMk cId="657059011" sldId="407"/>
            <ac:spMk id="14" creationId="{A8741303-70F9-7BFD-07C8-C73155B8DA27}"/>
          </ac:spMkLst>
        </pc:spChg>
      </pc:sldChg>
      <pc:sldChg chg="addSp delSp modSp mod">
        <pc:chgData name="Bolling, Sam" userId="99ceb61e-64a4-4a0f-ba4f-a9a955474e24" providerId="ADAL" clId="{3240DFA1-569A-4558-9EAD-431837E4562D}" dt="2025-10-08T23:18:49.313" v="1064"/>
        <pc:sldMkLst>
          <pc:docMk/>
          <pc:sldMk cId="110539364" sldId="408"/>
        </pc:sldMkLst>
        <pc:spChg chg="add del mod">
          <ac:chgData name="Bolling, Sam" userId="99ceb61e-64a4-4a0f-ba4f-a9a955474e24" providerId="ADAL" clId="{3240DFA1-569A-4558-9EAD-431837E4562D}" dt="2025-10-08T23:18:45.497" v="1063" actId="478"/>
          <ac:spMkLst>
            <pc:docMk/>
            <pc:sldMk cId="110539364" sldId="408"/>
            <ac:spMk id="4" creationId="{AB6DD00B-4E79-390B-BCD0-E313104B0912}"/>
          </ac:spMkLst>
        </pc:spChg>
        <pc:spChg chg="mod">
          <ac:chgData name="Bolling, Sam" userId="99ceb61e-64a4-4a0f-ba4f-a9a955474e24" providerId="ADAL" clId="{3240DFA1-569A-4558-9EAD-431837E4562D}" dt="2025-10-08T22:55:27.886" v="670"/>
          <ac:spMkLst>
            <pc:docMk/>
            <pc:sldMk cId="110539364" sldId="408"/>
            <ac:spMk id="8" creationId="{6D87A9E0-4F47-94A7-0752-D6D0BD6C943F}"/>
          </ac:spMkLst>
        </pc:spChg>
        <pc:spChg chg="mod">
          <ac:chgData name="Bolling, Sam" userId="99ceb61e-64a4-4a0f-ba4f-a9a955474e24" providerId="ADAL" clId="{3240DFA1-569A-4558-9EAD-431837E4562D}" dt="2025-10-08T22:54:03.141" v="626" actId="207"/>
          <ac:spMkLst>
            <pc:docMk/>
            <pc:sldMk cId="110539364" sldId="408"/>
            <ac:spMk id="9" creationId="{D49FD780-7F89-BBAF-C5EB-32C21377D45A}"/>
          </ac:spMkLst>
        </pc:spChg>
        <pc:spChg chg="del">
          <ac:chgData name="Bolling, Sam" userId="99ceb61e-64a4-4a0f-ba4f-a9a955474e24" providerId="ADAL" clId="{3240DFA1-569A-4558-9EAD-431837E4562D}" dt="2025-10-08T23:18:43.870" v="1062" actId="478"/>
          <ac:spMkLst>
            <pc:docMk/>
            <pc:sldMk cId="110539364" sldId="408"/>
            <ac:spMk id="11" creationId="{A6F8FF1A-FF31-C6B2-7056-E47450BE7883}"/>
          </ac:spMkLst>
        </pc:spChg>
        <pc:spChg chg="add mod">
          <ac:chgData name="Bolling, Sam" userId="99ceb61e-64a4-4a0f-ba4f-a9a955474e24" providerId="ADAL" clId="{3240DFA1-569A-4558-9EAD-431837E4562D}" dt="2025-10-08T23:18:49.313" v="1064"/>
          <ac:spMkLst>
            <pc:docMk/>
            <pc:sldMk cId="110539364" sldId="408"/>
            <ac:spMk id="12" creationId="{516EDDA6-CDA7-14A9-0FAB-74F919642E3D}"/>
          </ac:spMkLst>
        </pc:spChg>
      </pc:sldChg>
      <pc:sldChg chg="addSp delSp modSp mod ord">
        <pc:chgData name="Bolling, Sam" userId="99ceb61e-64a4-4a0f-ba4f-a9a955474e24" providerId="ADAL" clId="{3240DFA1-569A-4558-9EAD-431837E4562D}" dt="2025-10-08T23:19:35.088" v="1081" actId="478"/>
        <pc:sldMkLst>
          <pc:docMk/>
          <pc:sldMk cId="1893530744" sldId="409"/>
        </pc:sldMkLst>
        <pc:spChg chg="add del mod">
          <ac:chgData name="Bolling, Sam" userId="99ceb61e-64a4-4a0f-ba4f-a9a955474e24" providerId="ADAL" clId="{3240DFA1-569A-4558-9EAD-431837E4562D}" dt="2025-10-08T23:19:35.088" v="1081" actId="478"/>
          <ac:spMkLst>
            <pc:docMk/>
            <pc:sldMk cId="1893530744" sldId="409"/>
            <ac:spMk id="4" creationId="{7F8BD75F-3D2F-658B-1C24-50B32D75A690}"/>
          </ac:spMkLst>
        </pc:spChg>
        <pc:spChg chg="del">
          <ac:chgData name="Bolling, Sam" userId="99ceb61e-64a4-4a0f-ba4f-a9a955474e24" providerId="ADAL" clId="{3240DFA1-569A-4558-9EAD-431837E4562D}" dt="2025-10-08T23:19:33.577" v="1080" actId="478"/>
          <ac:spMkLst>
            <pc:docMk/>
            <pc:sldMk cId="1893530744" sldId="409"/>
            <ac:spMk id="11" creationId="{D2BDED6C-205E-B88C-DBD3-F56BFA81B89B}"/>
          </ac:spMkLst>
        </pc:spChg>
      </pc:sldChg>
      <pc:sldChg chg="addSp delSp modSp add mod">
        <pc:chgData name="Bolling, Sam" userId="99ceb61e-64a4-4a0f-ba4f-a9a955474e24" providerId="ADAL" clId="{3240DFA1-569A-4558-9EAD-431837E4562D}" dt="2025-10-08T23:18:02.510" v="1047"/>
        <pc:sldMkLst>
          <pc:docMk/>
          <pc:sldMk cId="310961055" sldId="410"/>
        </pc:sldMkLst>
        <pc:spChg chg="mod">
          <ac:chgData name="Bolling, Sam" userId="99ceb61e-64a4-4a0f-ba4f-a9a955474e24" providerId="ADAL" clId="{3240DFA1-569A-4558-9EAD-431837E4562D}" dt="2025-10-08T22:40:43.488" v="72" actId="20577"/>
          <ac:spMkLst>
            <pc:docMk/>
            <pc:sldMk cId="310961055" sldId="410"/>
            <ac:spMk id="2" creationId="{838ACC3C-7210-AF6C-2CD7-A4E9FF1830FE}"/>
          </ac:spMkLst>
        </pc:spChg>
        <pc:spChg chg="add mod">
          <ac:chgData name="Bolling, Sam" userId="99ceb61e-64a4-4a0f-ba4f-a9a955474e24" providerId="ADAL" clId="{3240DFA1-569A-4558-9EAD-431837E4562D}" dt="2025-10-08T22:44:08.512" v="83" actId="255"/>
          <ac:spMkLst>
            <pc:docMk/>
            <pc:sldMk cId="310961055" sldId="410"/>
            <ac:spMk id="4" creationId="{B426829F-CF09-631A-00DF-042BB9D4F840}"/>
          </ac:spMkLst>
        </pc:spChg>
        <pc:spChg chg="add mod">
          <ac:chgData name="Bolling, Sam" userId="99ceb61e-64a4-4a0f-ba4f-a9a955474e24" providerId="ADAL" clId="{3240DFA1-569A-4558-9EAD-431837E4562D}" dt="2025-10-08T22:44:20.835" v="86" actId="14100"/>
          <ac:spMkLst>
            <pc:docMk/>
            <pc:sldMk cId="310961055" sldId="410"/>
            <ac:spMk id="6" creationId="{A5CD4460-A6E2-5189-5007-30AD76B5A078}"/>
          </ac:spMkLst>
        </pc:spChg>
        <pc:spChg chg="add mod">
          <ac:chgData name="Bolling, Sam" userId="99ceb61e-64a4-4a0f-ba4f-a9a955474e24" providerId="ADAL" clId="{3240DFA1-569A-4558-9EAD-431837E4562D}" dt="2025-10-08T22:44:59.679" v="88" actId="1076"/>
          <ac:spMkLst>
            <pc:docMk/>
            <pc:sldMk cId="310961055" sldId="410"/>
            <ac:spMk id="7" creationId="{6EF1035F-2744-26D4-3743-1C174AA84D3B}"/>
          </ac:spMkLst>
        </pc:spChg>
        <pc:spChg chg="add del mod">
          <ac:chgData name="Bolling, Sam" userId="99ceb61e-64a4-4a0f-ba4f-a9a955474e24" providerId="ADAL" clId="{3240DFA1-569A-4558-9EAD-431837E4562D}" dt="2025-10-08T23:18:01.596" v="1046" actId="478"/>
          <ac:spMkLst>
            <pc:docMk/>
            <pc:sldMk cId="310961055" sldId="410"/>
            <ac:spMk id="10" creationId="{3F4D8546-093E-00A2-8DDE-AA85D4F182E7}"/>
          </ac:spMkLst>
        </pc:spChg>
        <pc:spChg chg="del">
          <ac:chgData name="Bolling, Sam" userId="99ceb61e-64a4-4a0f-ba4f-a9a955474e24" providerId="ADAL" clId="{3240DFA1-569A-4558-9EAD-431837E4562D}" dt="2025-10-08T23:17:57.099" v="1045" actId="478"/>
          <ac:spMkLst>
            <pc:docMk/>
            <pc:sldMk cId="310961055" sldId="410"/>
            <ac:spMk id="11" creationId="{A778CD48-9E6D-AB0F-B15D-88D400C42E03}"/>
          </ac:spMkLst>
        </pc:spChg>
        <pc:spChg chg="add mod">
          <ac:chgData name="Bolling, Sam" userId="99ceb61e-64a4-4a0f-ba4f-a9a955474e24" providerId="ADAL" clId="{3240DFA1-569A-4558-9EAD-431837E4562D}" dt="2025-10-08T23:18:02.510" v="1047"/>
          <ac:spMkLst>
            <pc:docMk/>
            <pc:sldMk cId="310961055" sldId="410"/>
            <ac:spMk id="12" creationId="{64A46834-0A3A-A4A2-07C5-0FDB22F407D6}"/>
          </ac:spMkLst>
        </pc:spChg>
        <pc:graphicFrameChg chg="del modGraphic">
          <ac:chgData name="Bolling, Sam" userId="99ceb61e-64a4-4a0f-ba4f-a9a955474e24" providerId="ADAL" clId="{3240DFA1-569A-4558-9EAD-431837E4562D}" dt="2025-10-08T22:40:49.476" v="74" actId="478"/>
          <ac:graphicFrameMkLst>
            <pc:docMk/>
            <pc:sldMk cId="310961055" sldId="410"/>
            <ac:graphicFrameMk id="8" creationId="{F196762F-6997-86A9-E4CF-47CB20C68DE5}"/>
          </ac:graphicFrameMkLst>
        </pc:graphicFrameChg>
      </pc:sldChg>
      <pc:sldChg chg="addSp delSp modSp add mod">
        <pc:chgData name="Bolling, Sam" userId="99ceb61e-64a4-4a0f-ba4f-a9a955474e24" providerId="ADAL" clId="{3240DFA1-569A-4558-9EAD-431837E4562D}" dt="2025-10-08T23:18:31.042" v="1058"/>
        <pc:sldMkLst>
          <pc:docMk/>
          <pc:sldMk cId="2037518650" sldId="411"/>
        </pc:sldMkLst>
        <pc:spChg chg="mod">
          <ac:chgData name="Bolling, Sam" userId="99ceb61e-64a4-4a0f-ba4f-a9a955474e24" providerId="ADAL" clId="{3240DFA1-569A-4558-9EAD-431837E4562D}" dt="2025-10-08T22:57:14.027" v="699" actId="20577"/>
          <ac:spMkLst>
            <pc:docMk/>
            <pc:sldMk cId="2037518650" sldId="411"/>
            <ac:spMk id="2" creationId="{C8000FF3-A56B-235A-7BCD-395C266B128B}"/>
          </ac:spMkLst>
        </pc:spChg>
        <pc:spChg chg="add del mod">
          <ac:chgData name="Bolling, Sam" userId="99ceb61e-64a4-4a0f-ba4f-a9a955474e24" providerId="ADAL" clId="{3240DFA1-569A-4558-9EAD-431837E4562D}" dt="2025-10-08T23:18:30.038" v="1057" actId="478"/>
          <ac:spMkLst>
            <pc:docMk/>
            <pc:sldMk cId="2037518650" sldId="411"/>
            <ac:spMk id="6" creationId="{D965DF97-557D-1265-9041-5C05759E7C82}"/>
          </ac:spMkLst>
        </pc:spChg>
        <pc:spChg chg="add mod">
          <ac:chgData name="Bolling, Sam" userId="99ceb61e-64a4-4a0f-ba4f-a9a955474e24" providerId="ADAL" clId="{3240DFA1-569A-4558-9EAD-431837E4562D}" dt="2025-10-08T23:18:31.042" v="1058"/>
          <ac:spMkLst>
            <pc:docMk/>
            <pc:sldMk cId="2037518650" sldId="411"/>
            <ac:spMk id="7" creationId="{253FD73D-CF1B-2554-6374-A6CC97367454}"/>
          </ac:spMkLst>
        </pc:spChg>
        <pc:spChg chg="del">
          <ac:chgData name="Bolling, Sam" userId="99ceb61e-64a4-4a0f-ba4f-a9a955474e24" providerId="ADAL" clId="{3240DFA1-569A-4558-9EAD-431837E4562D}" dt="2025-10-08T23:18:28.209" v="1056" actId="478"/>
          <ac:spMkLst>
            <pc:docMk/>
            <pc:sldMk cId="2037518650" sldId="411"/>
            <ac:spMk id="11" creationId="{61F94736-BD6A-BBC2-3AF6-2171447BB239}"/>
          </ac:spMkLst>
        </pc:spChg>
        <pc:grpChg chg="add mod">
          <ac:chgData name="Bolling, Sam" userId="99ceb61e-64a4-4a0f-ba4f-a9a955474e24" providerId="ADAL" clId="{3240DFA1-569A-4558-9EAD-431837E4562D}" dt="2025-10-08T23:06:55.379" v="730" actId="1036"/>
          <ac:grpSpMkLst>
            <pc:docMk/>
            <pc:sldMk cId="2037518650" sldId="411"/>
            <ac:grpSpMk id="4" creationId="{933AFA5F-267B-887C-67FA-BE7573BA8049}"/>
          </ac:grpSpMkLst>
        </pc:grpChg>
        <pc:graphicFrameChg chg="del">
          <ac:chgData name="Bolling, Sam" userId="99ceb61e-64a4-4a0f-ba4f-a9a955474e24" providerId="ADAL" clId="{3240DFA1-569A-4558-9EAD-431837E4562D}" dt="2025-10-08T22:57:05.634" v="677" actId="478"/>
          <ac:graphicFrameMkLst>
            <pc:docMk/>
            <pc:sldMk cId="2037518650" sldId="411"/>
            <ac:graphicFrameMk id="3" creationId="{F99BD829-2BA1-2EC6-C9EE-16EFDE9714A3}"/>
          </ac:graphicFrameMkLst>
        </pc:graphicFrameChg>
        <pc:picChg chg="add mod">
          <ac:chgData name="Bolling, Sam" userId="99ceb61e-64a4-4a0f-ba4f-a9a955474e24" providerId="ADAL" clId="{3240DFA1-569A-4558-9EAD-431837E4562D}" dt="2025-10-08T23:06:55.379" v="730" actId="1036"/>
          <ac:picMkLst>
            <pc:docMk/>
            <pc:sldMk cId="2037518650" sldId="411"/>
            <ac:picMk id="1026" creationId="{940A4695-6A73-2EEC-37AE-F65607E4FF76}"/>
          </ac:picMkLst>
        </pc:picChg>
        <pc:picChg chg="add mod">
          <ac:chgData name="Bolling, Sam" userId="99ceb61e-64a4-4a0f-ba4f-a9a955474e24" providerId="ADAL" clId="{3240DFA1-569A-4558-9EAD-431837E4562D}" dt="2025-10-08T23:06:55.379" v="730" actId="1036"/>
          <ac:picMkLst>
            <pc:docMk/>
            <pc:sldMk cId="2037518650" sldId="411"/>
            <ac:picMk id="1028" creationId="{C19B7522-E1CB-5370-E6D2-54D1821F9313}"/>
          </ac:picMkLst>
        </pc:picChg>
        <pc:picChg chg="add mod">
          <ac:chgData name="Bolling, Sam" userId="99ceb61e-64a4-4a0f-ba4f-a9a955474e24" providerId="ADAL" clId="{3240DFA1-569A-4558-9EAD-431837E4562D}" dt="2025-10-08T23:06:55.379" v="730" actId="1036"/>
          <ac:picMkLst>
            <pc:docMk/>
            <pc:sldMk cId="2037518650" sldId="411"/>
            <ac:picMk id="1030" creationId="{1EADF16D-2A4A-2BB1-1137-6D170A7A6A0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2EF98C-C3F1-EA29-7B47-8E3A0A8702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8AF560-0EC2-50D5-DE42-C7440E243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28D1E4-4BBA-6F41-9D9B-7C498DFA1119}" type="datetimeFigureOut">
              <a:rPr lang="en-US" smtClean="0"/>
              <a:t>10/8/2025</a:t>
            </a:fld>
            <a:endParaRPr lang="en-US"/>
          </a:p>
        </p:txBody>
      </p:sp>
      <p:sp>
        <p:nvSpPr>
          <p:cNvPr id="4" name="Footer Placeholder 3">
            <a:extLst>
              <a:ext uri="{FF2B5EF4-FFF2-40B4-BE49-F238E27FC236}">
                <a16:creationId xmlns:a16="http://schemas.microsoft.com/office/drawing/2014/main" id="{29B18C8C-72F6-C0BC-D6B9-F9F0ACDBDC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3F2DF8-0D80-D9E8-E1BF-F78D65111D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D2C68-F934-1540-BB6F-D78EF71B2103}" type="slidenum">
              <a:rPr lang="en-US" smtClean="0"/>
              <a:t>‹#›</a:t>
            </a:fld>
            <a:endParaRPr lang="en-US"/>
          </a:p>
        </p:txBody>
      </p:sp>
    </p:spTree>
    <p:extLst>
      <p:ext uri="{BB962C8B-B14F-4D97-AF65-F5344CB8AC3E}">
        <p14:creationId xmlns:p14="http://schemas.microsoft.com/office/powerpoint/2010/main" val="126349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ABE01-8AD2-744F-9651-CCC9DC857332}"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575CF-62AD-8041-932F-56D977C8CDA1}" type="slidenum">
              <a:rPr lang="en-US" smtClean="0"/>
              <a:t>‹#›</a:t>
            </a:fld>
            <a:endParaRPr lang="en-US"/>
          </a:p>
        </p:txBody>
      </p:sp>
    </p:spTree>
    <p:extLst>
      <p:ext uri="{BB962C8B-B14F-4D97-AF65-F5344CB8AC3E}">
        <p14:creationId xmlns:p14="http://schemas.microsoft.com/office/powerpoint/2010/main" val="388640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1</a:t>
            </a:fld>
            <a:endParaRPr lang="en-US"/>
          </a:p>
        </p:txBody>
      </p:sp>
    </p:spTree>
    <p:extLst>
      <p:ext uri="{BB962C8B-B14F-4D97-AF65-F5344CB8AC3E}">
        <p14:creationId xmlns:p14="http://schemas.microsoft.com/office/powerpoint/2010/main" val="27210654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www.linkedin.com/company/open-geospatial-consortium/" TargetMode="External"/><Relationship Id="rId13" Type="http://schemas.openxmlformats.org/officeDocument/2006/relationships/image" Target="../media/image16.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s://www.youtube.com/@opengeospatial" TargetMode="External"/><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9.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1">
    <p:bg>
      <p:bgPr>
        <a:gradFill>
          <a:gsLst>
            <a:gs pos="0">
              <a:srgbClr val="9BBEFF"/>
            </a:gs>
            <a:gs pos="35000">
              <a:srgbClr val="DEE9FF"/>
            </a:gs>
            <a:gs pos="95000">
              <a:srgbClr val="DFEC8C"/>
            </a:gs>
            <a:gs pos="61000">
              <a:srgbClr val="EAF1FF"/>
            </a:gs>
          </a:gsLst>
          <a:lin ang="2700000" scaled="1"/>
        </a:gradFill>
        <a:effectLst/>
      </p:bgPr>
    </p:bg>
    <p:spTree>
      <p:nvGrpSpPr>
        <p:cNvPr id="1" name=""/>
        <p:cNvGrpSpPr/>
        <p:nvPr/>
      </p:nvGrpSpPr>
      <p:grpSpPr>
        <a:xfrm>
          <a:off x="0" y="0"/>
          <a:ext cx="0" cy="0"/>
          <a:chOff x="0" y="0"/>
          <a:chExt cx="0" cy="0"/>
        </a:xfrm>
      </p:grpSpPr>
      <p:pic>
        <p:nvPicPr>
          <p:cNvPr id="7" name="Picture 6" descr="A close-up of a wavy surface&#10;&#10;Description automatically generated">
            <a:extLst>
              <a:ext uri="{FF2B5EF4-FFF2-40B4-BE49-F238E27FC236}">
                <a16:creationId xmlns:a16="http://schemas.microsoft.com/office/drawing/2014/main" id="{83F33484-CD55-A85F-F5C7-8A57C9A4F53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7353"/>
            <a:ext cx="18335625" cy="10372502"/>
          </a:xfrm>
          <a:prstGeom prst="rect">
            <a:avLst/>
          </a:prstGeom>
        </p:spPr>
      </p:pic>
      <p:sp>
        <p:nvSpPr>
          <p:cNvPr id="13" name="Title 1">
            <a:extLst>
              <a:ext uri="{FF2B5EF4-FFF2-40B4-BE49-F238E27FC236}">
                <a16:creationId xmlns:a16="http://schemas.microsoft.com/office/drawing/2014/main" id="{59462DC4-C603-DE76-5F96-16BFC1C39A6C}"/>
              </a:ext>
            </a:extLst>
          </p:cNvPr>
          <p:cNvSpPr txBox="1">
            <a:spLocks/>
          </p:cNvSpPr>
          <p:nvPr userDrawn="1"/>
        </p:nvSpPr>
        <p:spPr>
          <a:xfrm>
            <a:off x="728870" y="9029700"/>
            <a:ext cx="2928730" cy="346256"/>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rgbClr val="1A2584"/>
                </a:solidFill>
                <a:latin typeface="Aptos" panose="020B0004020202020204" pitchFamily="34" charset="0"/>
                <a:ea typeface="+mj-ea"/>
                <a:cs typeface="+mj-cs"/>
              </a:defRPr>
            </a:lvl1pPr>
          </a:lstStyle>
          <a:p>
            <a:r>
              <a:rPr lang="en-US" sz="1900" dirty="0"/>
              <a:t>Meeting Sponsors -</a:t>
            </a:r>
          </a:p>
        </p:txBody>
      </p:sp>
      <p:sp>
        <p:nvSpPr>
          <p:cNvPr id="12" name="Rectangle 11">
            <a:extLst>
              <a:ext uri="{FF2B5EF4-FFF2-40B4-BE49-F238E27FC236}">
                <a16:creationId xmlns:a16="http://schemas.microsoft.com/office/drawing/2014/main" id="{92354EF5-8161-F85A-7D65-6C9939918912}"/>
              </a:ext>
            </a:extLst>
          </p:cNvPr>
          <p:cNvSpPr/>
          <p:nvPr userDrawn="1"/>
        </p:nvSpPr>
        <p:spPr>
          <a:xfrm>
            <a:off x="762000" y="7277100"/>
            <a:ext cx="152400" cy="1219200"/>
          </a:xfrm>
          <a:prstGeom prst="rect">
            <a:avLst/>
          </a:prstGeom>
          <a:solidFill>
            <a:srgbClr val="AAB5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116333A3-B750-9646-62EF-6C4CDF8425F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392400" y="419100"/>
            <a:ext cx="2561492" cy="916054"/>
          </a:xfrm>
          <a:prstGeom prst="rect">
            <a:avLst/>
          </a:prstGeom>
        </p:spPr>
      </p:pic>
      <p:sp>
        <p:nvSpPr>
          <p:cNvPr id="15" name="Title 1">
            <a:extLst>
              <a:ext uri="{FF2B5EF4-FFF2-40B4-BE49-F238E27FC236}">
                <a16:creationId xmlns:a16="http://schemas.microsoft.com/office/drawing/2014/main" id="{1562239E-3A1A-4C63-C629-FA1A084D49D6}"/>
              </a:ext>
            </a:extLst>
          </p:cNvPr>
          <p:cNvSpPr>
            <a:spLocks noGrp="1"/>
          </p:cNvSpPr>
          <p:nvPr>
            <p:ph type="title" hasCustomPrompt="1"/>
          </p:nvPr>
        </p:nvSpPr>
        <p:spPr>
          <a:xfrm>
            <a:off x="1066800" y="7277100"/>
            <a:ext cx="5486400" cy="566738"/>
          </a:xfrm>
        </p:spPr>
        <p:txBody>
          <a:bodyPr anchor="b"/>
          <a:lstStyle>
            <a:lvl1pPr algn="l">
              <a:defRPr sz="2500" b="1">
                <a:solidFill>
                  <a:srgbClr val="1A2584"/>
                </a:solidFill>
              </a:defRPr>
            </a:lvl1pPr>
          </a:lstStyle>
          <a:p>
            <a:r>
              <a:rPr lang="en-US" dirty="0"/>
              <a:t>AUTHOR, AFFILIATION</a:t>
            </a:r>
          </a:p>
        </p:txBody>
      </p:sp>
      <p:sp>
        <p:nvSpPr>
          <p:cNvPr id="16" name="Text Placeholder 3">
            <a:extLst>
              <a:ext uri="{FF2B5EF4-FFF2-40B4-BE49-F238E27FC236}">
                <a16:creationId xmlns:a16="http://schemas.microsoft.com/office/drawing/2014/main" id="{9A1A0C37-3096-8EE4-5521-B16CCA73AE1F}"/>
              </a:ext>
            </a:extLst>
          </p:cNvPr>
          <p:cNvSpPr>
            <a:spLocks noGrp="1"/>
          </p:cNvSpPr>
          <p:nvPr>
            <p:ph type="body" sz="half" idx="2" hasCustomPrompt="1"/>
          </p:nvPr>
        </p:nvSpPr>
        <p:spPr>
          <a:xfrm>
            <a:off x="1071282" y="7915274"/>
            <a:ext cx="5481918" cy="538163"/>
          </a:xfrm>
        </p:spPr>
        <p:txBody>
          <a:bodyPr>
            <a:normAutofit/>
          </a:bodyPr>
          <a:lstStyle>
            <a:lvl1pPr marL="0" indent="0">
              <a:buNone/>
              <a:defRPr sz="2500" b="0" i="0">
                <a:solidFill>
                  <a:srgbClr val="1A2584"/>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Date Year</a:t>
            </a:r>
          </a:p>
        </p:txBody>
      </p:sp>
      <p:sp>
        <p:nvSpPr>
          <p:cNvPr id="11" name="Text Placeholder 10">
            <a:extLst>
              <a:ext uri="{FF2B5EF4-FFF2-40B4-BE49-F238E27FC236}">
                <a16:creationId xmlns:a16="http://schemas.microsoft.com/office/drawing/2014/main" id="{FB76B5EB-5752-3565-B357-2130CC963D71}"/>
              </a:ext>
            </a:extLst>
          </p:cNvPr>
          <p:cNvSpPr>
            <a:spLocks noGrp="1"/>
          </p:cNvSpPr>
          <p:nvPr>
            <p:ph type="body" sz="quarter" idx="11" hasCustomPrompt="1"/>
          </p:nvPr>
        </p:nvSpPr>
        <p:spPr>
          <a:xfrm>
            <a:off x="728870" y="545170"/>
            <a:ext cx="10929730" cy="2971800"/>
          </a:xfrm>
        </p:spPr>
        <p:txBody>
          <a:bodyPr>
            <a:normAutofit/>
          </a:bodyPr>
          <a:lstStyle>
            <a:lvl1pPr marL="0" indent="0">
              <a:lnSpc>
                <a:spcPts val="7700"/>
              </a:lnSpc>
              <a:buFont typeface="Arial" panose="020B0604020202020204" pitchFamily="34" charset="0"/>
              <a:buNone/>
              <a:defRPr sz="8500">
                <a:solidFill>
                  <a:srgbClr val="263BD3"/>
                </a:solidFill>
              </a:defRPr>
            </a:lvl1pPr>
          </a:lstStyle>
          <a:p>
            <a:pPr lvl="0"/>
            <a:r>
              <a:rPr lang="en-GB" dirty="0"/>
              <a:t>Presentation Title Click to Add Content</a:t>
            </a:r>
            <a:endParaRPr lang="en-US" dirty="0"/>
          </a:p>
        </p:txBody>
      </p:sp>
      <p:sp>
        <p:nvSpPr>
          <p:cNvPr id="2" name="Text Placeholder 3">
            <a:extLst>
              <a:ext uri="{FF2B5EF4-FFF2-40B4-BE49-F238E27FC236}">
                <a16:creationId xmlns:a16="http://schemas.microsoft.com/office/drawing/2014/main" id="{605DABAF-415F-1CD4-4969-0804682A36A9}"/>
              </a:ext>
            </a:extLst>
          </p:cNvPr>
          <p:cNvSpPr>
            <a:spLocks noGrp="1"/>
          </p:cNvSpPr>
          <p:nvPr>
            <p:ph type="body" sz="half" idx="12" hasCustomPrompt="1"/>
          </p:nvPr>
        </p:nvSpPr>
        <p:spPr>
          <a:xfrm>
            <a:off x="713372" y="4477662"/>
            <a:ext cx="7583230" cy="1238460"/>
          </a:xfrm>
        </p:spPr>
        <p:txBody>
          <a:bodyPr>
            <a:noAutofit/>
          </a:bodyPr>
          <a:lstStyle>
            <a:lvl1pPr marL="0" indent="0">
              <a:buNone/>
              <a:defRPr sz="6500" b="0" i="0" baseline="30000">
                <a:solidFill>
                  <a:srgbClr val="263BD3"/>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IN" dirty="0"/>
              <a:t>The 131st OGC Member Meeting, Rome, Italy</a:t>
            </a:r>
            <a:endParaRPr lang="en-US" dirty="0"/>
          </a:p>
        </p:txBody>
      </p:sp>
    </p:spTree>
    <p:extLst>
      <p:ext uri="{BB962C8B-B14F-4D97-AF65-F5344CB8AC3E}">
        <p14:creationId xmlns:p14="http://schemas.microsoft.com/office/powerpoint/2010/main" val="4182807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2">
    <p:bg>
      <p:bgPr>
        <a:solidFill>
          <a:srgbClr val="1A2584"/>
        </a:solidFill>
        <a:effectLst/>
      </p:bgPr>
    </p:bg>
    <p:spTree>
      <p:nvGrpSpPr>
        <p:cNvPr id="1" name=""/>
        <p:cNvGrpSpPr/>
        <p:nvPr/>
      </p:nvGrpSpPr>
      <p:grpSpPr>
        <a:xfrm>
          <a:off x="0" y="0"/>
          <a:ext cx="0" cy="0"/>
          <a:chOff x="0" y="0"/>
          <a:chExt cx="0" cy="0"/>
        </a:xfrm>
      </p:grpSpPr>
      <p:pic>
        <p:nvPicPr>
          <p:cNvPr id="3" name="Picture 2" descr="A blue wavy surface with dots and lines&#10;&#10;Description automatically generated">
            <a:extLst>
              <a:ext uri="{FF2B5EF4-FFF2-40B4-BE49-F238E27FC236}">
                <a16:creationId xmlns:a16="http://schemas.microsoft.com/office/drawing/2014/main" id="{67D55751-B4C4-B290-38BE-3C9FB727768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5443" y="392218"/>
            <a:ext cx="18288000" cy="10287000"/>
          </a:xfrm>
          <a:prstGeom prst="rect">
            <a:avLst/>
          </a:prstGeom>
        </p:spPr>
      </p:pic>
      <p:pic>
        <p:nvPicPr>
          <p:cNvPr id="5" name="Graphic 4">
            <a:extLst>
              <a:ext uri="{FF2B5EF4-FFF2-40B4-BE49-F238E27FC236}">
                <a16:creationId xmlns:a16="http://schemas.microsoft.com/office/drawing/2014/main" id="{9343AEB7-9BE4-E9F5-AB93-DC61BBEB18A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392400" y="419100"/>
            <a:ext cx="2561492" cy="916054"/>
          </a:xfrm>
          <a:prstGeom prst="rect">
            <a:avLst/>
          </a:prstGeom>
        </p:spPr>
      </p:pic>
      <p:sp>
        <p:nvSpPr>
          <p:cNvPr id="7" name="Text Placeholder 10">
            <a:extLst>
              <a:ext uri="{FF2B5EF4-FFF2-40B4-BE49-F238E27FC236}">
                <a16:creationId xmlns:a16="http://schemas.microsoft.com/office/drawing/2014/main" id="{AADD6667-468B-56A6-B0DE-260CB38B829E}"/>
              </a:ext>
            </a:extLst>
          </p:cNvPr>
          <p:cNvSpPr>
            <a:spLocks noGrp="1"/>
          </p:cNvSpPr>
          <p:nvPr>
            <p:ph type="body" sz="quarter" idx="11" hasCustomPrompt="1"/>
          </p:nvPr>
        </p:nvSpPr>
        <p:spPr>
          <a:xfrm>
            <a:off x="728870" y="545170"/>
            <a:ext cx="10929730" cy="2971800"/>
          </a:xfrm>
        </p:spPr>
        <p:txBody>
          <a:bodyPr>
            <a:normAutofit/>
          </a:bodyPr>
          <a:lstStyle>
            <a:lvl1pPr marL="0" indent="0">
              <a:lnSpc>
                <a:spcPts val="7700"/>
              </a:lnSpc>
              <a:buFont typeface="Arial" panose="020B0604020202020204" pitchFamily="34" charset="0"/>
              <a:buNone/>
              <a:defRPr sz="8500">
                <a:solidFill>
                  <a:schemeClr val="bg1"/>
                </a:solidFill>
              </a:defRPr>
            </a:lvl1pPr>
          </a:lstStyle>
          <a:p>
            <a:pPr lvl="0"/>
            <a:r>
              <a:rPr lang="en-GB" dirty="0"/>
              <a:t>Presentation Title Click to Add Content</a:t>
            </a:r>
            <a:endParaRPr lang="en-US" dirty="0"/>
          </a:p>
        </p:txBody>
      </p:sp>
      <p:sp>
        <p:nvSpPr>
          <p:cNvPr id="17" name="Rectangle 16">
            <a:extLst>
              <a:ext uri="{FF2B5EF4-FFF2-40B4-BE49-F238E27FC236}">
                <a16:creationId xmlns:a16="http://schemas.microsoft.com/office/drawing/2014/main" id="{571D35DD-0974-DC8D-23B7-5BC59712F658}"/>
              </a:ext>
            </a:extLst>
          </p:cNvPr>
          <p:cNvSpPr/>
          <p:nvPr userDrawn="1"/>
        </p:nvSpPr>
        <p:spPr>
          <a:xfrm>
            <a:off x="762000" y="7277100"/>
            <a:ext cx="152400" cy="1219200"/>
          </a:xfrm>
          <a:prstGeom prst="rect">
            <a:avLst/>
          </a:prstGeom>
          <a:solidFill>
            <a:srgbClr val="AAB5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4D848BDF-BF6E-14C0-47DC-48BE2D5B7E71}"/>
              </a:ext>
            </a:extLst>
          </p:cNvPr>
          <p:cNvSpPr>
            <a:spLocks noGrp="1"/>
          </p:cNvSpPr>
          <p:nvPr>
            <p:ph type="title" hasCustomPrompt="1"/>
          </p:nvPr>
        </p:nvSpPr>
        <p:spPr>
          <a:xfrm>
            <a:off x="1066800" y="7277100"/>
            <a:ext cx="5486400" cy="566738"/>
          </a:xfrm>
        </p:spPr>
        <p:txBody>
          <a:bodyPr anchor="b"/>
          <a:lstStyle>
            <a:lvl1pPr algn="l">
              <a:defRPr sz="2500" b="1">
                <a:solidFill>
                  <a:schemeClr val="bg1"/>
                </a:solidFill>
              </a:defRPr>
            </a:lvl1pPr>
          </a:lstStyle>
          <a:p>
            <a:r>
              <a:rPr lang="en-US" dirty="0"/>
              <a:t>AUTHOR, AFFILIATION</a:t>
            </a:r>
          </a:p>
        </p:txBody>
      </p:sp>
      <p:sp>
        <p:nvSpPr>
          <p:cNvPr id="19" name="Text Placeholder 3">
            <a:extLst>
              <a:ext uri="{FF2B5EF4-FFF2-40B4-BE49-F238E27FC236}">
                <a16:creationId xmlns:a16="http://schemas.microsoft.com/office/drawing/2014/main" id="{B4CE9468-6417-595C-05E3-0B1BE26B592B}"/>
              </a:ext>
            </a:extLst>
          </p:cNvPr>
          <p:cNvSpPr>
            <a:spLocks noGrp="1"/>
          </p:cNvSpPr>
          <p:nvPr>
            <p:ph type="body" sz="half" idx="2" hasCustomPrompt="1"/>
          </p:nvPr>
        </p:nvSpPr>
        <p:spPr>
          <a:xfrm>
            <a:off x="1071282" y="7915274"/>
            <a:ext cx="5481918" cy="538163"/>
          </a:xfrm>
        </p:spPr>
        <p:txBody>
          <a:bodyPr>
            <a:normAutofit/>
          </a:bodyPr>
          <a:lstStyle>
            <a:lvl1pPr marL="0" indent="0">
              <a:buNone/>
              <a:defRPr sz="2500" b="0"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Date Year</a:t>
            </a:r>
          </a:p>
        </p:txBody>
      </p:sp>
      <p:sp>
        <p:nvSpPr>
          <p:cNvPr id="2" name="Text Placeholder 3">
            <a:extLst>
              <a:ext uri="{FF2B5EF4-FFF2-40B4-BE49-F238E27FC236}">
                <a16:creationId xmlns:a16="http://schemas.microsoft.com/office/drawing/2014/main" id="{0AD61E94-E6F8-80DC-C007-EB93F1B2D979}"/>
              </a:ext>
            </a:extLst>
          </p:cNvPr>
          <p:cNvSpPr>
            <a:spLocks noGrp="1"/>
          </p:cNvSpPr>
          <p:nvPr>
            <p:ph type="body" sz="half" idx="12" hasCustomPrompt="1"/>
          </p:nvPr>
        </p:nvSpPr>
        <p:spPr>
          <a:xfrm>
            <a:off x="713372" y="4477662"/>
            <a:ext cx="7583230" cy="1238460"/>
          </a:xfrm>
        </p:spPr>
        <p:txBody>
          <a:bodyPr>
            <a:noAutofit/>
          </a:bodyPr>
          <a:lstStyle>
            <a:lvl1pPr marL="0" indent="0">
              <a:buNone/>
              <a:defRPr sz="6500" b="0" i="0" baseline="3000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IN" dirty="0"/>
              <a:t>The 131st OGC Member Meeting, Rome, Italy</a:t>
            </a:r>
            <a:endParaRPr lang="en-US" dirty="0"/>
          </a:p>
        </p:txBody>
      </p:sp>
    </p:spTree>
    <p:extLst>
      <p:ext uri="{BB962C8B-B14F-4D97-AF65-F5344CB8AC3E}">
        <p14:creationId xmlns:p14="http://schemas.microsoft.com/office/powerpoint/2010/main" val="19454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ig Title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FE8630-46BB-9AF4-620B-65303E9E7E16}"/>
              </a:ext>
            </a:extLst>
          </p:cNvPr>
          <p:cNvSpPr/>
          <p:nvPr userDrawn="1"/>
        </p:nvSpPr>
        <p:spPr>
          <a:xfrm>
            <a:off x="21566" y="26068"/>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EAE74F5F-411A-2F20-B03E-E84E45D36D4E}"/>
              </a:ext>
            </a:extLst>
          </p:cNvPr>
          <p:cNvSpPr>
            <a:spLocks noGrp="1"/>
          </p:cNvSpPr>
          <p:nvPr>
            <p:ph type="title" hasCustomPrompt="1"/>
          </p:nvPr>
        </p:nvSpPr>
        <p:spPr>
          <a:xfrm>
            <a:off x="914400" y="509086"/>
            <a:ext cx="13182600" cy="916055"/>
          </a:xfrm>
        </p:spPr>
        <p:txBody>
          <a:bodyPr anchor="t"/>
          <a:lstStyle>
            <a:lvl1pPr>
              <a:lnSpc>
                <a:spcPts val="6800"/>
              </a:lnSpc>
              <a:defRPr sz="7500">
                <a:solidFill>
                  <a:srgbClr val="263BD3"/>
                </a:solidFill>
              </a:defRPr>
            </a:lvl1pPr>
          </a:lstStyle>
          <a:p>
            <a:r>
              <a:rPr lang="en-GB" dirty="0"/>
              <a:t>Big Title Heading</a:t>
            </a:r>
            <a:endParaRPr lang="en-US" dirty="0"/>
          </a:p>
        </p:txBody>
      </p:sp>
      <p:pic>
        <p:nvPicPr>
          <p:cNvPr id="13" name="Graphic 12">
            <a:extLst>
              <a:ext uri="{FF2B5EF4-FFF2-40B4-BE49-F238E27FC236}">
                <a16:creationId xmlns:a16="http://schemas.microsoft.com/office/drawing/2014/main" id="{5A346ED9-67A6-795E-2E18-F96FC529A59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4" name="Text Placeholder 2">
            <a:extLst>
              <a:ext uri="{FF2B5EF4-FFF2-40B4-BE49-F238E27FC236}">
                <a16:creationId xmlns:a16="http://schemas.microsoft.com/office/drawing/2014/main" id="{C0770800-AE55-4C87-F52C-5E1000215992}"/>
              </a:ext>
            </a:extLst>
          </p:cNvPr>
          <p:cNvSpPr>
            <a:spLocks noGrp="1"/>
          </p:cNvSpPr>
          <p:nvPr>
            <p:ph type="body" idx="16" hasCustomPrompt="1"/>
          </p:nvPr>
        </p:nvSpPr>
        <p:spPr>
          <a:xfrm>
            <a:off x="899158" y="2259080"/>
            <a:ext cx="16273447" cy="4359251"/>
          </a:xfrm>
        </p:spPr>
        <p:txBody>
          <a:bodyPr anchor="t">
            <a:noAutofit/>
          </a:bodyPr>
          <a:lstStyle>
            <a:lvl1pPr marL="342900" indent="-342900">
              <a:buFont typeface="Arial" panose="020B0604020202020204" pitchFamily="34" charset="0"/>
              <a:buChar char="•"/>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endParaRPr lang="en-US" dirty="0"/>
          </a:p>
          <a:p>
            <a:pPr lvl="0"/>
            <a:endParaRPr lang="en-US" dirty="0"/>
          </a:p>
        </p:txBody>
      </p:sp>
      <p:sp>
        <p:nvSpPr>
          <p:cNvPr id="6" name="Rectangle 5">
            <a:extLst>
              <a:ext uri="{FF2B5EF4-FFF2-40B4-BE49-F238E27FC236}">
                <a16:creationId xmlns:a16="http://schemas.microsoft.com/office/drawing/2014/main" id="{C7580FF4-DFB0-CCEE-0DD6-D876F8A97D0D}"/>
              </a:ext>
            </a:extLst>
          </p:cNvPr>
          <p:cNvSpPr/>
          <p:nvPr userDrawn="1"/>
        </p:nvSpPr>
        <p:spPr>
          <a:xfrm rot="16200000">
            <a:off x="2551" y="460905"/>
            <a:ext cx="726714"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514D35F-3739-8005-6C42-FB486DFD6BC9}"/>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164C3843-FA3F-5ECB-9B93-08E625372B20}"/>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247642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Blank">
    <p:bg>
      <p:bgPr>
        <a:solidFill>
          <a:srgbClr val="E1F0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7CF913-2E12-EC62-F99F-0C283461A87C}"/>
              </a:ext>
            </a:extLst>
          </p:cNvPr>
          <p:cNvSpPr/>
          <p:nvPr userDrawn="1"/>
        </p:nvSpPr>
        <p:spPr>
          <a:xfrm>
            <a:off x="21566" y="1"/>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E0D720E1-4478-24AB-FC1A-3A9C6DDA4AE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11" name="Title 1">
            <a:extLst>
              <a:ext uri="{FF2B5EF4-FFF2-40B4-BE49-F238E27FC236}">
                <a16:creationId xmlns:a16="http://schemas.microsoft.com/office/drawing/2014/main" id="{4D079CFF-A80B-E992-4B26-E1D07F0EA5B1}"/>
              </a:ext>
            </a:extLst>
          </p:cNvPr>
          <p:cNvSpPr>
            <a:spLocks noGrp="1"/>
          </p:cNvSpPr>
          <p:nvPr>
            <p:ph type="title" hasCustomPrompt="1"/>
          </p:nvPr>
        </p:nvSpPr>
        <p:spPr>
          <a:xfrm>
            <a:off x="937098" y="723900"/>
            <a:ext cx="129313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12" name="Rectangle 11">
            <a:extLst>
              <a:ext uri="{FF2B5EF4-FFF2-40B4-BE49-F238E27FC236}">
                <a16:creationId xmlns:a16="http://schemas.microsoft.com/office/drawing/2014/main" id="{3DDCC182-EA1E-8E96-05B8-513A8F348C7C}"/>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99ACD9-E0BD-7D12-2F5D-176EA48C2931}"/>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77B80C66-9D2F-0E17-2EFC-8DAC9F736117}"/>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3246899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 Title Bulleted">
    <p:bg>
      <p:bgPr>
        <a:solidFill>
          <a:srgbClr val="E1F0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7CF913-2E12-EC62-F99F-0C283461A87C}"/>
              </a:ext>
            </a:extLst>
          </p:cNvPr>
          <p:cNvSpPr/>
          <p:nvPr userDrawn="1"/>
        </p:nvSpPr>
        <p:spPr>
          <a:xfrm>
            <a:off x="21566" y="1"/>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E0D720E1-4478-24AB-FC1A-3A9C6DDA4AE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12" name="Rectangle 11">
            <a:extLst>
              <a:ext uri="{FF2B5EF4-FFF2-40B4-BE49-F238E27FC236}">
                <a16:creationId xmlns:a16="http://schemas.microsoft.com/office/drawing/2014/main" id="{3DDCC182-EA1E-8E96-05B8-513A8F348C7C}"/>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3B7A94B2-C072-0E22-5620-0F8F4C7CD715}"/>
              </a:ext>
            </a:extLst>
          </p:cNvPr>
          <p:cNvSpPr>
            <a:spLocks noGrp="1"/>
          </p:cNvSpPr>
          <p:nvPr>
            <p:ph type="body" idx="16" hasCustomPrompt="1"/>
          </p:nvPr>
        </p:nvSpPr>
        <p:spPr>
          <a:xfrm>
            <a:off x="899158" y="2259080"/>
            <a:ext cx="16273447" cy="4359251"/>
          </a:xfrm>
        </p:spPr>
        <p:txBody>
          <a:bodyPr anchor="t">
            <a:noAutofit/>
          </a:bodyPr>
          <a:lstStyle>
            <a:lvl1pPr marL="342900" indent="-342900">
              <a:buFont typeface="Arial" panose="020B0604020202020204" pitchFamily="34" charset="0"/>
              <a:buChar char="•"/>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Bulleted copy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endParaRPr lang="en-US" dirty="0"/>
          </a:p>
          <a:p>
            <a:pPr lvl="0"/>
            <a:endParaRPr lang="en-US" dirty="0"/>
          </a:p>
        </p:txBody>
      </p:sp>
      <p:sp>
        <p:nvSpPr>
          <p:cNvPr id="3" name="Title 1">
            <a:extLst>
              <a:ext uri="{FF2B5EF4-FFF2-40B4-BE49-F238E27FC236}">
                <a16:creationId xmlns:a16="http://schemas.microsoft.com/office/drawing/2014/main" id="{5A728B28-D58B-1DEF-FDD9-FB8EAA99BCB3}"/>
              </a:ext>
            </a:extLst>
          </p:cNvPr>
          <p:cNvSpPr>
            <a:spLocks noGrp="1"/>
          </p:cNvSpPr>
          <p:nvPr>
            <p:ph type="title" hasCustomPrompt="1"/>
          </p:nvPr>
        </p:nvSpPr>
        <p:spPr>
          <a:xfrm>
            <a:off x="937098" y="723900"/>
            <a:ext cx="133885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6" name="Rectangle 5">
            <a:extLst>
              <a:ext uri="{FF2B5EF4-FFF2-40B4-BE49-F238E27FC236}">
                <a16:creationId xmlns:a16="http://schemas.microsoft.com/office/drawing/2014/main" id="{4E6E8916-12F7-4839-7DBC-D578F474E064}"/>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8C209228-CCE0-BC9B-E3C0-5E3CE9D6E8EB}"/>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236611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Bulleted Big">
    <p:bg>
      <p:bgPr>
        <a:solidFill>
          <a:srgbClr val="E1F0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7CF913-2E12-EC62-F99F-0C283461A87C}"/>
              </a:ext>
            </a:extLst>
          </p:cNvPr>
          <p:cNvSpPr/>
          <p:nvPr userDrawn="1"/>
        </p:nvSpPr>
        <p:spPr>
          <a:xfrm>
            <a:off x="21566" y="1"/>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E0D720E1-4478-24AB-FC1A-3A9C6DDA4AE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12" name="Rectangle 11">
            <a:extLst>
              <a:ext uri="{FF2B5EF4-FFF2-40B4-BE49-F238E27FC236}">
                <a16:creationId xmlns:a16="http://schemas.microsoft.com/office/drawing/2014/main" id="{3DDCC182-EA1E-8E96-05B8-513A8F348C7C}"/>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5A728B28-D58B-1DEF-FDD9-FB8EAA99BCB3}"/>
              </a:ext>
            </a:extLst>
          </p:cNvPr>
          <p:cNvSpPr>
            <a:spLocks noGrp="1"/>
          </p:cNvSpPr>
          <p:nvPr>
            <p:ph type="title" hasCustomPrompt="1"/>
          </p:nvPr>
        </p:nvSpPr>
        <p:spPr>
          <a:xfrm>
            <a:off x="937098" y="723900"/>
            <a:ext cx="133885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5" name="Text Placeholder 4">
            <a:extLst>
              <a:ext uri="{FF2B5EF4-FFF2-40B4-BE49-F238E27FC236}">
                <a16:creationId xmlns:a16="http://schemas.microsoft.com/office/drawing/2014/main" id="{F2B9FE15-DD5A-7FD9-9633-CB99FAB73544}"/>
              </a:ext>
            </a:extLst>
          </p:cNvPr>
          <p:cNvSpPr>
            <a:spLocks noGrp="1"/>
          </p:cNvSpPr>
          <p:nvPr>
            <p:ph type="body" sz="quarter" idx="16" hasCustomPrompt="1"/>
          </p:nvPr>
        </p:nvSpPr>
        <p:spPr>
          <a:xfrm>
            <a:off x="936625" y="2552700"/>
            <a:ext cx="16513175" cy="4267200"/>
          </a:xfrm>
        </p:spPr>
        <p:txBody>
          <a:bodyPr>
            <a:normAutofit/>
          </a:bodyPr>
          <a:lstStyle>
            <a:lvl2pPr marL="914400" indent="-457200">
              <a:lnSpc>
                <a:spcPts val="3140"/>
              </a:lnSpc>
              <a:buFont typeface="Arial" panose="020B0604020202020204" pitchFamily="34" charset="0"/>
              <a:buChar char="•"/>
              <a:defRPr sz="3200"/>
            </a:lvl2pPr>
          </a:lstStyle>
          <a:p>
            <a:pPr lvl="1"/>
            <a:r>
              <a:rPr lang="en-GB" dirty="0"/>
              <a:t>Bulleted Copy</a:t>
            </a:r>
          </a:p>
          <a:p>
            <a:pPr lvl="1"/>
            <a:r>
              <a:rPr lang="en-GB" dirty="0"/>
              <a:t>Bulleted Copy</a:t>
            </a:r>
          </a:p>
        </p:txBody>
      </p:sp>
      <p:sp>
        <p:nvSpPr>
          <p:cNvPr id="2" name="Rectangle 1">
            <a:extLst>
              <a:ext uri="{FF2B5EF4-FFF2-40B4-BE49-F238E27FC236}">
                <a16:creationId xmlns:a16="http://schemas.microsoft.com/office/drawing/2014/main" id="{DE1007E9-D734-EF10-7A99-8EAA64506B36}"/>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0F333B1E-16A1-B3B9-A800-C8D83A2FD555}"/>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1286735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Body">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15AB759D-FF5F-F437-54FE-C863F2D2E4AF}"/>
              </a:ext>
            </a:extLst>
          </p:cNvPr>
          <p:cNvSpPr/>
          <p:nvPr userDrawn="1"/>
        </p:nvSpPr>
        <p:spPr>
          <a:xfrm>
            <a:off x="0" y="-4313"/>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a:extLst>
              <a:ext uri="{FF2B5EF4-FFF2-40B4-BE49-F238E27FC236}">
                <a16:creationId xmlns:a16="http://schemas.microsoft.com/office/drawing/2014/main" id="{AB6AA770-0F0E-15DA-9885-BFA070500A2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8" name="Rectangle 7">
            <a:extLst>
              <a:ext uri="{FF2B5EF4-FFF2-40B4-BE49-F238E27FC236}">
                <a16:creationId xmlns:a16="http://schemas.microsoft.com/office/drawing/2014/main" id="{5AC3AF0B-A0E6-CFE8-6A59-996D9CEF52C7}"/>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A814CE70-831C-0A2D-C41D-E8B5061647E9}"/>
              </a:ext>
            </a:extLst>
          </p:cNvPr>
          <p:cNvSpPr>
            <a:spLocks noGrp="1"/>
          </p:cNvSpPr>
          <p:nvPr>
            <p:ph type="body" idx="15" hasCustomPrompt="1"/>
          </p:nvPr>
        </p:nvSpPr>
        <p:spPr>
          <a:xfrm>
            <a:off x="947258" y="2476500"/>
            <a:ext cx="16273942" cy="6781800"/>
          </a:xfrm>
        </p:spPr>
        <p:txBody>
          <a:bodyPr anchor="t">
            <a:noAutofit/>
          </a:bodyPr>
          <a:lstStyle>
            <a:lvl1pPr marL="0" indent="0">
              <a:buNone/>
              <a:defRPr sz="2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9" name="Title 1">
            <a:extLst>
              <a:ext uri="{FF2B5EF4-FFF2-40B4-BE49-F238E27FC236}">
                <a16:creationId xmlns:a16="http://schemas.microsoft.com/office/drawing/2014/main" id="{861E41FC-085C-B512-11BF-B79A7423730F}"/>
              </a:ext>
            </a:extLst>
          </p:cNvPr>
          <p:cNvSpPr>
            <a:spLocks noGrp="1"/>
          </p:cNvSpPr>
          <p:nvPr>
            <p:ph type="title" hasCustomPrompt="1"/>
          </p:nvPr>
        </p:nvSpPr>
        <p:spPr>
          <a:xfrm>
            <a:off x="937098" y="723900"/>
            <a:ext cx="127027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2" name="Rectangle 1">
            <a:extLst>
              <a:ext uri="{FF2B5EF4-FFF2-40B4-BE49-F238E27FC236}">
                <a16:creationId xmlns:a16="http://schemas.microsoft.com/office/drawing/2014/main" id="{1CB11900-C063-2380-B76A-29582A737690}"/>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1879005E-8954-D4C1-90F9-352EF4CBE1B9}"/>
              </a:ext>
            </a:extLst>
          </p:cNvPr>
          <p:cNvSpPr>
            <a:spLocks noGrp="1"/>
          </p:cNvSpPr>
          <p:nvPr>
            <p:ph type="body" idx="16"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1255465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 for diagrams">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15AB759D-FF5F-F437-54FE-C863F2D2E4AF}"/>
              </a:ext>
            </a:extLst>
          </p:cNvPr>
          <p:cNvSpPr/>
          <p:nvPr userDrawn="1"/>
        </p:nvSpPr>
        <p:spPr>
          <a:xfrm>
            <a:off x="0" y="-4313"/>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a:extLst>
              <a:ext uri="{FF2B5EF4-FFF2-40B4-BE49-F238E27FC236}">
                <a16:creationId xmlns:a16="http://schemas.microsoft.com/office/drawing/2014/main" id="{AB6AA770-0F0E-15DA-9885-BFA070500A2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2" name="Rectangle 1">
            <a:extLst>
              <a:ext uri="{FF2B5EF4-FFF2-40B4-BE49-F238E27FC236}">
                <a16:creationId xmlns:a16="http://schemas.microsoft.com/office/drawing/2014/main" id="{FDA3204A-D7E1-E293-D1C2-4D14599C5707}"/>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2AF3189D-505C-8926-035B-2FA75D0CEFFE}"/>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78532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Body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FE8630-46BB-9AF4-620B-65303E9E7E16}"/>
              </a:ext>
            </a:extLst>
          </p:cNvPr>
          <p:cNvSpPr/>
          <p:nvPr userDrawn="1"/>
        </p:nvSpPr>
        <p:spPr>
          <a:xfrm>
            <a:off x="21566" y="1"/>
            <a:ext cx="18266434" cy="10286999"/>
          </a:xfrm>
          <a:prstGeom prst="rect">
            <a:avLst/>
          </a:prstGeom>
          <a:gradFill flip="none" rotWithShape="1">
            <a:gsLst>
              <a:gs pos="100000">
                <a:srgbClr val="F3FFBB"/>
              </a:gs>
              <a:gs pos="62000">
                <a:srgbClr val="FFFFFF"/>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346ED9-67A6-795E-2E18-F96FC529A59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
        <p:nvSpPr>
          <p:cNvPr id="3" name="Text Placeholder 2">
            <a:extLst>
              <a:ext uri="{FF2B5EF4-FFF2-40B4-BE49-F238E27FC236}">
                <a16:creationId xmlns:a16="http://schemas.microsoft.com/office/drawing/2014/main" id="{E310D525-D7A2-BC60-DBD3-AB6F038C3639}"/>
              </a:ext>
            </a:extLst>
          </p:cNvPr>
          <p:cNvSpPr>
            <a:spLocks noGrp="1"/>
          </p:cNvSpPr>
          <p:nvPr>
            <p:ph type="body" idx="1" hasCustomPrompt="1"/>
          </p:nvPr>
        </p:nvSpPr>
        <p:spPr>
          <a:xfrm>
            <a:off x="917274" y="2158983"/>
            <a:ext cx="16258207" cy="752474"/>
          </a:xfrm>
        </p:spPr>
        <p:txBody>
          <a:bodyPr anchor="ctr">
            <a:noAutofit/>
          </a:bodyPr>
          <a:lstStyle>
            <a:lvl1pPr marL="0" indent="0">
              <a:buNone/>
              <a:defRPr sz="34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err="1"/>
              <a:t>Subheadline</a:t>
            </a:r>
            <a:endParaRPr lang="en-US" dirty="0"/>
          </a:p>
        </p:txBody>
      </p:sp>
      <p:sp>
        <p:nvSpPr>
          <p:cNvPr id="4" name="Text Placeholder 2">
            <a:extLst>
              <a:ext uri="{FF2B5EF4-FFF2-40B4-BE49-F238E27FC236}">
                <a16:creationId xmlns:a16="http://schemas.microsoft.com/office/drawing/2014/main" id="{05C87FB5-73CA-B238-289C-4D53931826AD}"/>
              </a:ext>
            </a:extLst>
          </p:cNvPr>
          <p:cNvSpPr>
            <a:spLocks noGrp="1"/>
          </p:cNvSpPr>
          <p:nvPr>
            <p:ph type="body" idx="15" hasCustomPrompt="1"/>
          </p:nvPr>
        </p:nvSpPr>
        <p:spPr>
          <a:xfrm>
            <a:off x="914399" y="2969140"/>
            <a:ext cx="16258207" cy="1541666"/>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6" name="Rectangle 5">
            <a:extLst>
              <a:ext uri="{FF2B5EF4-FFF2-40B4-BE49-F238E27FC236}">
                <a16:creationId xmlns:a16="http://schemas.microsoft.com/office/drawing/2014/main" id="{19C4B319-60A9-731B-4C92-8B9B3631EE96}"/>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20C7EE32-1600-EB7B-CEAF-4C2CBD623A07}"/>
              </a:ext>
            </a:extLst>
          </p:cNvPr>
          <p:cNvSpPr>
            <a:spLocks noGrp="1"/>
          </p:cNvSpPr>
          <p:nvPr>
            <p:ph type="body" idx="16" hasCustomPrompt="1"/>
          </p:nvPr>
        </p:nvSpPr>
        <p:spPr>
          <a:xfrm>
            <a:off x="899158" y="4899049"/>
            <a:ext cx="16273447" cy="4359251"/>
          </a:xfrm>
        </p:spPr>
        <p:txBody>
          <a:bodyPr anchor="t">
            <a:noAutofit/>
          </a:bodyPr>
          <a:lstStyle>
            <a:lvl1pPr marL="342900" indent="-342900">
              <a:buFont typeface="Arial" panose="020B0604020202020204" pitchFamily="34" charset="0"/>
              <a:buChar char="•"/>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endParaRPr lang="en-US" dirty="0"/>
          </a:p>
          <a:p>
            <a:pPr lvl="0"/>
            <a:endParaRPr lang="en-US" dirty="0"/>
          </a:p>
        </p:txBody>
      </p:sp>
      <p:sp>
        <p:nvSpPr>
          <p:cNvPr id="11" name="Title 1">
            <a:extLst>
              <a:ext uri="{FF2B5EF4-FFF2-40B4-BE49-F238E27FC236}">
                <a16:creationId xmlns:a16="http://schemas.microsoft.com/office/drawing/2014/main" id="{FDC32EF0-1512-7C4D-378B-7216DF9B158D}"/>
              </a:ext>
            </a:extLst>
          </p:cNvPr>
          <p:cNvSpPr>
            <a:spLocks noGrp="1"/>
          </p:cNvSpPr>
          <p:nvPr>
            <p:ph type="title" hasCustomPrompt="1"/>
          </p:nvPr>
        </p:nvSpPr>
        <p:spPr>
          <a:xfrm>
            <a:off x="937098" y="723900"/>
            <a:ext cx="129313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8" name="Rectangle 7">
            <a:extLst>
              <a:ext uri="{FF2B5EF4-FFF2-40B4-BE49-F238E27FC236}">
                <a16:creationId xmlns:a16="http://schemas.microsoft.com/office/drawing/2014/main" id="{D585C55F-2F4F-16C4-F967-F1B7E4638F5D}"/>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70C5E595-0E92-7C97-1010-54DE9B2B8545}"/>
              </a:ext>
            </a:extLst>
          </p:cNvPr>
          <p:cNvSpPr>
            <a:spLocks noGrp="1"/>
          </p:cNvSpPr>
          <p:nvPr>
            <p:ph type="body" idx="17"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328873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704D653-407A-A8D5-2EC6-6824B2B2C875}"/>
              </a:ext>
            </a:extLst>
          </p:cNvPr>
          <p:cNvSpPr/>
          <p:nvPr userDrawn="1"/>
        </p:nvSpPr>
        <p:spPr>
          <a:xfrm>
            <a:off x="0" y="-4313"/>
            <a:ext cx="18288000" cy="10286999"/>
          </a:xfrm>
          <a:prstGeom prst="rect">
            <a:avLst/>
          </a:prstGeom>
          <a:gradFill flip="none" rotWithShape="1">
            <a:gsLst>
              <a:gs pos="48006">
                <a:srgbClr val="E6EFFF"/>
              </a:gs>
              <a:gs pos="8000">
                <a:srgbClr val="DFEC8C"/>
              </a:gs>
              <a:gs pos="100000">
                <a:srgbClr val="A3C3FF"/>
              </a:gs>
              <a:gs pos="78000">
                <a:srgbClr val="D3E4FF"/>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FB9D6F14-1EC7-A031-D3BC-1A08C25BDAB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chemeClr val="tx1"/>
                </a:solidFill>
                <a:latin typeface="Aptos" panose="020B0004020202020204" pitchFamily="34" charset="0"/>
              </a:defRPr>
            </a:lvl1pPr>
          </a:lstStyle>
          <a:p>
            <a:r>
              <a:rPr lang="en-US" dirty="0"/>
              <a:t>Main Subject Headline Click To Add Content</a:t>
            </a:r>
          </a:p>
        </p:txBody>
      </p:sp>
      <p:pic>
        <p:nvPicPr>
          <p:cNvPr id="5" name="Graphic 4">
            <a:extLst>
              <a:ext uri="{FF2B5EF4-FFF2-40B4-BE49-F238E27FC236}">
                <a16:creationId xmlns:a16="http://schemas.microsoft.com/office/drawing/2014/main" id="{9A124896-4B7A-DAD4-99A9-E8D12BEB74B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69308" y="495300"/>
            <a:ext cx="2561492" cy="916054"/>
          </a:xfrm>
          <a:prstGeom prst="rect">
            <a:avLst/>
          </a:prstGeom>
        </p:spPr>
      </p:pic>
    </p:spTree>
    <p:extLst>
      <p:ext uri="{BB962C8B-B14F-4D97-AF65-F5344CB8AC3E}">
        <p14:creationId xmlns:p14="http://schemas.microsoft.com/office/powerpoint/2010/main" val="800220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ighligh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8A8F5E-CB4E-50F2-02B6-62306BBC8F36}"/>
              </a:ext>
            </a:extLst>
          </p:cNvPr>
          <p:cNvSpPr/>
          <p:nvPr userDrawn="1"/>
        </p:nvSpPr>
        <p:spPr>
          <a:xfrm>
            <a:off x="0" y="-4313"/>
            <a:ext cx="18266434" cy="10286999"/>
          </a:xfrm>
          <a:prstGeom prst="rect">
            <a:avLst/>
          </a:prstGeom>
          <a:gradFill flip="none" rotWithShape="1">
            <a:gsLst>
              <a:gs pos="100000">
                <a:srgbClr val="F0FFAC"/>
              </a:gs>
              <a:gs pos="62000">
                <a:srgbClr val="FFFF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2CBF1F5-F267-AF83-2C76-4190E2D1C2BE}"/>
              </a:ext>
            </a:extLst>
          </p:cNvPr>
          <p:cNvSpPr/>
          <p:nvPr userDrawn="1"/>
        </p:nvSpPr>
        <p:spPr>
          <a:xfrm>
            <a:off x="-21566" y="1605387"/>
            <a:ext cx="14441447" cy="2790332"/>
          </a:xfrm>
          <a:prstGeom prst="rect">
            <a:avLst/>
          </a:prstGeom>
          <a:solidFill>
            <a:srgbClr val="D7E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78E6895-FF2E-F53D-64A2-46EB0B2EF0C9}"/>
              </a:ext>
            </a:extLst>
          </p:cNvPr>
          <p:cNvSpPr/>
          <p:nvPr userDrawn="1"/>
        </p:nvSpPr>
        <p:spPr>
          <a:xfrm>
            <a:off x="14419881" y="0"/>
            <a:ext cx="3868119" cy="1605387"/>
          </a:xfrm>
          <a:prstGeom prst="rect">
            <a:avLst/>
          </a:prstGeom>
          <a:solidFill>
            <a:srgbClr val="6B8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481812-9610-C94D-F9CE-ADCAEDF4B489}"/>
              </a:ext>
            </a:extLst>
          </p:cNvPr>
          <p:cNvSpPr/>
          <p:nvPr userDrawn="1"/>
        </p:nvSpPr>
        <p:spPr>
          <a:xfrm rot="16200000">
            <a:off x="345672" y="2818936"/>
            <a:ext cx="1271586"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BDF56867-9CAF-8369-2FCD-D1EA55C7BDF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220803" y="397455"/>
            <a:ext cx="2266273" cy="810476"/>
          </a:xfrm>
          <a:prstGeom prst="rect">
            <a:avLst/>
          </a:prstGeom>
        </p:spPr>
      </p:pic>
      <p:sp>
        <p:nvSpPr>
          <p:cNvPr id="9" name="Title 1">
            <a:extLst>
              <a:ext uri="{FF2B5EF4-FFF2-40B4-BE49-F238E27FC236}">
                <a16:creationId xmlns:a16="http://schemas.microsoft.com/office/drawing/2014/main" id="{CD5AA0CC-CE7F-6D22-3630-1264296E4891}"/>
              </a:ext>
            </a:extLst>
          </p:cNvPr>
          <p:cNvSpPr>
            <a:spLocks noGrp="1"/>
          </p:cNvSpPr>
          <p:nvPr>
            <p:ph type="title" hasCustomPrompt="1"/>
          </p:nvPr>
        </p:nvSpPr>
        <p:spPr>
          <a:xfrm>
            <a:off x="1524000" y="2400300"/>
            <a:ext cx="7620000" cy="1271586"/>
          </a:xfrm>
        </p:spPr>
        <p:txBody>
          <a:bodyPr anchor="t"/>
          <a:lstStyle>
            <a:lvl1pPr>
              <a:lnSpc>
                <a:spcPts val="4800"/>
              </a:lnSpc>
              <a:defRPr sz="5500">
                <a:solidFill>
                  <a:srgbClr val="263BD3"/>
                </a:solidFill>
              </a:defRPr>
            </a:lvl1pPr>
          </a:lstStyle>
          <a:p>
            <a:r>
              <a:rPr lang="en-GB" dirty="0"/>
              <a:t>Main subject header content placement here</a:t>
            </a:r>
            <a:endParaRPr lang="en-US" dirty="0"/>
          </a:p>
        </p:txBody>
      </p:sp>
      <p:sp>
        <p:nvSpPr>
          <p:cNvPr id="10" name="Text Placeholder 3">
            <a:extLst>
              <a:ext uri="{FF2B5EF4-FFF2-40B4-BE49-F238E27FC236}">
                <a16:creationId xmlns:a16="http://schemas.microsoft.com/office/drawing/2014/main" id="{7CA264A5-7187-66AF-1DCF-AD8133C8A173}"/>
              </a:ext>
            </a:extLst>
          </p:cNvPr>
          <p:cNvSpPr>
            <a:spLocks noGrp="1"/>
          </p:cNvSpPr>
          <p:nvPr>
            <p:ph type="body" sz="half" idx="18" hasCustomPrompt="1"/>
          </p:nvPr>
        </p:nvSpPr>
        <p:spPr>
          <a:xfrm>
            <a:off x="2806748" y="5978504"/>
            <a:ext cx="12652937" cy="2478568"/>
          </a:xfrm>
        </p:spPr>
        <p:txBody>
          <a:bodyPr>
            <a:noAutofit/>
          </a:bodyPr>
          <a:lstStyle>
            <a:lvl1pPr marL="0" indent="0" algn="ctr">
              <a:lnSpc>
                <a:spcPts val="3500"/>
              </a:lnSpc>
              <a:buNone/>
              <a:defRPr sz="3200" b="0" i="0">
                <a:solidFill>
                  <a:schemeClr val="tx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2300, Wilson Blvd. Suite 700-1026, Arlington, VA 22201, USA</a:t>
            </a:r>
          </a:p>
        </p:txBody>
      </p:sp>
      <p:sp>
        <p:nvSpPr>
          <p:cNvPr id="11" name="Rectangle 10">
            <a:extLst>
              <a:ext uri="{FF2B5EF4-FFF2-40B4-BE49-F238E27FC236}">
                <a16:creationId xmlns:a16="http://schemas.microsoft.com/office/drawing/2014/main" id="{ED09B02F-5427-1128-9D56-1359587F0AC5}"/>
              </a:ext>
            </a:extLst>
          </p:cNvPr>
          <p:cNvSpPr/>
          <p:nvPr userDrawn="1"/>
        </p:nvSpPr>
        <p:spPr>
          <a:xfrm rot="16200000">
            <a:off x="11357493" y="9788008"/>
            <a:ext cx="457199" cy="15978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2">
            <a:extLst>
              <a:ext uri="{FF2B5EF4-FFF2-40B4-BE49-F238E27FC236}">
                <a16:creationId xmlns:a16="http://schemas.microsoft.com/office/drawing/2014/main" id="{0F1E29A9-8AFA-0ABA-AD52-F6A4DEDB01F5}"/>
              </a:ext>
            </a:extLst>
          </p:cNvPr>
          <p:cNvSpPr>
            <a:spLocks noGrp="1"/>
          </p:cNvSpPr>
          <p:nvPr>
            <p:ph type="body" idx="15" hasCustomPrompt="1"/>
          </p:nvPr>
        </p:nvSpPr>
        <p:spPr>
          <a:xfrm>
            <a:off x="11648365" y="9764896"/>
            <a:ext cx="6465670" cy="255404"/>
          </a:xfrm>
        </p:spPr>
        <p:txBody>
          <a:bodyPr anchor="t">
            <a:noAutofit/>
          </a:bodyPr>
          <a:lstStyle>
            <a:lvl1pPr marL="0" indent="0">
              <a:buNone/>
              <a:defRPr sz="3600" b="0" i="0" baseline="30000">
                <a:solidFill>
                  <a:srgbClr val="263BD3"/>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131st OGC MEMBER MEETING, ROME, ITALY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Tree>
    <p:extLst>
      <p:ext uri="{BB962C8B-B14F-4D97-AF65-F5344CB8AC3E}">
        <p14:creationId xmlns:p14="http://schemas.microsoft.com/office/powerpoint/2010/main" val="2402585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rgbClr val="E1F0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A0BC1B-E121-22F6-EA4F-315A21DADD34}"/>
              </a:ext>
            </a:extLst>
          </p:cNvPr>
          <p:cNvSpPr/>
          <p:nvPr userDrawn="1"/>
        </p:nvSpPr>
        <p:spPr>
          <a:xfrm>
            <a:off x="0" y="-4313"/>
            <a:ext cx="18266434" cy="10286999"/>
          </a:xfrm>
          <a:prstGeom prst="rect">
            <a:avLst/>
          </a:prstGeom>
          <a:gradFill flip="none" rotWithShape="1">
            <a:gsLst>
              <a:gs pos="48006">
                <a:srgbClr val="E6EFFF"/>
              </a:gs>
              <a:gs pos="8000">
                <a:srgbClr val="DFEC8C"/>
              </a:gs>
              <a:gs pos="100000">
                <a:srgbClr val="A3C3FF"/>
              </a:gs>
              <a:gs pos="78000">
                <a:srgbClr val="D3E4FF"/>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F978E1-8A8E-5738-7509-37BA651F49E3}"/>
              </a:ext>
            </a:extLst>
          </p:cNvPr>
          <p:cNvSpPr/>
          <p:nvPr userDrawn="1"/>
        </p:nvSpPr>
        <p:spPr>
          <a:xfrm>
            <a:off x="17527150" y="8420100"/>
            <a:ext cx="760850" cy="1862584"/>
          </a:xfrm>
          <a:prstGeom prst="rect">
            <a:avLst/>
          </a:prstGeom>
          <a:solidFill>
            <a:srgbClr val="1A2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8A3038C2-7628-EFC0-DD30-164CDEDC525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6259" y="569846"/>
            <a:ext cx="2774564" cy="992254"/>
          </a:xfrm>
          <a:prstGeom prst="rect">
            <a:avLst/>
          </a:prstGeom>
        </p:spPr>
      </p:pic>
      <p:sp>
        <p:nvSpPr>
          <p:cNvPr id="8" name="Rectangle 7">
            <a:extLst>
              <a:ext uri="{FF2B5EF4-FFF2-40B4-BE49-F238E27FC236}">
                <a16:creationId xmlns:a16="http://schemas.microsoft.com/office/drawing/2014/main" id="{DECBAD72-8B13-ACB0-75FF-44382C60299A}"/>
              </a:ext>
            </a:extLst>
          </p:cNvPr>
          <p:cNvSpPr/>
          <p:nvPr userDrawn="1"/>
        </p:nvSpPr>
        <p:spPr>
          <a:xfrm>
            <a:off x="21566" y="8420100"/>
            <a:ext cx="11256034" cy="192189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3">
            <a:extLst>
              <a:ext uri="{FF2B5EF4-FFF2-40B4-BE49-F238E27FC236}">
                <a16:creationId xmlns:a16="http://schemas.microsoft.com/office/drawing/2014/main" id="{F7C539DE-7351-F083-BA2A-B4218EFAE00D}"/>
              </a:ext>
            </a:extLst>
          </p:cNvPr>
          <p:cNvSpPr>
            <a:spLocks noGrp="1"/>
          </p:cNvSpPr>
          <p:nvPr>
            <p:ph type="body" sz="half" idx="2" hasCustomPrompt="1"/>
          </p:nvPr>
        </p:nvSpPr>
        <p:spPr>
          <a:xfrm>
            <a:off x="745447" y="9105900"/>
            <a:ext cx="2593108" cy="548831"/>
          </a:xfrm>
        </p:spPr>
        <p:txBody>
          <a:bodyPr>
            <a:noAutofit/>
          </a:bodyPr>
          <a:lstStyle>
            <a:lvl1pPr marL="0" indent="0">
              <a:buNone/>
              <a:defRPr sz="2800" b="1"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www.ogc.org</a:t>
            </a:r>
            <a:endParaRPr lang="en-US" dirty="0"/>
          </a:p>
        </p:txBody>
      </p:sp>
      <p:sp>
        <p:nvSpPr>
          <p:cNvPr id="14" name="Picture Placeholder 13">
            <a:extLst>
              <a:ext uri="{FF2B5EF4-FFF2-40B4-BE49-F238E27FC236}">
                <a16:creationId xmlns:a16="http://schemas.microsoft.com/office/drawing/2014/main" id="{05B3A360-5733-A95E-A361-D638C76B6100}"/>
              </a:ext>
            </a:extLst>
          </p:cNvPr>
          <p:cNvSpPr>
            <a:spLocks noGrp="1"/>
          </p:cNvSpPr>
          <p:nvPr>
            <p:ph type="pic" sz="quarter" idx="16"/>
          </p:nvPr>
        </p:nvSpPr>
        <p:spPr>
          <a:xfrm>
            <a:off x="11277600" y="4763"/>
            <a:ext cx="6249988" cy="8415337"/>
          </a:xfrm>
        </p:spPr>
        <p:txBody>
          <a:bodyPr/>
          <a:lstStyle/>
          <a:p>
            <a:endParaRPr lang="en-US" dirty="0"/>
          </a:p>
        </p:txBody>
      </p:sp>
      <p:sp>
        <p:nvSpPr>
          <p:cNvPr id="6" name="Title 1">
            <a:extLst>
              <a:ext uri="{FF2B5EF4-FFF2-40B4-BE49-F238E27FC236}">
                <a16:creationId xmlns:a16="http://schemas.microsoft.com/office/drawing/2014/main" id="{E34B6E06-9D16-BF9D-CD4A-43497B2A63E1}"/>
              </a:ext>
            </a:extLst>
          </p:cNvPr>
          <p:cNvSpPr>
            <a:spLocks noGrp="1"/>
          </p:cNvSpPr>
          <p:nvPr>
            <p:ph type="title" hasCustomPrompt="1"/>
          </p:nvPr>
        </p:nvSpPr>
        <p:spPr>
          <a:xfrm>
            <a:off x="671761" y="2599308"/>
            <a:ext cx="6705599" cy="3301612"/>
          </a:xfrm>
        </p:spPr>
        <p:txBody>
          <a:bodyPr anchor="t"/>
          <a:lstStyle>
            <a:lvl1pPr algn="l">
              <a:lnSpc>
                <a:spcPts val="7920"/>
              </a:lnSpc>
              <a:defRPr sz="9800" b="0" i="0" cap="none">
                <a:solidFill>
                  <a:schemeClr val="tx1"/>
                </a:solidFill>
                <a:latin typeface="Aptos" panose="020B0004020202020204" pitchFamily="34" charset="0"/>
              </a:defRPr>
            </a:lvl1pPr>
          </a:lstStyle>
          <a:p>
            <a:r>
              <a:rPr lang="en-US" dirty="0"/>
              <a:t>Stay Connected With Us</a:t>
            </a:r>
          </a:p>
        </p:txBody>
      </p:sp>
      <p:pic>
        <p:nvPicPr>
          <p:cNvPr id="9" name="Graphic 8">
            <a:extLst>
              <a:ext uri="{FF2B5EF4-FFF2-40B4-BE49-F238E27FC236}">
                <a16:creationId xmlns:a16="http://schemas.microsoft.com/office/drawing/2014/main" id="{1A58279A-B4FF-E51D-FD40-E51080178C77}"/>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45447" y="7323131"/>
            <a:ext cx="303633" cy="411169"/>
          </a:xfrm>
          <a:prstGeom prst="rect">
            <a:avLst/>
          </a:prstGeom>
        </p:spPr>
      </p:pic>
      <p:pic>
        <p:nvPicPr>
          <p:cNvPr id="10" name="Graphic 9">
            <a:extLst>
              <a:ext uri="{FF2B5EF4-FFF2-40B4-BE49-F238E27FC236}">
                <a16:creationId xmlns:a16="http://schemas.microsoft.com/office/drawing/2014/main" id="{0984E38E-2927-FB2B-DC89-F33BF608951B}"/>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45447" y="6743652"/>
            <a:ext cx="343856" cy="287332"/>
          </a:xfrm>
          <a:prstGeom prst="rect">
            <a:avLst/>
          </a:prstGeom>
        </p:spPr>
      </p:pic>
      <p:sp>
        <p:nvSpPr>
          <p:cNvPr id="17" name="Text Placeholder 3">
            <a:extLst>
              <a:ext uri="{FF2B5EF4-FFF2-40B4-BE49-F238E27FC236}">
                <a16:creationId xmlns:a16="http://schemas.microsoft.com/office/drawing/2014/main" id="{894BFFED-9BD2-42CD-FBD3-CDF9FAA57F10}"/>
              </a:ext>
            </a:extLst>
          </p:cNvPr>
          <p:cNvSpPr>
            <a:spLocks noGrp="1"/>
          </p:cNvSpPr>
          <p:nvPr>
            <p:ph type="body" sz="half" idx="17" hasCustomPrompt="1"/>
          </p:nvPr>
        </p:nvSpPr>
        <p:spPr>
          <a:xfrm>
            <a:off x="1126447" y="6720883"/>
            <a:ext cx="2870058" cy="365125"/>
          </a:xfrm>
        </p:spPr>
        <p:txBody>
          <a:bodyPr>
            <a:noAutofit/>
          </a:bodyPr>
          <a:lstStyle>
            <a:lvl1pPr marL="0" indent="0">
              <a:lnSpc>
                <a:spcPts val="2400"/>
              </a:lnSpc>
              <a:buNone/>
              <a:defRPr sz="2700" b="0" i="0">
                <a:solidFill>
                  <a:srgbClr val="263BD3"/>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hello@ogc.org</a:t>
            </a:r>
            <a:endParaRPr lang="en-US" dirty="0"/>
          </a:p>
        </p:txBody>
      </p:sp>
      <p:sp>
        <p:nvSpPr>
          <p:cNvPr id="19" name="Text Placeholder 3">
            <a:extLst>
              <a:ext uri="{FF2B5EF4-FFF2-40B4-BE49-F238E27FC236}">
                <a16:creationId xmlns:a16="http://schemas.microsoft.com/office/drawing/2014/main" id="{583B9121-1AA5-7C94-315F-19140CAC211D}"/>
              </a:ext>
            </a:extLst>
          </p:cNvPr>
          <p:cNvSpPr>
            <a:spLocks noGrp="1"/>
          </p:cNvSpPr>
          <p:nvPr>
            <p:ph type="body" sz="half" idx="18" hasCustomPrompt="1"/>
          </p:nvPr>
        </p:nvSpPr>
        <p:spPr>
          <a:xfrm>
            <a:off x="1154504" y="7302815"/>
            <a:ext cx="9122434" cy="411169"/>
          </a:xfrm>
        </p:spPr>
        <p:txBody>
          <a:bodyPr>
            <a:noAutofit/>
          </a:bodyPr>
          <a:lstStyle>
            <a:lvl1pPr marL="0" indent="0">
              <a:lnSpc>
                <a:spcPts val="2800"/>
              </a:lnSpc>
              <a:buNone/>
              <a:defRPr sz="2700" b="0" i="0">
                <a:solidFill>
                  <a:srgbClr val="263BD3"/>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2300, Wilson Blvd. Suite 700-1026, Arlington, VA 22201, USA</a:t>
            </a:r>
          </a:p>
        </p:txBody>
      </p:sp>
      <p:pic>
        <p:nvPicPr>
          <p:cNvPr id="23" name="Graphic 22">
            <a:hlinkClick r:id="rId8"/>
            <a:extLst>
              <a:ext uri="{FF2B5EF4-FFF2-40B4-BE49-F238E27FC236}">
                <a16:creationId xmlns:a16="http://schemas.microsoft.com/office/drawing/2014/main" id="{5E80DEB9-7302-517D-D762-3B89B5331F45}"/>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8763000" y="9115879"/>
            <a:ext cx="444357" cy="434969"/>
          </a:xfrm>
          <a:prstGeom prst="rect">
            <a:avLst/>
          </a:prstGeom>
        </p:spPr>
      </p:pic>
      <p:pic>
        <p:nvPicPr>
          <p:cNvPr id="25" name="Graphic 24">
            <a:hlinkClick r:id="rId11"/>
            <a:extLst>
              <a:ext uri="{FF2B5EF4-FFF2-40B4-BE49-F238E27FC236}">
                <a16:creationId xmlns:a16="http://schemas.microsoft.com/office/drawing/2014/main" id="{A4425F64-9AB7-B578-8507-9BE7A01DC9D0}"/>
              </a:ext>
            </a:extLst>
          </p:cNvPr>
          <p:cNvPicPr>
            <a:picLocks noChangeAspect="1"/>
          </p:cNvPicPr>
          <p:nvPr userDrawn="1"/>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981635" y="9132679"/>
            <a:ext cx="610165" cy="434969"/>
          </a:xfrm>
          <a:prstGeom prst="rect">
            <a:avLst/>
          </a:prstGeom>
        </p:spPr>
      </p:pic>
      <p:cxnSp>
        <p:nvCxnSpPr>
          <p:cNvPr id="27" name="Straight Connector 26">
            <a:extLst>
              <a:ext uri="{FF2B5EF4-FFF2-40B4-BE49-F238E27FC236}">
                <a16:creationId xmlns:a16="http://schemas.microsoft.com/office/drawing/2014/main" id="{AC3AF3DD-E3F8-963A-7CE5-12FE73E6470F}"/>
              </a:ext>
            </a:extLst>
          </p:cNvPr>
          <p:cNvCxnSpPr/>
          <p:nvPr userDrawn="1"/>
        </p:nvCxnSpPr>
        <p:spPr>
          <a:xfrm>
            <a:off x="9588105" y="9041162"/>
            <a:ext cx="0" cy="623548"/>
          </a:xfrm>
          <a:prstGeom prst="line">
            <a:avLst/>
          </a:prstGeom>
          <a:ln w="19050">
            <a:solidFill>
              <a:srgbClr val="7FAE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830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41732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ptos" panose="020B0004020202020204" pitchFamily="34" charset="0"/>
              </a:defRPr>
            </a:lvl1pPr>
          </a:lstStyle>
          <a:p>
            <a:fld id="{1D8BD707-D9CF-40AE-B4C6-C98DA3205C09}" type="datetimeFigureOut">
              <a:rPr lang="en-US" smtClean="0"/>
              <a:pPr/>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0" i="0">
                <a:solidFill>
                  <a:schemeClr val="tx1">
                    <a:tint val="75000"/>
                  </a:schemeClr>
                </a:solidFill>
                <a:latin typeface="Aptos" panose="020B0004020202020204"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i="0">
                <a:solidFill>
                  <a:schemeClr val="tx1">
                    <a:tint val="75000"/>
                  </a:schemeClr>
                </a:solidFill>
                <a:latin typeface="Aptos" panose="020B0004020202020204" pitchFamily="34" charset="0"/>
              </a:defRPr>
            </a:lvl1pPr>
          </a:lstStyle>
          <a:p>
            <a:fld id="{B6F15528-21DE-4FAA-801E-634DDDAF4B2B}" type="slidenum">
              <a:rPr lang="en-US" smtClean="0"/>
              <a:pPr/>
              <a:t>‹#›</a:t>
            </a:fld>
            <a:endParaRPr lang="en-US"/>
          </a:p>
        </p:txBody>
      </p:sp>
      <p:sp>
        <p:nvSpPr>
          <p:cNvPr id="9" name="TextBox 8">
            <a:extLst>
              <a:ext uri="{FF2B5EF4-FFF2-40B4-BE49-F238E27FC236}">
                <a16:creationId xmlns:a16="http://schemas.microsoft.com/office/drawing/2014/main" id="{58356E92-D52F-213E-C4F2-62164C35A448}"/>
              </a:ext>
            </a:extLst>
          </p:cNvPr>
          <p:cNvSpPr txBox="1"/>
          <p:nvPr userDrawn="1">
            <p:extLst>
              <p:ext uri="{1162E1C5-73C7-4A58-AE30-91384D911F3F}">
                <p184:classification xmlns:p184="http://schemas.microsoft.com/office/powerpoint/2018/4/main" val="hdr"/>
              </p:ext>
            </p:extLst>
          </p:nvPr>
        </p:nvSpPr>
        <p:spPr>
          <a:xfrm>
            <a:off x="8440738" y="63500"/>
            <a:ext cx="1438275" cy="167640"/>
          </a:xfrm>
          <a:prstGeom prst="rect">
            <a:avLst/>
          </a:prstGeom>
        </p:spPr>
        <p:txBody>
          <a:bodyPr horzOverflow="overflow" lIns="0" tIns="0" rIns="0" bIns="0">
            <a:spAutoFit/>
          </a:bodyPr>
          <a:lstStyle/>
          <a:p>
            <a:pPr algn="l"/>
            <a:r>
              <a:rPr lang="en-US" sz="11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GENERAL INFORMATION</a:t>
            </a:r>
          </a:p>
        </p:txBody>
      </p:sp>
      <p:sp>
        <p:nvSpPr>
          <p:cNvPr id="10" name="TextBox 9">
            <a:extLst>
              <a:ext uri="{FF2B5EF4-FFF2-40B4-BE49-F238E27FC236}">
                <a16:creationId xmlns:a16="http://schemas.microsoft.com/office/drawing/2014/main" id="{F114AE07-FE2F-41DF-0892-B6B4A4E8B48E}"/>
              </a:ext>
            </a:extLst>
          </p:cNvPr>
          <p:cNvSpPr txBox="1"/>
          <p:nvPr userDrawn="1">
            <p:extLst>
              <p:ext uri="{1162E1C5-73C7-4A58-AE30-91384D911F3F}">
                <p184:classification xmlns:p184="http://schemas.microsoft.com/office/powerpoint/2018/4/main" val="ftr"/>
              </p:ext>
            </p:extLst>
          </p:nvPr>
        </p:nvSpPr>
        <p:spPr>
          <a:xfrm>
            <a:off x="8440738" y="10055860"/>
            <a:ext cx="1438275" cy="167640"/>
          </a:xfrm>
          <a:prstGeom prst="rect">
            <a:avLst/>
          </a:prstGeom>
        </p:spPr>
        <p:txBody>
          <a:bodyPr horzOverflow="overflow" lIns="0" tIns="0" rIns="0" bIns="0">
            <a:spAutoFit/>
          </a:bodyPr>
          <a:lstStyle/>
          <a:p>
            <a:pPr algn="l"/>
            <a:r>
              <a:rPr lang="en-US" sz="11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GENERAL INFORMATION</a:t>
            </a:r>
          </a:p>
        </p:txBody>
      </p:sp>
    </p:spTree>
  </p:cSld>
  <p:clrMap bg1="lt1" tx1="dk1" bg2="lt2" tx2="dk2" accent1="accent1" accent2="accent2" accent3="accent3" accent4="accent4" accent5="accent5" accent6="accent6" hlink="hlink" folHlink="folHlink"/>
  <p:sldLayoutIdLst>
    <p:sldLayoutId id="2147483660" r:id="rId1"/>
    <p:sldLayoutId id="2147483663" r:id="rId2"/>
    <p:sldLayoutId id="2147483688" r:id="rId3"/>
    <p:sldLayoutId id="2147483661" r:id="rId4"/>
    <p:sldLayoutId id="2147483690" r:id="rId5"/>
    <p:sldLayoutId id="2147483691" r:id="rId6"/>
    <p:sldLayoutId id="2147483677" r:id="rId7"/>
    <p:sldLayoutId id="2147483678" r:id="rId8"/>
    <p:sldLayoutId id="2147483689" r:id="rId9"/>
    <p:sldLayoutId id="2147483667" r:id="rId10"/>
    <p:sldLayoutId id="2147483692" r:id="rId11"/>
    <p:sldLayoutId id="2147483671" r:id="rId12"/>
  </p:sldLayoutIdLst>
  <p:txStyles>
    <p:titleStyle>
      <a:lvl1pPr algn="l" defTabSz="914400" rtl="0" eaLnBrk="1" latinLnBrk="0" hangingPunct="1">
        <a:lnSpc>
          <a:spcPts val="14620"/>
        </a:lnSpc>
        <a:spcBef>
          <a:spcPct val="0"/>
        </a:spcBef>
        <a:buNone/>
        <a:defRPr sz="6600" b="0" i="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mailto:sbolling@riversideresearch.org"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hyperlink" Target="https://github.com/nlsfi/hakunapi" TargetMode="External"/><Relationship Id="rId13" Type="http://schemas.openxmlformats.org/officeDocument/2006/relationships/hyperlink" Target="https://github.com/camptocamp/ogc-client" TargetMode="External"/><Relationship Id="rId3" Type="http://schemas.openxmlformats.org/officeDocument/2006/relationships/hyperlink" Target="https://github.com/opensensorhub/osh-core/issues/313" TargetMode="External"/><Relationship Id="rId7" Type="http://schemas.openxmlformats.org/officeDocument/2006/relationships/hyperlink" Target="https://github.com/geoserver/geoserver" TargetMode="External"/><Relationship Id="rId12" Type="http://schemas.openxmlformats.org/officeDocument/2006/relationships/hyperlink" Target="https://github.com/geopython/OWSLib/issues/1011" TargetMode="External"/><Relationship Id="rId2" Type="http://schemas.openxmlformats.org/officeDocument/2006/relationships/hyperlink" Target="https://github.com/opensensorhub" TargetMode="External"/><Relationship Id="rId1" Type="http://schemas.openxmlformats.org/officeDocument/2006/relationships/slideLayout" Target="../slideLayouts/slideLayout4.xml"/><Relationship Id="rId6" Type="http://schemas.openxmlformats.org/officeDocument/2006/relationships/hyperlink" Target="https://github.com/Botts-Innovative-Research/ConnectedSystemsAPI-Java/issues/1" TargetMode="External"/><Relationship Id="rId11" Type="http://schemas.openxmlformats.org/officeDocument/2006/relationships/hyperlink" Target="https://github.com/geopython/OWSLib" TargetMode="External"/><Relationship Id="rId5" Type="http://schemas.openxmlformats.org/officeDocument/2006/relationships/hyperlink" Target="https://github.com/52North/connected-systems-pygeoapi/issues/8" TargetMode="External"/><Relationship Id="rId10" Type="http://schemas.openxmlformats.org/officeDocument/2006/relationships/hyperlink" Target="https://github.com/qgis/QGIS/issues/63108" TargetMode="External"/><Relationship Id="rId4" Type="http://schemas.openxmlformats.org/officeDocument/2006/relationships/hyperlink" Target="https://github.com/52North/connected-systems-pygeoapi" TargetMode="External"/><Relationship Id="rId9" Type="http://schemas.openxmlformats.org/officeDocument/2006/relationships/hyperlink" Target="https://github.com/nlsfi/hakunapi/issues/153" TargetMode="External"/><Relationship Id="rId14" Type="http://schemas.openxmlformats.org/officeDocument/2006/relationships/hyperlink" Target="https://github.com/camptocamp/ogc-client/issues/118"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hyperlink" Target="mailto:j.speckamp@52North.org" TargetMode="External"/><Relationship Id="rId7" Type="http://schemas.openxmlformats.org/officeDocument/2006/relationships/image" Target="../media/image20.png"/><Relationship Id="rId2" Type="http://schemas.openxmlformats.org/officeDocument/2006/relationships/hyperlink" Target="mailto:jirka@52North.org" TargetMode="External"/><Relationship Id="rId1" Type="http://schemas.openxmlformats.org/officeDocument/2006/relationships/slideLayout" Target="../slideLayouts/slideLayout4.xml"/><Relationship Id="rId6" Type="http://schemas.openxmlformats.org/officeDocument/2006/relationships/hyperlink" Target="https://github.com/52North/connected-systems-pygeoapi/issues/8" TargetMode="External"/><Relationship Id="rId5" Type="http://schemas.openxmlformats.org/officeDocument/2006/relationships/hyperlink" Target="https://github.com/52North/connected-systems-pygeoapi" TargetMode="External"/><Relationship Id="rId4" Type="http://schemas.openxmlformats.org/officeDocument/2006/relationships/hyperlink" Target="mailto:c.autermann@52North.or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am-Bolling/ogc-client" TargetMode="External"/><Relationship Id="rId2" Type="http://schemas.openxmlformats.org/officeDocument/2006/relationships/hyperlink" Target="https://github.com/camptocamp/ogc-client" TargetMode="Externa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hyperlink" Target="https://github.com/camptocamp/ogc-client/issues/118"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geopython/OWSLib/issues/1011" TargetMode="External"/><Relationship Id="rId7" Type="http://schemas.openxmlformats.org/officeDocument/2006/relationships/image" Target="../media/image23.png"/><Relationship Id="rId2" Type="http://schemas.openxmlformats.org/officeDocument/2006/relationships/hyperlink" Target="https://github.com/geopython/OWSLib" TargetMode="Externa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hyperlink" Target="https://github.com/geopython/OWSLib/pull/928" TargetMode="External"/><Relationship Id="rId4" Type="http://schemas.openxmlformats.org/officeDocument/2006/relationships/hyperlink" Target="https://github.com/geopython/OWSLib/issues/1013"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qgis/QGIS/issues/63108" TargetMode="External"/><Relationship Id="rId2" Type="http://schemas.openxmlformats.org/officeDocument/2006/relationships/hyperlink" Target="https://github.com/qgis/QGIS" TargetMode="Externa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nlsfi/hakunapi" TargetMode="External"/><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hyperlink" Target="https://github.com/nlsfi/hakunapi/issues/153"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opengeospatial/developer-events/wiki/October-2025-Open-Standards-Code-Sprint#which-ogc-standards-working-groups-are-going-to-participate" TargetMode="External"/><Relationship Id="rId2" Type="http://schemas.openxmlformats.org/officeDocument/2006/relationships/hyperlink" Target="https://developer.ogc.org/sprints/26/" TargetMode="External"/><Relationship Id="rId1" Type="http://schemas.openxmlformats.org/officeDocument/2006/relationships/slideLayout" Target="../slideLayouts/slideLayout4.xml"/><Relationship Id="rId6" Type="http://schemas.openxmlformats.org/officeDocument/2006/relationships/hyperlink" Target="https://github.com/users/Sam-Bolling/projects/1/views/2" TargetMode="External"/><Relationship Id="rId5" Type="http://schemas.openxmlformats.org/officeDocument/2006/relationships/hyperlink" Target="https://discord.gg/3uyaZZuXr3" TargetMode="External"/><Relationship Id="rId4" Type="http://schemas.openxmlformats.org/officeDocument/2006/relationships/hyperlink" Target="https://github.com/opengeospatial/developer-events/issues/173"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mailto:sbolling@riversideresearch.org" TargetMode="External"/><Relationship Id="rId2" Type="http://schemas.openxmlformats.org/officeDocument/2006/relationships/image" Target="../media/image26.jpeg"/><Relationship Id="rId1" Type="http://schemas.openxmlformats.org/officeDocument/2006/relationships/slideLayout" Target="../slideLayouts/slideLayout12.xml"/><Relationship Id="rId4" Type="http://schemas.openxmlformats.org/officeDocument/2006/relationships/hyperlink" Target="https://discord.gg/3uyaZZuXr3"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camptocamp/ogc-client" TargetMode="External"/><Relationship Id="rId13" Type="http://schemas.openxmlformats.org/officeDocument/2006/relationships/hyperlink" Target="https://github.com/opensensorhub/osh-core/issues/313" TargetMode="External"/><Relationship Id="rId3" Type="http://schemas.openxmlformats.org/officeDocument/2006/relationships/image" Target="../media/image28.png"/><Relationship Id="rId7" Type="http://schemas.openxmlformats.org/officeDocument/2006/relationships/hyperlink" Target="https://github.com/qgis/QGIS/issues/63108" TargetMode="External"/><Relationship Id="rId12" Type="http://schemas.openxmlformats.org/officeDocument/2006/relationships/hyperlink" Target="https://github.com/opensensorhub" TargetMode="External"/><Relationship Id="rId17" Type="http://schemas.openxmlformats.org/officeDocument/2006/relationships/hyperlink" Target="https://github.com/Botts-Innovative-Research/ConnectedSystemsAPI-Java/issues/1" TargetMode="External"/><Relationship Id="rId2" Type="http://schemas.openxmlformats.org/officeDocument/2006/relationships/image" Target="../media/image27.png"/><Relationship Id="rId16" Type="http://schemas.openxmlformats.org/officeDocument/2006/relationships/hyperlink" Target="ConnectedSystemsAPI-Java" TargetMode="External"/><Relationship Id="rId1" Type="http://schemas.openxmlformats.org/officeDocument/2006/relationships/slideLayout" Target="../slideLayouts/slideLayout4.xml"/><Relationship Id="rId6" Type="http://schemas.openxmlformats.org/officeDocument/2006/relationships/hyperlink" Target="https://qgis.org/" TargetMode="External"/><Relationship Id="rId11" Type="http://schemas.openxmlformats.org/officeDocument/2006/relationships/hyperlink" Target="https://github.com/nlsfi/hakunapi" TargetMode="External"/><Relationship Id="rId5" Type="http://schemas.openxmlformats.org/officeDocument/2006/relationships/hyperlink" Target="https://github.com/geopython/OWSLib/issues/1011" TargetMode="External"/><Relationship Id="rId15" Type="http://schemas.openxmlformats.org/officeDocument/2006/relationships/hyperlink" Target="https://github.com/52North/connected-systems-pygeoapi/issues/8" TargetMode="External"/><Relationship Id="rId10" Type="http://schemas.openxmlformats.org/officeDocument/2006/relationships/hyperlink" Target="https://geoserver.org/" TargetMode="External"/><Relationship Id="rId4" Type="http://schemas.openxmlformats.org/officeDocument/2006/relationships/hyperlink" Target="https://owslib.readthedocs.io/en/latest/" TargetMode="External"/><Relationship Id="rId9" Type="http://schemas.openxmlformats.org/officeDocument/2006/relationships/hyperlink" Target="https://github.com/camptocamp/ogc-client/issues/118" TargetMode="External"/><Relationship Id="rId14" Type="http://schemas.openxmlformats.org/officeDocument/2006/relationships/hyperlink" Target="https://github.com/52North/connected-systems-pygeoapi"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hyperlink" Target="https://www.ogc.org/standards/sensorml/" TargetMode="External"/><Relationship Id="rId3" Type="http://schemas.openxmlformats.org/officeDocument/2006/relationships/hyperlink" Target="https://agora.ogc.org/c/events-connected-systems-swg/" TargetMode="External"/><Relationship Id="rId7" Type="http://schemas.openxmlformats.org/officeDocument/2006/relationships/hyperlink" Target="https://www.ogc.org/standards/ogc-api-connected-systems/" TargetMode="External"/><Relationship Id="rId2" Type="http://schemas.openxmlformats.org/officeDocument/2006/relationships/hyperlink" Target="https://agora.ogc.org/c/overview-716694/" TargetMode="External"/><Relationship Id="rId1" Type="http://schemas.openxmlformats.org/officeDocument/2006/relationships/slideLayout" Target="../slideLayouts/slideLayout4.xml"/><Relationship Id="rId6" Type="http://schemas.openxmlformats.org/officeDocument/2006/relationships/hyperlink" Target="https://www.ogc.org/announcement/ogc-announces-publication-of-ogc-api-connected-systems-and-updates-to-supporting-standards/" TargetMode="External"/><Relationship Id="rId5" Type="http://schemas.openxmlformats.org/officeDocument/2006/relationships/hyperlink" Target="https://ogcapi.ogc.org/connectedsystems/overview.html" TargetMode="External"/><Relationship Id="rId10" Type="http://schemas.openxmlformats.org/officeDocument/2006/relationships/hyperlink" Target="https://github.com/opengeospatial/ogcapi-connected-systems" TargetMode="External"/><Relationship Id="rId4" Type="http://schemas.openxmlformats.org/officeDocument/2006/relationships/hyperlink" Target="https://ogcapi.ogc.org/connectedsystems/" TargetMode="External"/><Relationship Id="rId9" Type="http://schemas.openxmlformats.org/officeDocument/2006/relationships/hyperlink" Target="https://www.ogc.org/standards/SWEcomm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EFF53F-13C4-0EB7-3169-6034A784AB10}"/>
              </a:ext>
            </a:extLst>
          </p:cNvPr>
          <p:cNvSpPr>
            <a:spLocks noGrp="1"/>
          </p:cNvSpPr>
          <p:nvPr>
            <p:ph type="body" sz="quarter" idx="11"/>
          </p:nvPr>
        </p:nvSpPr>
        <p:spPr/>
        <p:txBody>
          <a:bodyPr>
            <a:normAutofit/>
          </a:bodyPr>
          <a:lstStyle/>
          <a:p>
            <a:r>
              <a:rPr lang="en-US" sz="8800" dirty="0"/>
              <a:t>OGC Connected Systems API SWG</a:t>
            </a:r>
            <a:endParaRPr lang="en-US" dirty="0"/>
          </a:p>
        </p:txBody>
      </p:sp>
      <p:sp>
        <p:nvSpPr>
          <p:cNvPr id="3" name="Title 2">
            <a:extLst>
              <a:ext uri="{FF2B5EF4-FFF2-40B4-BE49-F238E27FC236}">
                <a16:creationId xmlns:a16="http://schemas.microsoft.com/office/drawing/2014/main" id="{2C577655-6C8F-9449-E4E2-341F9F941900}"/>
              </a:ext>
            </a:extLst>
          </p:cNvPr>
          <p:cNvSpPr>
            <a:spLocks noGrp="1"/>
          </p:cNvSpPr>
          <p:nvPr>
            <p:ph type="title"/>
          </p:nvPr>
        </p:nvSpPr>
        <p:spPr/>
        <p:txBody>
          <a:bodyPr/>
          <a:lstStyle/>
          <a:p>
            <a:r>
              <a:rPr lang="en-US" dirty="0"/>
              <a:t>Sam Bolling, Riverside Research</a:t>
            </a:r>
          </a:p>
        </p:txBody>
      </p:sp>
      <p:sp>
        <p:nvSpPr>
          <p:cNvPr id="4" name="Text Placeholder 3">
            <a:extLst>
              <a:ext uri="{FF2B5EF4-FFF2-40B4-BE49-F238E27FC236}">
                <a16:creationId xmlns:a16="http://schemas.microsoft.com/office/drawing/2014/main" id="{3943C6FD-A511-FD5E-3988-B6FBCEBD33FE}"/>
              </a:ext>
            </a:extLst>
          </p:cNvPr>
          <p:cNvSpPr>
            <a:spLocks noGrp="1"/>
          </p:cNvSpPr>
          <p:nvPr>
            <p:ph type="body" sz="half" idx="2"/>
          </p:nvPr>
        </p:nvSpPr>
        <p:spPr/>
        <p:txBody>
          <a:bodyPr/>
          <a:lstStyle/>
          <a:p>
            <a:r>
              <a:rPr lang="en-US" dirty="0"/>
              <a:t>09 October 2025, 0700 EDT</a:t>
            </a:r>
          </a:p>
        </p:txBody>
      </p:sp>
      <p:sp>
        <p:nvSpPr>
          <p:cNvPr id="6" name="Text Placeholder 3">
            <a:extLst>
              <a:ext uri="{FF2B5EF4-FFF2-40B4-BE49-F238E27FC236}">
                <a16:creationId xmlns:a16="http://schemas.microsoft.com/office/drawing/2014/main" id="{376BCFDC-07B1-324A-1790-D984FF182AB7}"/>
              </a:ext>
            </a:extLst>
          </p:cNvPr>
          <p:cNvSpPr>
            <a:spLocks noGrp="1"/>
          </p:cNvSpPr>
          <p:nvPr>
            <p:ph type="body" sz="half" idx="12"/>
          </p:nvPr>
        </p:nvSpPr>
        <p:spPr>
          <a:xfrm>
            <a:off x="722030" y="4477662"/>
            <a:ext cx="10707969" cy="1238460"/>
          </a:xfrm>
        </p:spPr>
        <p:txBody>
          <a:bodyPr>
            <a:noAutofit/>
          </a:bodyPr>
          <a:lstStyle>
            <a:lvl1pPr marL="0" indent="0">
              <a:buNone/>
              <a:defRPr sz="6500" b="0" i="0" baseline="3000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IN" dirty="0"/>
              <a:t>Participation Plans for OGC Code Sprint 26</a:t>
            </a:r>
            <a:endParaRPr lang="en-US" dirty="0"/>
          </a:p>
        </p:txBody>
      </p:sp>
      <p:sp>
        <p:nvSpPr>
          <p:cNvPr id="5" name="Title 2">
            <a:extLst>
              <a:ext uri="{FF2B5EF4-FFF2-40B4-BE49-F238E27FC236}">
                <a16:creationId xmlns:a16="http://schemas.microsoft.com/office/drawing/2014/main" id="{37A305CC-12F4-1F68-24F0-D71393AD9187}"/>
              </a:ext>
            </a:extLst>
          </p:cNvPr>
          <p:cNvSpPr txBox="1">
            <a:spLocks/>
          </p:cNvSpPr>
          <p:nvPr/>
        </p:nvSpPr>
        <p:spPr>
          <a:xfrm>
            <a:off x="1066800" y="6710362"/>
            <a:ext cx="5486400" cy="566738"/>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chemeClr val="bg1"/>
                </a:solidFill>
                <a:latin typeface="Aptos" panose="020B0004020202020204" pitchFamily="34" charset="0"/>
                <a:ea typeface="+mj-ea"/>
                <a:cs typeface="+mj-cs"/>
              </a:defRPr>
            </a:lvl1pPr>
          </a:lstStyle>
          <a:p>
            <a:r>
              <a:rPr lang="en-US" dirty="0"/>
              <a:t>Glenn Laughlin, Pelagis</a:t>
            </a:r>
          </a:p>
        </p:txBody>
      </p:sp>
      <p:sp>
        <p:nvSpPr>
          <p:cNvPr id="8" name="Title 2">
            <a:extLst>
              <a:ext uri="{FF2B5EF4-FFF2-40B4-BE49-F238E27FC236}">
                <a16:creationId xmlns:a16="http://schemas.microsoft.com/office/drawing/2014/main" id="{2274430F-183A-D8A7-58AC-43D459EA154C}"/>
              </a:ext>
            </a:extLst>
          </p:cNvPr>
          <p:cNvSpPr txBox="1">
            <a:spLocks/>
          </p:cNvSpPr>
          <p:nvPr/>
        </p:nvSpPr>
        <p:spPr>
          <a:xfrm>
            <a:off x="1066800" y="6143624"/>
            <a:ext cx="5486400" cy="566738"/>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chemeClr val="bg1"/>
                </a:solidFill>
                <a:latin typeface="Aptos" panose="020B0004020202020204" pitchFamily="34" charset="0"/>
                <a:ea typeface="+mj-ea"/>
                <a:cs typeface="+mj-cs"/>
              </a:defRPr>
            </a:lvl1pPr>
          </a:lstStyle>
          <a:p>
            <a:r>
              <a:rPr lang="en-US" dirty="0"/>
              <a:t>Alex Robin, GeoRobotix</a:t>
            </a:r>
          </a:p>
        </p:txBody>
      </p:sp>
      <p:sp>
        <p:nvSpPr>
          <p:cNvPr id="10" name="Title 2">
            <a:extLst>
              <a:ext uri="{FF2B5EF4-FFF2-40B4-BE49-F238E27FC236}">
                <a16:creationId xmlns:a16="http://schemas.microsoft.com/office/drawing/2014/main" id="{7120CB9F-19DB-189E-B945-F04E76FE115C}"/>
              </a:ext>
            </a:extLst>
          </p:cNvPr>
          <p:cNvSpPr txBox="1">
            <a:spLocks/>
          </p:cNvSpPr>
          <p:nvPr/>
        </p:nvSpPr>
        <p:spPr>
          <a:xfrm>
            <a:off x="1066800" y="5576886"/>
            <a:ext cx="5486400" cy="566738"/>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chemeClr val="bg1"/>
                </a:solidFill>
                <a:latin typeface="Aptos" panose="020B0004020202020204" pitchFamily="34" charset="0"/>
                <a:ea typeface="+mj-ea"/>
                <a:cs typeface="+mj-cs"/>
              </a:defRPr>
            </a:lvl1pPr>
          </a:lstStyle>
          <a:p>
            <a:r>
              <a:rPr lang="en-US" dirty="0"/>
              <a:t>Co-Chairs:</a:t>
            </a:r>
          </a:p>
        </p:txBody>
      </p:sp>
    </p:spTree>
    <p:extLst>
      <p:ext uri="{BB962C8B-B14F-4D97-AF65-F5344CB8AC3E}">
        <p14:creationId xmlns:p14="http://schemas.microsoft.com/office/powerpoint/2010/main" val="728082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EFC2-AAD7-510A-2AF0-BAAE54D05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D0BB0-125D-14BF-C093-CA1288F7AB74}"/>
              </a:ext>
            </a:extLst>
          </p:cNvPr>
          <p:cNvSpPr>
            <a:spLocks noGrp="1"/>
          </p:cNvSpPr>
          <p:nvPr>
            <p:ph type="title"/>
          </p:nvPr>
        </p:nvSpPr>
        <p:spPr/>
        <p:txBody>
          <a:bodyPr/>
          <a:lstStyle/>
          <a:p>
            <a:r>
              <a:rPr lang="en-US" dirty="0"/>
              <a:t>Agenda</a:t>
            </a:r>
          </a:p>
        </p:txBody>
      </p:sp>
      <p:sp>
        <p:nvSpPr>
          <p:cNvPr id="3" name="Text Placeholder 2">
            <a:extLst>
              <a:ext uri="{FF2B5EF4-FFF2-40B4-BE49-F238E27FC236}">
                <a16:creationId xmlns:a16="http://schemas.microsoft.com/office/drawing/2014/main" id="{42F5E27E-2E82-8C46-8796-705A850184FD}"/>
              </a:ext>
            </a:extLst>
          </p:cNvPr>
          <p:cNvSpPr>
            <a:spLocks noGrp="1"/>
          </p:cNvSpPr>
          <p:nvPr>
            <p:ph type="body" idx="16"/>
          </p:nvPr>
        </p:nvSpPr>
        <p:spPr>
          <a:xfrm>
            <a:off x="899158" y="2259080"/>
            <a:ext cx="16273447" cy="7227820"/>
          </a:xfrm>
        </p:spPr>
        <p:txBody>
          <a:bodyPr>
            <a:normAutofit/>
          </a:bodyPr>
          <a:lstStyle/>
          <a:p>
            <a:r>
              <a:rPr lang="en-US" sz="3600" dirty="0"/>
              <a:t>Sprint Goals</a:t>
            </a:r>
          </a:p>
          <a:p>
            <a:r>
              <a:rPr lang="en-US" sz="3600" dirty="0"/>
              <a:t>OS4CSAPI Initiative (Quad Format)</a:t>
            </a:r>
          </a:p>
          <a:p>
            <a:r>
              <a:rPr lang="en-US" sz="3600" dirty="0"/>
              <a:t>Repositories of Interest</a:t>
            </a:r>
          </a:p>
          <a:p>
            <a:r>
              <a:rPr lang="en-US" sz="3600" dirty="0"/>
              <a:t>Project Board</a:t>
            </a:r>
          </a:p>
          <a:p>
            <a:r>
              <a:rPr lang="en-US" sz="3600" dirty="0"/>
              <a:t>Quads for Repositories of Interest</a:t>
            </a:r>
          </a:p>
          <a:p>
            <a:r>
              <a:rPr lang="en-US" sz="3600" dirty="0"/>
              <a:t>Useful Links</a:t>
            </a:r>
            <a:endParaRPr lang="en-US" sz="3100" dirty="0"/>
          </a:p>
          <a:p>
            <a:endParaRPr lang="en-US" sz="3600" dirty="0"/>
          </a:p>
        </p:txBody>
      </p:sp>
      <p:sp>
        <p:nvSpPr>
          <p:cNvPr id="4" name="Text Placeholder 3">
            <a:extLst>
              <a:ext uri="{FF2B5EF4-FFF2-40B4-BE49-F238E27FC236}">
                <a16:creationId xmlns:a16="http://schemas.microsoft.com/office/drawing/2014/main" id="{31A34BDA-943D-746F-1D24-D82AF553657C}"/>
              </a:ext>
            </a:extLst>
          </p:cNvPr>
          <p:cNvSpPr>
            <a:spLocks noGrp="1"/>
          </p:cNvSpPr>
          <p:nvPr>
            <p:ph type="body" idx="15"/>
          </p:nvPr>
        </p:nvSpPr>
        <p:spPr/>
        <p:txBody>
          <a:bodyPr/>
          <a:lstStyle/>
          <a:p>
            <a:r>
              <a:rPr lang="en-US" dirty="0"/>
              <a:t>OGC Code Sprint 26 Planning</a:t>
            </a:r>
          </a:p>
        </p:txBody>
      </p:sp>
    </p:spTree>
    <p:extLst>
      <p:ext uri="{BB962C8B-B14F-4D97-AF65-F5344CB8AC3E}">
        <p14:creationId xmlns:p14="http://schemas.microsoft.com/office/powerpoint/2010/main" val="3218179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53AED-8BEF-8945-0920-ACECE07C8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ACC3C-7210-AF6C-2CD7-A4E9FF1830FE}"/>
              </a:ext>
            </a:extLst>
          </p:cNvPr>
          <p:cNvSpPr>
            <a:spLocks noGrp="1"/>
          </p:cNvSpPr>
          <p:nvPr>
            <p:ph type="title"/>
          </p:nvPr>
        </p:nvSpPr>
        <p:spPr/>
        <p:txBody>
          <a:bodyPr/>
          <a:lstStyle/>
          <a:p>
            <a:r>
              <a:rPr lang="en-US" dirty="0"/>
              <a:t>Sprint Goals</a:t>
            </a:r>
          </a:p>
        </p:txBody>
      </p:sp>
      <p:sp>
        <p:nvSpPr>
          <p:cNvPr id="4" name="TextBox 3">
            <a:extLst>
              <a:ext uri="{FF2B5EF4-FFF2-40B4-BE49-F238E27FC236}">
                <a16:creationId xmlns:a16="http://schemas.microsoft.com/office/drawing/2014/main" id="{B426829F-CF09-631A-00DF-042BB9D4F840}"/>
              </a:ext>
            </a:extLst>
          </p:cNvPr>
          <p:cNvSpPr txBox="1"/>
          <p:nvPr/>
        </p:nvSpPr>
        <p:spPr>
          <a:xfrm>
            <a:off x="937098" y="2405861"/>
            <a:ext cx="16207902" cy="3785652"/>
          </a:xfrm>
          <a:prstGeom prst="rect">
            <a:avLst/>
          </a:prstGeom>
          <a:noFill/>
        </p:spPr>
        <p:txBody>
          <a:bodyPr wrap="square">
            <a:spAutoFit/>
          </a:bodyPr>
          <a:lstStyle/>
          <a:p>
            <a:pPr marL="800100" lvl="1" indent="-342900">
              <a:buFont typeface="Arial" panose="020B0604020202020204" pitchFamily="34" charset="0"/>
              <a:buChar char="•"/>
            </a:pPr>
            <a:r>
              <a:rPr lang="en-US" sz="4000" b="1" dirty="0"/>
              <a:t>Confirm that the OAS definitions work as intended and can be used to autogenerate useful code without issues</a:t>
            </a:r>
          </a:p>
          <a:p>
            <a:pPr marL="800100" lvl="1" indent="-342900">
              <a:buFont typeface="Arial" panose="020B0604020202020204" pitchFamily="34" charset="0"/>
              <a:buChar char="•"/>
            </a:pPr>
            <a:r>
              <a:rPr lang="en-US" sz="4000" b="1" dirty="0"/>
              <a:t>Confirm that a generic API – Features client (such as QGIS) can connect to a CSAPI server as expected without issues</a:t>
            </a:r>
          </a:p>
          <a:p>
            <a:pPr marL="800100" lvl="1" indent="-342900">
              <a:buFont typeface="Arial" panose="020B0604020202020204" pitchFamily="34" charset="0"/>
              <a:buChar char="•"/>
            </a:pPr>
            <a:r>
              <a:rPr lang="en-US" sz="4000" b="1" dirty="0"/>
              <a:t>Arrive at three or more stable, independent open-source implementations of CSAPI</a:t>
            </a:r>
          </a:p>
        </p:txBody>
      </p:sp>
      <p:sp>
        <p:nvSpPr>
          <p:cNvPr id="6" name="TextBox 5">
            <a:extLst>
              <a:ext uri="{FF2B5EF4-FFF2-40B4-BE49-F238E27FC236}">
                <a16:creationId xmlns:a16="http://schemas.microsoft.com/office/drawing/2014/main" id="{A5CD4460-A6E2-5189-5007-30AD76B5A078}"/>
              </a:ext>
            </a:extLst>
          </p:cNvPr>
          <p:cNvSpPr txBox="1"/>
          <p:nvPr/>
        </p:nvSpPr>
        <p:spPr>
          <a:xfrm>
            <a:off x="937098" y="6544093"/>
            <a:ext cx="16207902" cy="1754326"/>
          </a:xfrm>
          <a:prstGeom prst="rect">
            <a:avLst/>
          </a:prstGeom>
          <a:noFill/>
        </p:spPr>
        <p:txBody>
          <a:bodyPr wrap="square">
            <a:spAutoFit/>
          </a:bodyPr>
          <a:lstStyle/>
          <a:p>
            <a:pPr marL="342900" indent="-342900">
              <a:buFont typeface="Arial" panose="020B0604020202020204" pitchFamily="34" charset="0"/>
              <a:buChar char="•"/>
            </a:pPr>
            <a:r>
              <a:rPr lang="en-US" sz="2700" dirty="0"/>
              <a:t>Additional Goals to Refine:</a:t>
            </a:r>
          </a:p>
          <a:p>
            <a:pPr marL="800100" lvl="1" indent="-342900">
              <a:buFont typeface="Arial" panose="020B0604020202020204" pitchFamily="34" charset="0"/>
              <a:buChar char="•"/>
            </a:pPr>
            <a:r>
              <a:rPr lang="en-US" sz="2700" dirty="0"/>
              <a:t>Conformance Test development for API – Connected Systems Parts 1 and 2 (and encodings?)</a:t>
            </a:r>
          </a:p>
          <a:p>
            <a:pPr marL="800100" lvl="1" indent="-342900">
              <a:buFont typeface="Arial" panose="020B0604020202020204" pitchFamily="34" charset="0"/>
              <a:buChar char="•"/>
            </a:pPr>
            <a:r>
              <a:rPr lang="en-US" sz="2700" dirty="0"/>
              <a:t>Prototyping and testing OGC API – Connected Systems with OGC Pub/Sub using Web Video Map Tracks (WebVMT) as a use case</a:t>
            </a:r>
          </a:p>
        </p:txBody>
      </p:sp>
      <p:sp>
        <p:nvSpPr>
          <p:cNvPr id="7" name="Arrow: Right 6">
            <a:extLst>
              <a:ext uri="{FF2B5EF4-FFF2-40B4-BE49-F238E27FC236}">
                <a16:creationId xmlns:a16="http://schemas.microsoft.com/office/drawing/2014/main" id="{6EF1035F-2744-26D4-3743-1C174AA84D3B}"/>
              </a:ext>
            </a:extLst>
          </p:cNvPr>
          <p:cNvSpPr/>
          <p:nvPr/>
        </p:nvSpPr>
        <p:spPr>
          <a:xfrm>
            <a:off x="447894" y="514350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3">
            <a:extLst>
              <a:ext uri="{FF2B5EF4-FFF2-40B4-BE49-F238E27FC236}">
                <a16:creationId xmlns:a16="http://schemas.microsoft.com/office/drawing/2014/main" id="{64A46834-0A3A-A4A2-07C5-0FDB22F407D6}"/>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31096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ED790-DA30-7867-2FCD-D39EBF710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3754B-88D8-F370-905C-283AB6A81298}"/>
              </a:ext>
            </a:extLst>
          </p:cNvPr>
          <p:cNvSpPr>
            <a:spLocks noGrp="1"/>
          </p:cNvSpPr>
          <p:nvPr>
            <p:ph type="title"/>
          </p:nvPr>
        </p:nvSpPr>
        <p:spPr/>
        <p:txBody>
          <a:bodyPr/>
          <a:lstStyle/>
          <a:p>
            <a:r>
              <a:rPr lang="en-US" dirty="0"/>
              <a:t> OS4CSAPI Initiative</a:t>
            </a:r>
          </a:p>
        </p:txBody>
      </p:sp>
      <p:cxnSp>
        <p:nvCxnSpPr>
          <p:cNvPr id="5" name="Straight Connector 4">
            <a:extLst>
              <a:ext uri="{FF2B5EF4-FFF2-40B4-BE49-F238E27FC236}">
                <a16:creationId xmlns:a16="http://schemas.microsoft.com/office/drawing/2014/main" id="{9604819D-C577-548B-1955-1A139A1BBCC5}"/>
              </a:ext>
            </a:extLst>
          </p:cNvPr>
          <p:cNvCxnSpPr>
            <a:cxnSpLocks/>
          </p:cNvCxnSpPr>
          <p:nvPr/>
        </p:nvCxnSpPr>
        <p:spPr>
          <a:xfrm>
            <a:off x="0" y="5143500"/>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27E005F-ADBD-0934-F1C1-1E5227F79A4D}"/>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4E60814-4BC2-A472-B592-D36EFB9E586C}"/>
              </a:ext>
            </a:extLst>
          </p:cNvPr>
          <p:cNvSpPr txBox="1"/>
          <p:nvPr/>
        </p:nvSpPr>
        <p:spPr>
          <a:xfrm>
            <a:off x="228600" y="1577131"/>
            <a:ext cx="8877300" cy="1569660"/>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 – Sam Bolling, </a:t>
            </a:r>
            <a:r>
              <a:rPr lang="en-US" sz="2400" dirty="0">
                <a:hlinkClick r:id="rId2"/>
              </a:rPr>
              <a:t>sbolling@riversideresearch.org</a:t>
            </a:r>
            <a:endParaRPr lang="en-US" sz="2400" dirty="0"/>
          </a:p>
          <a:p>
            <a:pPr marL="342900" indent="-342900">
              <a:buFont typeface="Arial" panose="020B0604020202020204" pitchFamily="34" charset="0"/>
              <a:buChar char="•"/>
            </a:pPr>
            <a:r>
              <a:rPr lang="en-US" sz="2400" dirty="0"/>
              <a:t>A pilot effort to identify, engage, and assist open-source projects of interest with implementation of the OGC CSAPI v1.0 standard</a:t>
            </a:r>
          </a:p>
        </p:txBody>
      </p:sp>
      <p:sp>
        <p:nvSpPr>
          <p:cNvPr id="8" name="TextBox 7">
            <a:extLst>
              <a:ext uri="{FF2B5EF4-FFF2-40B4-BE49-F238E27FC236}">
                <a16:creationId xmlns:a16="http://schemas.microsoft.com/office/drawing/2014/main" id="{D6F273F6-B8C5-2C5D-02DD-52DF985FECE1}"/>
              </a:ext>
            </a:extLst>
          </p:cNvPr>
          <p:cNvSpPr txBox="1"/>
          <p:nvPr/>
        </p:nvSpPr>
        <p:spPr>
          <a:xfrm>
            <a:off x="247650" y="5162360"/>
            <a:ext cx="8923338" cy="2308324"/>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Identified and engaged seven open-source repositories of interest</a:t>
            </a:r>
          </a:p>
          <a:p>
            <a:pPr marL="342900" indent="-342900">
              <a:buFont typeface="Arial" panose="020B0604020202020204" pitchFamily="34" charset="0"/>
              <a:buChar char="•"/>
            </a:pPr>
            <a:r>
              <a:rPr lang="en-US" sz="2400" dirty="0"/>
              <a:t>GitHub Project Board created, updated, organized, and issues linked</a:t>
            </a:r>
          </a:p>
          <a:p>
            <a:pPr marL="342900" indent="-342900">
              <a:buFont typeface="Arial" panose="020B0604020202020204" pitchFamily="34" charset="0"/>
              <a:buChar char="•"/>
            </a:pPr>
            <a:r>
              <a:rPr lang="en-US" sz="2400" dirty="0"/>
              <a:t>Camp-To-Camp - Fork, Implementation Plan, and Issues created</a:t>
            </a:r>
          </a:p>
          <a:p>
            <a:pPr marL="342900" indent="-342900">
              <a:buFont typeface="Arial" panose="020B0604020202020204" pitchFamily="34" charset="0"/>
              <a:buChar char="•"/>
            </a:pPr>
            <a:r>
              <a:rPr lang="en-US" sz="2400" dirty="0"/>
              <a:t>52 North – issues created and labeled for the sprint</a:t>
            </a:r>
          </a:p>
          <a:p>
            <a:pPr marL="342900" indent="-342900">
              <a:buFont typeface="Arial" panose="020B0604020202020204" pitchFamily="34" charset="0"/>
              <a:buChar char="•"/>
            </a:pPr>
            <a:r>
              <a:rPr lang="en-US" sz="2400" dirty="0"/>
              <a:t>OWS Lib – issues created for the sprint</a:t>
            </a:r>
          </a:p>
        </p:txBody>
      </p:sp>
      <p:sp>
        <p:nvSpPr>
          <p:cNvPr id="9" name="TextBox 8">
            <a:extLst>
              <a:ext uri="{FF2B5EF4-FFF2-40B4-BE49-F238E27FC236}">
                <a16:creationId xmlns:a16="http://schemas.microsoft.com/office/drawing/2014/main" id="{CDF6A448-E92F-862E-D0B9-8C7B859D700C}"/>
              </a:ext>
            </a:extLst>
          </p:cNvPr>
          <p:cNvSpPr txBox="1"/>
          <p:nvPr/>
        </p:nvSpPr>
        <p:spPr>
          <a:xfrm>
            <a:off x="9170988" y="1577131"/>
            <a:ext cx="9117012" cy="3046988"/>
          </a:xfrm>
          <a:prstGeom prst="rect">
            <a:avLst/>
          </a:prstGeom>
          <a:noFill/>
        </p:spPr>
        <p:txBody>
          <a:bodyPr wrap="square" rtlCol="0">
            <a:spAutoFit/>
          </a:bodyPr>
          <a:lstStyle/>
          <a:p>
            <a:r>
              <a:rPr lang="en-US" sz="2400" b="1" dirty="0"/>
              <a:t>Work Plan:</a:t>
            </a:r>
          </a:p>
          <a:p>
            <a:pPr marL="342900" indent="-342900">
              <a:buFont typeface="Arial" panose="020B0604020202020204" pitchFamily="34" charset="0"/>
              <a:buChar char="•"/>
            </a:pPr>
            <a:r>
              <a:rPr lang="en-US" sz="2400" b="1" dirty="0">
                <a:solidFill>
                  <a:srgbClr val="FF0000"/>
                </a:solidFill>
              </a:rPr>
              <a:t>Draft actionable goals per project</a:t>
            </a:r>
          </a:p>
          <a:p>
            <a:pPr marL="342900" indent="-342900">
              <a:buFont typeface="Arial" panose="020B0604020202020204" pitchFamily="34" charset="0"/>
              <a:buChar char="•"/>
            </a:pPr>
            <a:r>
              <a:rPr lang="en-US" sz="2400" b="1" dirty="0">
                <a:solidFill>
                  <a:srgbClr val="FF0000"/>
                </a:solidFill>
              </a:rPr>
              <a:t>Draft actionable work items per project</a:t>
            </a:r>
          </a:p>
          <a:p>
            <a:pPr marL="342900" indent="-342900">
              <a:buFont typeface="Arial" panose="020B0604020202020204" pitchFamily="34" charset="0"/>
              <a:buChar char="•"/>
            </a:pPr>
            <a:r>
              <a:rPr lang="en-US" sz="2400" b="1" dirty="0">
                <a:solidFill>
                  <a:srgbClr val="FF0000"/>
                </a:solidFill>
              </a:rPr>
              <a:t>Prioritize Projects, Goals, and Work Items</a:t>
            </a:r>
          </a:p>
          <a:p>
            <a:pPr marL="342900" indent="-342900">
              <a:buFont typeface="Arial" panose="020B0604020202020204" pitchFamily="34" charset="0"/>
              <a:buChar char="•"/>
            </a:pPr>
            <a:r>
              <a:rPr lang="en-US" sz="2400" b="1" dirty="0">
                <a:solidFill>
                  <a:srgbClr val="FF0000"/>
                </a:solidFill>
              </a:rPr>
              <a:t>Assign Resources to Tasks</a:t>
            </a:r>
          </a:p>
          <a:p>
            <a:pPr marL="342900" indent="-342900">
              <a:buFont typeface="Arial" panose="020B0604020202020204" pitchFamily="34" charset="0"/>
              <a:buChar char="•"/>
            </a:pPr>
            <a:r>
              <a:rPr lang="en-US" sz="2400" dirty="0"/>
              <a:t>Execute Plan</a:t>
            </a:r>
          </a:p>
          <a:p>
            <a:pPr marL="342900" indent="-342900">
              <a:buFont typeface="Arial" panose="020B0604020202020204" pitchFamily="34" charset="0"/>
              <a:buChar char="•"/>
            </a:pPr>
            <a:r>
              <a:rPr lang="en-US" sz="2400" dirty="0"/>
              <a:t>Report Results</a:t>
            </a:r>
          </a:p>
          <a:p>
            <a:pPr marL="342900" indent="-342900">
              <a:buFont typeface="Arial" panose="020B0604020202020204" pitchFamily="34" charset="0"/>
              <a:buChar char="•"/>
            </a:pPr>
            <a:r>
              <a:rPr lang="en-US" sz="2400" dirty="0"/>
              <a:t>Discuss Future Work and Way Forward</a:t>
            </a:r>
          </a:p>
        </p:txBody>
      </p:sp>
      <p:sp>
        <p:nvSpPr>
          <p:cNvPr id="10" name="TextBox 9">
            <a:extLst>
              <a:ext uri="{FF2B5EF4-FFF2-40B4-BE49-F238E27FC236}">
                <a16:creationId xmlns:a16="http://schemas.microsoft.com/office/drawing/2014/main" id="{B1D7A09C-E452-D633-9EBD-B505D5B45781}"/>
              </a:ext>
            </a:extLst>
          </p:cNvPr>
          <p:cNvSpPr txBox="1"/>
          <p:nvPr/>
        </p:nvSpPr>
        <p:spPr>
          <a:xfrm>
            <a:off x="9170988" y="5162360"/>
            <a:ext cx="9117012" cy="1569660"/>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solidFill>
                  <a:srgbClr val="FF0000"/>
                </a:solidFill>
              </a:rPr>
              <a:t>Developer Resources available</a:t>
            </a:r>
          </a:p>
          <a:p>
            <a:pPr marL="342900" indent="-342900">
              <a:buFont typeface="Arial" panose="020B0604020202020204" pitchFamily="34" charset="0"/>
              <a:buChar char="•"/>
            </a:pPr>
            <a:r>
              <a:rPr lang="en-US" sz="2400" dirty="0"/>
              <a:t>Alignment of Developer Resources to Tasks</a:t>
            </a:r>
          </a:p>
          <a:p>
            <a:pPr marL="342900" indent="-342900">
              <a:buFont typeface="Arial" panose="020B0604020202020204" pitchFamily="34" charset="0"/>
              <a:buChar char="•"/>
            </a:pPr>
            <a:r>
              <a:rPr lang="en-US" sz="2400" dirty="0"/>
              <a:t>Time and Opportunity to Work on Tasks</a:t>
            </a:r>
          </a:p>
        </p:txBody>
      </p:sp>
      <p:sp>
        <p:nvSpPr>
          <p:cNvPr id="12" name="Text Placeholder 3">
            <a:extLst>
              <a:ext uri="{FF2B5EF4-FFF2-40B4-BE49-F238E27FC236}">
                <a16:creationId xmlns:a16="http://schemas.microsoft.com/office/drawing/2014/main" id="{AC56FD3B-151E-CB47-4940-3A0AB5BFB08E}"/>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4264315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155C7-0DB5-163A-6FDE-1F5502B31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A0DEE-19E1-DD69-09DA-1E50E86754C9}"/>
              </a:ext>
            </a:extLst>
          </p:cNvPr>
          <p:cNvSpPr>
            <a:spLocks noGrp="1"/>
          </p:cNvSpPr>
          <p:nvPr>
            <p:ph type="title"/>
          </p:nvPr>
        </p:nvSpPr>
        <p:spPr/>
        <p:txBody>
          <a:bodyPr/>
          <a:lstStyle/>
          <a:p>
            <a:r>
              <a:rPr lang="en-US" dirty="0"/>
              <a:t>Repositories of Interest</a:t>
            </a:r>
          </a:p>
        </p:txBody>
      </p:sp>
      <p:graphicFrame>
        <p:nvGraphicFramePr>
          <p:cNvPr id="3" name="Table 2">
            <a:extLst>
              <a:ext uri="{FF2B5EF4-FFF2-40B4-BE49-F238E27FC236}">
                <a16:creationId xmlns:a16="http://schemas.microsoft.com/office/drawing/2014/main" id="{CEA59365-E4D1-3306-B69B-2F8F66E0B760}"/>
              </a:ext>
            </a:extLst>
          </p:cNvPr>
          <p:cNvGraphicFramePr>
            <a:graphicFrameLocks noGrp="1"/>
          </p:cNvGraphicFramePr>
          <p:nvPr>
            <p:extLst>
              <p:ext uri="{D42A27DB-BD31-4B8C-83A1-F6EECF244321}">
                <p14:modId xmlns:p14="http://schemas.microsoft.com/office/powerpoint/2010/main" val="3910676579"/>
              </p:ext>
            </p:extLst>
          </p:nvPr>
        </p:nvGraphicFramePr>
        <p:xfrm>
          <a:off x="533400" y="1694180"/>
          <a:ext cx="16912311" cy="6197600"/>
        </p:xfrm>
        <a:graphic>
          <a:graphicData uri="http://schemas.openxmlformats.org/drawingml/2006/table">
            <a:tbl>
              <a:tblPr firstRow="1" bandRow="1">
                <a:tableStyleId>{5C22544A-7EE6-4342-B048-85BDC9FD1C3A}</a:tableStyleId>
              </a:tblPr>
              <a:tblGrid>
                <a:gridCol w="1585273">
                  <a:extLst>
                    <a:ext uri="{9D8B030D-6E8A-4147-A177-3AD203B41FA5}">
                      <a16:colId xmlns:a16="http://schemas.microsoft.com/office/drawing/2014/main" val="3941412665"/>
                    </a:ext>
                  </a:extLst>
                </a:gridCol>
                <a:gridCol w="7596876">
                  <a:extLst>
                    <a:ext uri="{9D8B030D-6E8A-4147-A177-3AD203B41FA5}">
                      <a16:colId xmlns:a16="http://schemas.microsoft.com/office/drawing/2014/main" val="3817531677"/>
                    </a:ext>
                  </a:extLst>
                </a:gridCol>
                <a:gridCol w="717077">
                  <a:extLst>
                    <a:ext uri="{9D8B030D-6E8A-4147-A177-3AD203B41FA5}">
                      <a16:colId xmlns:a16="http://schemas.microsoft.com/office/drawing/2014/main" val="2461751919"/>
                    </a:ext>
                  </a:extLst>
                </a:gridCol>
                <a:gridCol w="1482787">
                  <a:extLst>
                    <a:ext uri="{9D8B030D-6E8A-4147-A177-3AD203B41FA5}">
                      <a16:colId xmlns:a16="http://schemas.microsoft.com/office/drawing/2014/main" val="142793406"/>
                    </a:ext>
                  </a:extLst>
                </a:gridCol>
                <a:gridCol w="1154568">
                  <a:extLst>
                    <a:ext uri="{9D8B030D-6E8A-4147-A177-3AD203B41FA5}">
                      <a16:colId xmlns:a16="http://schemas.microsoft.com/office/drawing/2014/main" val="3346107243"/>
                    </a:ext>
                  </a:extLst>
                </a:gridCol>
                <a:gridCol w="1086816">
                  <a:extLst>
                    <a:ext uri="{9D8B030D-6E8A-4147-A177-3AD203B41FA5}">
                      <a16:colId xmlns:a16="http://schemas.microsoft.com/office/drawing/2014/main" val="500584866"/>
                    </a:ext>
                  </a:extLst>
                </a:gridCol>
                <a:gridCol w="1086816">
                  <a:extLst>
                    <a:ext uri="{9D8B030D-6E8A-4147-A177-3AD203B41FA5}">
                      <a16:colId xmlns:a16="http://schemas.microsoft.com/office/drawing/2014/main" val="3076401306"/>
                    </a:ext>
                  </a:extLst>
                </a:gridCol>
                <a:gridCol w="1112091">
                  <a:extLst>
                    <a:ext uri="{9D8B030D-6E8A-4147-A177-3AD203B41FA5}">
                      <a16:colId xmlns:a16="http://schemas.microsoft.com/office/drawing/2014/main" val="3659286375"/>
                    </a:ext>
                  </a:extLst>
                </a:gridCol>
                <a:gridCol w="1090007">
                  <a:extLst>
                    <a:ext uri="{9D8B030D-6E8A-4147-A177-3AD203B41FA5}">
                      <a16:colId xmlns:a16="http://schemas.microsoft.com/office/drawing/2014/main" val="1288990115"/>
                    </a:ext>
                  </a:extLst>
                </a:gridCol>
              </a:tblGrid>
              <a:tr h="370840">
                <a:tc>
                  <a:txBody>
                    <a:bodyPr/>
                    <a:lstStyle/>
                    <a:p>
                      <a:r>
                        <a:rPr lang="en-US" sz="1600" dirty="0"/>
                        <a:t>Project</a:t>
                      </a:r>
                    </a:p>
                  </a:txBody>
                  <a:tcPr/>
                </a:tc>
                <a:tc>
                  <a:txBody>
                    <a:bodyPr/>
                    <a:lstStyle/>
                    <a:p>
                      <a:r>
                        <a:rPr lang="en-US" sz="1600" dirty="0"/>
                        <a:t>Description</a:t>
                      </a:r>
                    </a:p>
                  </a:txBody>
                  <a:tcPr/>
                </a:tc>
                <a:tc>
                  <a:txBody>
                    <a:bodyPr/>
                    <a:lstStyle/>
                    <a:p>
                      <a:r>
                        <a:rPr lang="en-US" sz="1600" dirty="0"/>
                        <a:t>Open</a:t>
                      </a:r>
                    </a:p>
                  </a:txBody>
                  <a:tcPr/>
                </a:tc>
                <a:tc>
                  <a:txBody>
                    <a:bodyPr/>
                    <a:lstStyle/>
                    <a:p>
                      <a:r>
                        <a:rPr lang="en-US" sz="1600" dirty="0"/>
                        <a:t>Client/Server</a:t>
                      </a:r>
                    </a:p>
                  </a:txBody>
                  <a:tcPr/>
                </a:tc>
                <a:tc>
                  <a:txBody>
                    <a:bodyPr/>
                    <a:lstStyle/>
                    <a:p>
                      <a:r>
                        <a:rPr lang="en-US" sz="1600" dirty="0"/>
                        <a:t>Language</a:t>
                      </a:r>
                    </a:p>
                  </a:txBody>
                  <a:tcPr/>
                </a:tc>
                <a:tc>
                  <a:txBody>
                    <a:bodyPr/>
                    <a:lstStyle/>
                    <a:p>
                      <a:r>
                        <a:rPr lang="en-US" sz="1600" dirty="0"/>
                        <a:t>Response?</a:t>
                      </a:r>
                    </a:p>
                  </a:txBody>
                  <a:tcPr/>
                </a:tc>
                <a:tc>
                  <a:txBody>
                    <a:bodyPr/>
                    <a:lstStyle/>
                    <a:p>
                      <a:r>
                        <a:rPr lang="en-US" sz="1600" dirty="0"/>
                        <a:t>Engaged?</a:t>
                      </a:r>
                    </a:p>
                  </a:txBody>
                  <a:tcPr/>
                </a:tc>
                <a:tc>
                  <a:txBody>
                    <a:bodyPr/>
                    <a:lstStyle/>
                    <a:p>
                      <a:r>
                        <a:rPr lang="en-US" sz="1600" dirty="0"/>
                        <a:t>CSAPI P1</a:t>
                      </a:r>
                    </a:p>
                  </a:txBody>
                  <a:tcPr/>
                </a:tc>
                <a:tc>
                  <a:txBody>
                    <a:bodyPr/>
                    <a:lstStyle/>
                    <a:p>
                      <a:r>
                        <a:rPr lang="en-US" sz="1600" dirty="0"/>
                        <a:t>CSAPI P2</a:t>
                      </a:r>
                    </a:p>
                  </a:txBody>
                  <a:tcPr/>
                </a:tc>
                <a:extLst>
                  <a:ext uri="{0D108BD9-81ED-4DB2-BD59-A6C34878D82A}">
                    <a16:rowId xmlns:a16="http://schemas.microsoft.com/office/drawing/2014/main" val="846468229"/>
                  </a:ext>
                </a:extLst>
              </a:tr>
              <a:tr h="370840">
                <a:tc>
                  <a:txBody>
                    <a:bodyPr/>
                    <a:lstStyle/>
                    <a:p>
                      <a:r>
                        <a:rPr lang="en-US" sz="1600" dirty="0">
                          <a:hlinkClick r:id="rId2"/>
                        </a:rPr>
                        <a:t>Open Sensor Hub</a:t>
                      </a:r>
                      <a:endParaRPr lang="en-US" sz="1600" dirty="0"/>
                    </a:p>
                  </a:txBody>
                  <a:tcPr>
                    <a:solidFill>
                      <a:srgbClr val="EE7E89"/>
                    </a:solidFill>
                  </a:tcPr>
                </a:tc>
                <a:tc>
                  <a:txBody>
                    <a:bodyPr/>
                    <a:lstStyle/>
                    <a:p>
                      <a:r>
                        <a:rPr lang="en-US" sz="1600" b="0" i="0" kern="1200" dirty="0">
                          <a:solidFill>
                            <a:schemeClr val="dk1"/>
                          </a:solidFill>
                          <a:effectLst/>
                          <a:latin typeface="+mn-lt"/>
                          <a:ea typeface="+mn-ea"/>
                          <a:cs typeface="+mn-cs"/>
                        </a:rPr>
                        <a:t>Java-based middleware for building better Sensor Webs and the Internet of Things</a:t>
                      </a:r>
                      <a:endParaRPr lang="en-US" sz="1600" dirty="0"/>
                    </a:p>
                  </a:txBody>
                  <a:tcPr>
                    <a:solidFill>
                      <a:srgbClr val="EE7E89"/>
                    </a:solidFill>
                  </a:tcPr>
                </a:tc>
                <a:tc>
                  <a:txBody>
                    <a:bodyPr/>
                    <a:lstStyle/>
                    <a:p>
                      <a:r>
                        <a:rPr lang="en-US" sz="1600" dirty="0"/>
                        <a:t>Yes</a:t>
                      </a:r>
                    </a:p>
                  </a:txBody>
                  <a:tcPr>
                    <a:solidFill>
                      <a:srgbClr val="EE7E89"/>
                    </a:solidFill>
                  </a:tcPr>
                </a:tc>
                <a:tc>
                  <a:txBody>
                    <a:bodyPr/>
                    <a:lstStyle/>
                    <a:p>
                      <a:r>
                        <a:rPr lang="en-US" sz="1600" dirty="0"/>
                        <a:t>Server</a:t>
                      </a:r>
                    </a:p>
                  </a:txBody>
                  <a:tcPr>
                    <a:solidFill>
                      <a:srgbClr val="EE7E89"/>
                    </a:solidFill>
                  </a:tcPr>
                </a:tc>
                <a:tc>
                  <a:txBody>
                    <a:bodyPr/>
                    <a:lstStyle/>
                    <a:p>
                      <a:r>
                        <a:rPr lang="en-US" sz="1600" dirty="0"/>
                        <a:t>Java</a:t>
                      </a:r>
                    </a:p>
                  </a:txBody>
                  <a:tcPr>
                    <a:solidFill>
                      <a:srgbClr val="EE7E89"/>
                    </a:solidFill>
                  </a:tcPr>
                </a:tc>
                <a:tc>
                  <a:txBody>
                    <a:bodyPr/>
                    <a:lstStyle/>
                    <a:p>
                      <a:r>
                        <a:rPr lang="en-US" sz="1600" dirty="0"/>
                        <a:t>No</a:t>
                      </a:r>
                    </a:p>
                  </a:txBody>
                  <a:tcPr>
                    <a:solidFill>
                      <a:srgbClr val="EE7E89"/>
                    </a:solidFill>
                  </a:tcPr>
                </a:tc>
                <a:tc>
                  <a:txBody>
                    <a:bodyPr/>
                    <a:lstStyle/>
                    <a:p>
                      <a:r>
                        <a:rPr lang="en-US" sz="1600" dirty="0">
                          <a:hlinkClick r:id="rId3"/>
                        </a:rPr>
                        <a:t>Yes</a:t>
                      </a:r>
                      <a:endParaRPr lang="en-US" sz="1600" dirty="0"/>
                    </a:p>
                  </a:txBody>
                  <a:tcPr>
                    <a:solidFill>
                      <a:srgbClr val="EE7E89"/>
                    </a:solidFill>
                  </a:tcPr>
                </a:tc>
                <a:tc>
                  <a:txBody>
                    <a:bodyPr/>
                    <a:lstStyle/>
                    <a:p>
                      <a:endParaRPr lang="en-US" sz="1600" dirty="0"/>
                    </a:p>
                  </a:txBody>
                  <a:tcPr>
                    <a:solidFill>
                      <a:srgbClr val="EE7E89"/>
                    </a:solidFill>
                  </a:tcPr>
                </a:tc>
                <a:tc>
                  <a:txBody>
                    <a:bodyPr/>
                    <a:lstStyle/>
                    <a:p>
                      <a:endParaRPr lang="en-US" sz="1600" dirty="0"/>
                    </a:p>
                  </a:txBody>
                  <a:tcPr>
                    <a:solidFill>
                      <a:srgbClr val="EE7E89"/>
                    </a:solidFill>
                  </a:tcPr>
                </a:tc>
                <a:extLst>
                  <a:ext uri="{0D108BD9-81ED-4DB2-BD59-A6C34878D82A}">
                    <a16:rowId xmlns:a16="http://schemas.microsoft.com/office/drawing/2014/main" val="2360053872"/>
                  </a:ext>
                </a:extLst>
              </a:tr>
              <a:tr h="370840">
                <a:tc>
                  <a:txBody>
                    <a:bodyPr/>
                    <a:lstStyle/>
                    <a:p>
                      <a:r>
                        <a:rPr lang="en-US" sz="1600" dirty="0">
                          <a:hlinkClick r:id="rId4"/>
                        </a:rPr>
                        <a:t>52 North CSAPI PyGeoAPI</a:t>
                      </a:r>
                      <a:endParaRPr lang="en-US" sz="1600" dirty="0"/>
                    </a:p>
                  </a:txBody>
                  <a:tcPr>
                    <a:solidFill>
                      <a:schemeClr val="accent3">
                        <a:lumMod val="40000"/>
                        <a:lumOff val="60000"/>
                      </a:schemeClr>
                    </a:solidFill>
                  </a:tcPr>
                </a:tc>
                <a:tc>
                  <a:txBody>
                    <a:bodyPr/>
                    <a:lstStyle/>
                    <a:p>
                      <a:r>
                        <a:rPr lang="en-US" sz="1600" b="0" i="0" kern="1200" dirty="0">
                          <a:solidFill>
                            <a:schemeClr val="dk1"/>
                          </a:solidFill>
                          <a:effectLst/>
                          <a:latin typeface="+mn-lt"/>
                          <a:ea typeface="+mn-ea"/>
                          <a:cs typeface="+mn-cs"/>
                        </a:rPr>
                        <a:t>Proof of Concept of OGC Connected Systems API based on pygeoapi</a:t>
                      </a:r>
                      <a:endParaRPr lang="en-US" sz="1600" dirty="0"/>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Server</a:t>
                      </a:r>
                    </a:p>
                  </a:txBody>
                  <a:tcPr>
                    <a:solidFill>
                      <a:schemeClr val="accent3">
                        <a:lumMod val="40000"/>
                        <a:lumOff val="60000"/>
                      </a:schemeClr>
                    </a:solidFill>
                  </a:tcPr>
                </a:tc>
                <a:tc>
                  <a:txBody>
                    <a:bodyPr/>
                    <a:lstStyle/>
                    <a:p>
                      <a:r>
                        <a:rPr lang="en-US" sz="1600" dirty="0"/>
                        <a:t>Python</a:t>
                      </a:r>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hlinkClick r:id="rId5"/>
                        </a:rPr>
                        <a:t>Yes</a:t>
                      </a:r>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extLst>
                  <a:ext uri="{0D108BD9-81ED-4DB2-BD59-A6C34878D82A}">
                    <a16:rowId xmlns:a16="http://schemas.microsoft.com/office/drawing/2014/main" val="3034532670"/>
                  </a:ext>
                </a:extLst>
              </a:tr>
              <a:tr h="370840">
                <a:tc>
                  <a:txBody>
                    <a:bodyPr/>
                    <a:lstStyle/>
                    <a:p>
                      <a:r>
                        <a:rPr lang="en-US" sz="1600" dirty="0">
                          <a:hlinkClick r:id="rId6"/>
                        </a:rPr>
                        <a:t>Botts Innovation CSAPI</a:t>
                      </a:r>
                      <a:endParaRPr lang="en-US" sz="1600" dirty="0"/>
                    </a:p>
                  </a:txBody>
                  <a:tcPr>
                    <a:solidFill>
                      <a:srgbClr val="EE7E89"/>
                    </a:solidFill>
                  </a:tcPr>
                </a:tc>
                <a:tc>
                  <a:txBody>
                    <a:bodyPr/>
                    <a:lstStyle/>
                    <a:p>
                      <a:r>
                        <a:rPr lang="en-US" sz="1600" b="0" i="0" kern="1200" dirty="0">
                          <a:solidFill>
                            <a:schemeClr val="dk1"/>
                          </a:solidFill>
                          <a:effectLst/>
                          <a:latin typeface="+mn-lt"/>
                          <a:ea typeface="+mn-ea"/>
                          <a:cs typeface="+mn-cs"/>
                        </a:rPr>
                        <a:t>Connected Systems API for Java</a:t>
                      </a:r>
                      <a:endParaRPr lang="en-US" sz="1600" dirty="0"/>
                    </a:p>
                  </a:txBody>
                  <a:tcPr>
                    <a:solidFill>
                      <a:srgbClr val="EE7E89"/>
                    </a:solidFill>
                  </a:tcPr>
                </a:tc>
                <a:tc>
                  <a:txBody>
                    <a:bodyPr/>
                    <a:lstStyle/>
                    <a:p>
                      <a:r>
                        <a:rPr lang="en-US" sz="1600" dirty="0"/>
                        <a:t>Yes</a:t>
                      </a:r>
                    </a:p>
                  </a:txBody>
                  <a:tcPr>
                    <a:solidFill>
                      <a:srgbClr val="EE7E89"/>
                    </a:solidFill>
                  </a:tcPr>
                </a:tc>
                <a:tc>
                  <a:txBody>
                    <a:bodyPr/>
                    <a:lstStyle/>
                    <a:p>
                      <a:r>
                        <a:rPr lang="en-US" sz="1600" dirty="0"/>
                        <a:t>Server</a:t>
                      </a:r>
                    </a:p>
                  </a:txBody>
                  <a:tcPr>
                    <a:solidFill>
                      <a:srgbClr val="EE7E89"/>
                    </a:solidFill>
                  </a:tcPr>
                </a:tc>
                <a:tc>
                  <a:txBody>
                    <a:bodyPr/>
                    <a:lstStyle/>
                    <a:p>
                      <a:r>
                        <a:rPr lang="en-US" sz="1600" dirty="0"/>
                        <a:t>Java</a:t>
                      </a:r>
                    </a:p>
                  </a:txBody>
                  <a:tcPr>
                    <a:solidFill>
                      <a:srgbClr val="EE7E89"/>
                    </a:solidFill>
                  </a:tcPr>
                </a:tc>
                <a:tc>
                  <a:txBody>
                    <a:bodyPr/>
                    <a:lstStyle/>
                    <a:p>
                      <a:r>
                        <a:rPr lang="en-US" sz="1600" dirty="0"/>
                        <a:t>No</a:t>
                      </a:r>
                    </a:p>
                  </a:txBody>
                  <a:tcPr>
                    <a:solidFill>
                      <a:srgbClr val="EE7E89"/>
                    </a:solidFill>
                  </a:tcPr>
                </a:tc>
                <a:tc>
                  <a:txBody>
                    <a:bodyPr/>
                    <a:lstStyle/>
                    <a:p>
                      <a:r>
                        <a:rPr lang="en-US" sz="1600" dirty="0">
                          <a:hlinkClick r:id="rId6"/>
                        </a:rPr>
                        <a:t>Yes</a:t>
                      </a:r>
                      <a:endParaRPr lang="en-US" sz="1600" dirty="0"/>
                    </a:p>
                  </a:txBody>
                  <a:tcPr>
                    <a:solidFill>
                      <a:srgbClr val="EE7E89"/>
                    </a:solidFill>
                  </a:tcPr>
                </a:tc>
                <a:tc>
                  <a:txBody>
                    <a:bodyPr/>
                    <a:lstStyle/>
                    <a:p>
                      <a:endParaRPr lang="en-US" sz="1600"/>
                    </a:p>
                  </a:txBody>
                  <a:tcPr>
                    <a:solidFill>
                      <a:srgbClr val="EE7E89"/>
                    </a:solidFill>
                  </a:tcPr>
                </a:tc>
                <a:tc>
                  <a:txBody>
                    <a:bodyPr/>
                    <a:lstStyle/>
                    <a:p>
                      <a:endParaRPr lang="en-US" sz="1600" dirty="0"/>
                    </a:p>
                  </a:txBody>
                  <a:tcPr>
                    <a:solidFill>
                      <a:srgbClr val="EE7E89"/>
                    </a:solidFill>
                  </a:tcPr>
                </a:tc>
                <a:extLst>
                  <a:ext uri="{0D108BD9-81ED-4DB2-BD59-A6C34878D82A}">
                    <a16:rowId xmlns:a16="http://schemas.microsoft.com/office/drawing/2014/main" val="2762370764"/>
                  </a:ext>
                </a:extLst>
              </a:tr>
              <a:tr h="370840">
                <a:tc>
                  <a:txBody>
                    <a:bodyPr/>
                    <a:lstStyle/>
                    <a:p>
                      <a:r>
                        <a:rPr lang="en-US" sz="1600" dirty="0">
                          <a:hlinkClick r:id="rId7"/>
                        </a:rPr>
                        <a:t>GeoServer</a:t>
                      </a:r>
                      <a:endParaRPr lang="en-US" sz="1600" dirty="0"/>
                    </a:p>
                  </a:txBody>
                  <a:tcPr/>
                </a:tc>
                <a:tc>
                  <a:txBody>
                    <a:bodyPr/>
                    <a:lstStyle/>
                    <a:p>
                      <a:r>
                        <a:rPr lang="en-US" sz="1600" dirty="0"/>
                        <a:t>GeoServer is an open-source software server written in Java that allows users to share and edit geospatial data. Designed for interoperability, it publishes data from any major spatial data source using open standards.</a:t>
                      </a:r>
                    </a:p>
                  </a:txBody>
                  <a:tcPr/>
                </a:tc>
                <a:tc>
                  <a:txBody>
                    <a:bodyPr/>
                    <a:lstStyle/>
                    <a:p>
                      <a:r>
                        <a:rPr lang="en-US" sz="1600" dirty="0"/>
                        <a:t>Yes</a:t>
                      </a:r>
                    </a:p>
                  </a:txBody>
                  <a:tcPr/>
                </a:tc>
                <a:tc>
                  <a:txBody>
                    <a:bodyPr/>
                    <a:lstStyle/>
                    <a:p>
                      <a:r>
                        <a:rPr lang="en-US" sz="1600" dirty="0"/>
                        <a:t>Server</a:t>
                      </a:r>
                    </a:p>
                  </a:txBody>
                  <a:tcPr/>
                </a:tc>
                <a:tc>
                  <a:txBody>
                    <a:bodyPr/>
                    <a:lstStyle/>
                    <a:p>
                      <a:r>
                        <a:rPr lang="en-US" sz="1600" dirty="0"/>
                        <a:t>Java</a:t>
                      </a:r>
                    </a:p>
                  </a:txBody>
                  <a:tcPr/>
                </a:tc>
                <a:tc>
                  <a:txBody>
                    <a:bodyPr/>
                    <a:lstStyle/>
                    <a:p>
                      <a:endParaRPr lang="en-US" sz="1600" dirty="0"/>
                    </a:p>
                  </a:txBody>
                  <a:tcPr/>
                </a:tc>
                <a:tc>
                  <a:txBody>
                    <a:bodyPr/>
                    <a:lstStyle/>
                    <a:p>
                      <a:r>
                        <a:rPr lang="en-US" sz="1600" dirty="0"/>
                        <a:t>No</a:t>
                      </a:r>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val="2608004283"/>
                  </a:ext>
                </a:extLst>
              </a:tr>
              <a:tr h="370840">
                <a:tc>
                  <a:txBody>
                    <a:bodyPr/>
                    <a:lstStyle/>
                    <a:p>
                      <a:r>
                        <a:rPr lang="en-US" sz="1600" dirty="0">
                          <a:hlinkClick r:id="rId8"/>
                        </a:rPr>
                        <a:t>HAKUNAPI</a:t>
                      </a:r>
                      <a:endParaRPr lang="en-US" sz="1600" dirty="0"/>
                    </a:p>
                  </a:txBody>
                  <a:tcPr>
                    <a:solidFill>
                      <a:schemeClr val="accent3">
                        <a:lumMod val="40000"/>
                        <a:lumOff val="60000"/>
                      </a:schemeClr>
                    </a:solidFill>
                  </a:tcPr>
                </a:tc>
                <a:tc>
                  <a:txBody>
                    <a:bodyPr/>
                    <a:lstStyle/>
                    <a:p>
                      <a:r>
                        <a:rPr lang="en-US" sz="1600" kern="1200" dirty="0">
                          <a:solidFill>
                            <a:schemeClr val="dk1"/>
                          </a:solidFill>
                          <a:effectLst/>
                          <a:latin typeface="+mn-lt"/>
                          <a:ea typeface="+mn-ea"/>
                          <a:cs typeface="+mn-cs"/>
                        </a:rPr>
                        <a:t>OGC API Features Java server</a:t>
                      </a:r>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Server</a:t>
                      </a:r>
                    </a:p>
                  </a:txBody>
                  <a:tcPr>
                    <a:solidFill>
                      <a:schemeClr val="accent3">
                        <a:lumMod val="40000"/>
                        <a:lumOff val="60000"/>
                      </a:schemeClr>
                    </a:solidFill>
                  </a:tcPr>
                </a:tc>
                <a:tc>
                  <a:txBody>
                    <a:bodyPr/>
                    <a:lstStyle/>
                    <a:p>
                      <a:r>
                        <a:rPr lang="en-US" sz="1600" dirty="0"/>
                        <a:t>Java</a:t>
                      </a:r>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tc>
                  <a:txBody>
                    <a:bodyPr/>
                    <a:lstStyle/>
                    <a:p>
                      <a:r>
                        <a:rPr lang="en-US" sz="1600" dirty="0">
                          <a:hlinkClick r:id="rId9"/>
                        </a:rPr>
                        <a:t>Yes</a:t>
                      </a:r>
                      <a:endParaRPr lang="en-US" sz="1600" dirty="0"/>
                    </a:p>
                  </a:txBody>
                  <a:tcPr>
                    <a:solidFill>
                      <a:schemeClr val="accent3">
                        <a:lumMod val="40000"/>
                        <a:lumOff val="60000"/>
                      </a:schemeClr>
                    </a:solidFill>
                  </a:tcPr>
                </a:tc>
                <a:tc>
                  <a:txBody>
                    <a:bodyPr/>
                    <a:lstStyle/>
                    <a:p>
                      <a:r>
                        <a:rPr lang="en-US" sz="1600" dirty="0"/>
                        <a:t>Planned</a:t>
                      </a:r>
                    </a:p>
                  </a:txBody>
                  <a:tcPr>
                    <a:solidFill>
                      <a:schemeClr val="accent3">
                        <a:lumMod val="40000"/>
                        <a:lumOff val="60000"/>
                      </a:schemeClr>
                    </a:solidFill>
                  </a:tcPr>
                </a:tc>
                <a:tc>
                  <a:txBody>
                    <a:bodyPr/>
                    <a:lstStyle/>
                    <a:p>
                      <a:r>
                        <a:rPr lang="en-US" sz="1600" dirty="0"/>
                        <a:t>Not Planned</a:t>
                      </a:r>
                    </a:p>
                  </a:txBody>
                  <a:tcPr>
                    <a:solidFill>
                      <a:schemeClr val="accent3">
                        <a:lumMod val="40000"/>
                        <a:lumOff val="60000"/>
                      </a:schemeClr>
                    </a:solidFill>
                  </a:tcPr>
                </a:tc>
                <a:extLst>
                  <a:ext uri="{0D108BD9-81ED-4DB2-BD59-A6C34878D82A}">
                    <a16:rowId xmlns:a16="http://schemas.microsoft.com/office/drawing/2014/main" val="909798566"/>
                  </a:ext>
                </a:extLst>
              </a:tr>
              <a:tr h="370840">
                <a:tc>
                  <a:txBody>
                    <a:bodyPr/>
                    <a:lstStyle/>
                    <a:p>
                      <a:r>
                        <a:rPr lang="en-US" sz="1600" dirty="0"/>
                        <a:t>MERLIN (Server)</a:t>
                      </a:r>
                    </a:p>
                  </a:txBody>
                  <a:tcPr>
                    <a:solidFill>
                      <a:schemeClr val="accent3">
                        <a:lumMod val="40000"/>
                        <a:lumOff val="60000"/>
                      </a:schemeClr>
                    </a:solidFill>
                  </a:tcPr>
                </a:tc>
                <a:tc>
                  <a:txBody>
                    <a:bodyPr/>
                    <a:lstStyle/>
                    <a:p>
                      <a:r>
                        <a:rPr lang="en-US" sz="1600" dirty="0"/>
                        <a:t>MERLIN is a reference implementation of standards of interest from the National MASINT Standards Baseline</a:t>
                      </a:r>
                    </a:p>
                  </a:txBody>
                  <a:tcPr>
                    <a:solidFill>
                      <a:schemeClr val="accent3">
                        <a:lumMod val="40000"/>
                        <a:lumOff val="60000"/>
                      </a:schemeClr>
                    </a:solidFill>
                  </a:tcPr>
                </a:tc>
                <a:tc>
                  <a:txBody>
                    <a:bodyPr/>
                    <a:lstStyle/>
                    <a:p>
                      <a:r>
                        <a:rPr lang="en-US" sz="1600" dirty="0"/>
                        <a:t>No</a:t>
                      </a:r>
                    </a:p>
                  </a:txBody>
                  <a:tcPr>
                    <a:solidFill>
                      <a:schemeClr val="accent3">
                        <a:lumMod val="40000"/>
                        <a:lumOff val="60000"/>
                      </a:schemeClr>
                    </a:solidFill>
                  </a:tcPr>
                </a:tc>
                <a:tc>
                  <a:txBody>
                    <a:bodyPr/>
                    <a:lstStyle/>
                    <a:p>
                      <a:r>
                        <a:rPr lang="en-US" sz="1600" dirty="0"/>
                        <a:t>Server</a:t>
                      </a:r>
                    </a:p>
                  </a:txBody>
                  <a:tcPr>
                    <a:solidFill>
                      <a:schemeClr val="accent3">
                        <a:lumMod val="40000"/>
                        <a:lumOff val="60000"/>
                      </a:schemeClr>
                    </a:solidFill>
                  </a:tcPr>
                </a:tc>
                <a:tc>
                  <a:txBody>
                    <a:bodyPr/>
                    <a:lstStyle/>
                    <a:p>
                      <a:r>
                        <a:rPr lang="en-US" sz="1600" dirty="0"/>
                        <a:t>Java</a:t>
                      </a:r>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Planned</a:t>
                      </a:r>
                    </a:p>
                  </a:txBody>
                  <a:tcPr>
                    <a:solidFill>
                      <a:schemeClr val="accent3">
                        <a:lumMod val="40000"/>
                        <a:lumOff val="60000"/>
                      </a:schemeClr>
                    </a:solidFill>
                  </a:tcPr>
                </a:tc>
                <a:tc>
                  <a:txBody>
                    <a:bodyPr/>
                    <a:lstStyle/>
                    <a:p>
                      <a:r>
                        <a:rPr lang="en-US" sz="1600" dirty="0"/>
                        <a:t>Planned</a:t>
                      </a:r>
                    </a:p>
                  </a:txBody>
                  <a:tcPr>
                    <a:solidFill>
                      <a:schemeClr val="accent3">
                        <a:lumMod val="40000"/>
                        <a:lumOff val="60000"/>
                      </a:schemeClr>
                    </a:solidFill>
                  </a:tcPr>
                </a:tc>
                <a:extLst>
                  <a:ext uri="{0D108BD9-81ED-4DB2-BD59-A6C34878D82A}">
                    <a16:rowId xmlns:a16="http://schemas.microsoft.com/office/drawing/2014/main" val="1246404902"/>
                  </a:ext>
                </a:extLst>
              </a:tr>
              <a:tr h="370840">
                <a:tc>
                  <a:txBody>
                    <a:bodyPr/>
                    <a:lstStyle/>
                    <a:p>
                      <a:r>
                        <a:rPr lang="en-US" sz="1600" dirty="0">
                          <a:hlinkClick r:id="rId10"/>
                        </a:rPr>
                        <a:t>QGIS (Plugin)</a:t>
                      </a:r>
                      <a:endParaRPr lang="en-US" sz="1600" dirty="0"/>
                    </a:p>
                  </a:txBody>
                  <a:tcPr>
                    <a:solidFill>
                      <a:schemeClr val="accent3">
                        <a:lumMod val="40000"/>
                        <a:lumOff val="60000"/>
                      </a:schemeClr>
                    </a:solidFill>
                  </a:tcPr>
                </a:tc>
                <a:tc>
                  <a:txBody>
                    <a:bodyPr/>
                    <a:lstStyle/>
                    <a:p>
                      <a:r>
                        <a:rPr lang="en-US" sz="1600" b="0" i="0" kern="1200" dirty="0">
                          <a:solidFill>
                            <a:schemeClr val="dk1"/>
                          </a:solidFill>
                          <a:effectLst/>
                          <a:latin typeface="+mn-lt"/>
                          <a:ea typeface="+mn-ea"/>
                          <a:cs typeface="+mn-cs"/>
                        </a:rPr>
                        <a:t>QGIS is a free, open source, cross platform (lin/win/mac) geographical information system (GIS)</a:t>
                      </a:r>
                      <a:endParaRPr lang="en-US" sz="1600" dirty="0"/>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Client</a:t>
                      </a:r>
                    </a:p>
                  </a:txBody>
                  <a:tcPr>
                    <a:solidFill>
                      <a:schemeClr val="accent3">
                        <a:lumMod val="40000"/>
                        <a:lumOff val="60000"/>
                      </a:schemeClr>
                    </a:solidFill>
                  </a:tcPr>
                </a:tc>
                <a:tc>
                  <a:txBody>
                    <a:bodyPr/>
                    <a:lstStyle/>
                    <a:p>
                      <a:r>
                        <a:rPr lang="en-US" sz="1600" dirty="0"/>
                        <a:t>C++, Python</a:t>
                      </a:r>
                    </a:p>
                  </a:txBody>
                  <a:tcP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Yes</a:t>
                      </a:r>
                    </a:p>
                    <a:p>
                      <a:endParaRPr lang="en-US" sz="1600" dirty="0"/>
                    </a:p>
                  </a:txBody>
                  <a:tcPr>
                    <a:solidFill>
                      <a:schemeClr val="accent3">
                        <a:lumMod val="40000"/>
                        <a:lumOff val="60000"/>
                      </a:schemeClr>
                    </a:solidFill>
                  </a:tcPr>
                </a:tc>
                <a:tc>
                  <a:txBody>
                    <a:bodyPr/>
                    <a:lstStyle/>
                    <a:p>
                      <a:r>
                        <a:rPr lang="en-US" sz="1600" dirty="0">
                          <a:hlinkClick r:id="rId10"/>
                        </a:rPr>
                        <a:t>Yes</a:t>
                      </a:r>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extLst>
                  <a:ext uri="{0D108BD9-81ED-4DB2-BD59-A6C34878D82A}">
                    <a16:rowId xmlns:a16="http://schemas.microsoft.com/office/drawing/2014/main" val="3659943876"/>
                  </a:ext>
                </a:extLst>
              </a:tr>
              <a:tr h="370840">
                <a:tc>
                  <a:txBody>
                    <a:bodyPr/>
                    <a:lstStyle/>
                    <a:p>
                      <a:r>
                        <a:rPr lang="en-US" sz="1600" dirty="0">
                          <a:hlinkClick r:id="rId11"/>
                        </a:rPr>
                        <a:t>OWSLib</a:t>
                      </a:r>
                      <a:endParaRPr lang="en-US" sz="1600" dirty="0"/>
                    </a:p>
                  </a:txBody>
                  <a:tcPr>
                    <a:solidFill>
                      <a:schemeClr val="accent3">
                        <a:lumMod val="40000"/>
                        <a:lumOff val="60000"/>
                      </a:schemeClr>
                    </a:solidFill>
                  </a:tcPr>
                </a:tc>
                <a:tc>
                  <a:txBody>
                    <a:bodyPr/>
                    <a:lstStyle/>
                    <a:p>
                      <a:r>
                        <a:rPr lang="en-US" sz="1600" b="0" i="0" kern="1200" dirty="0">
                          <a:solidFill>
                            <a:schemeClr val="dk1"/>
                          </a:solidFill>
                          <a:effectLst/>
                          <a:latin typeface="+mn-lt"/>
                          <a:ea typeface="+mn-ea"/>
                          <a:cs typeface="+mn-cs"/>
                        </a:rPr>
                        <a:t>OWSLib is a Python package for client programming with Open Geospatial Consortium (OGC) web service (hence OWS) interface standards, and their related content models.</a:t>
                      </a:r>
                      <a:endParaRPr lang="en-US" sz="1600" dirty="0"/>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Client</a:t>
                      </a:r>
                    </a:p>
                  </a:txBody>
                  <a:tcPr>
                    <a:solidFill>
                      <a:schemeClr val="accent3">
                        <a:lumMod val="40000"/>
                        <a:lumOff val="60000"/>
                      </a:schemeClr>
                    </a:solidFill>
                  </a:tcPr>
                </a:tc>
                <a:tc>
                  <a:txBody>
                    <a:bodyPr/>
                    <a:lstStyle/>
                    <a:p>
                      <a:r>
                        <a:rPr lang="en-US" sz="1600" dirty="0"/>
                        <a:t>Python</a:t>
                      </a:r>
                    </a:p>
                  </a:txBody>
                  <a:tcP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Yes</a:t>
                      </a:r>
                    </a:p>
                  </a:txBody>
                  <a:tcPr>
                    <a:solidFill>
                      <a:schemeClr val="accent3">
                        <a:lumMod val="40000"/>
                        <a:lumOff val="60000"/>
                      </a:schemeClr>
                    </a:solidFill>
                  </a:tcPr>
                </a:tc>
                <a:tc>
                  <a:txBody>
                    <a:bodyPr/>
                    <a:lstStyle/>
                    <a:p>
                      <a:r>
                        <a:rPr lang="en-US" sz="1600" dirty="0">
                          <a:hlinkClick r:id="rId12"/>
                        </a:rPr>
                        <a:t>Yes</a:t>
                      </a:r>
                      <a:endParaRPr lang="en-US" sz="1600" dirty="0"/>
                    </a:p>
                  </a:txBody>
                  <a:tcPr>
                    <a:solidFill>
                      <a:schemeClr val="accent3">
                        <a:lumMod val="40000"/>
                        <a:lumOff val="60000"/>
                      </a:schemeClr>
                    </a:solidFill>
                  </a:tcPr>
                </a:tc>
                <a:tc>
                  <a:txBody>
                    <a:bodyPr/>
                    <a:lstStyle/>
                    <a:p>
                      <a:endParaRPr lang="en-US" sz="160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extLst>
                  <a:ext uri="{0D108BD9-81ED-4DB2-BD59-A6C34878D82A}">
                    <a16:rowId xmlns:a16="http://schemas.microsoft.com/office/drawing/2014/main" val="2533739807"/>
                  </a:ext>
                </a:extLst>
              </a:tr>
              <a:tr h="370840">
                <a:tc>
                  <a:txBody>
                    <a:bodyPr/>
                    <a:lstStyle/>
                    <a:p>
                      <a:r>
                        <a:rPr lang="en-US" sz="1600" dirty="0">
                          <a:hlinkClick r:id="rId13"/>
                        </a:rPr>
                        <a:t>Camp to Camp</a:t>
                      </a:r>
                      <a:endParaRPr lang="en-US" sz="1600" dirty="0"/>
                    </a:p>
                  </a:txBody>
                  <a:tcPr>
                    <a:solidFill>
                      <a:schemeClr val="accent3">
                        <a:lumMod val="40000"/>
                        <a:lumOff val="60000"/>
                      </a:schemeClr>
                    </a:solidFill>
                  </a:tcPr>
                </a:tc>
                <a:tc>
                  <a:txBody>
                    <a:bodyPr/>
                    <a:lstStyle/>
                    <a:p>
                      <a:r>
                        <a:rPr lang="en-US" sz="1600" b="0" i="0" kern="1200" dirty="0">
                          <a:solidFill>
                            <a:schemeClr val="dk1"/>
                          </a:solidFill>
                          <a:effectLst/>
                          <a:latin typeface="+mn-lt"/>
                          <a:ea typeface="+mn-ea"/>
                          <a:cs typeface="+mn-cs"/>
                        </a:rPr>
                        <a:t>A TypeScript library for interacting with geospatial services</a:t>
                      </a:r>
                      <a:endParaRPr lang="en-US" sz="1600" dirty="0"/>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Client</a:t>
                      </a:r>
                    </a:p>
                  </a:txBody>
                  <a:tcPr>
                    <a:solidFill>
                      <a:schemeClr val="accent3">
                        <a:lumMod val="40000"/>
                        <a:lumOff val="60000"/>
                      </a:schemeClr>
                    </a:solidFill>
                  </a:tcPr>
                </a:tc>
                <a:tc>
                  <a:txBody>
                    <a:bodyPr/>
                    <a:lstStyle/>
                    <a:p>
                      <a:r>
                        <a:rPr lang="en-US" sz="1600" dirty="0"/>
                        <a:t>TypeScript</a:t>
                      </a:r>
                    </a:p>
                  </a:txBody>
                  <a:tcP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Yes</a:t>
                      </a:r>
                    </a:p>
                  </a:txBody>
                  <a:tcPr>
                    <a:solidFill>
                      <a:schemeClr val="accent3">
                        <a:lumMod val="40000"/>
                        <a:lumOff val="60000"/>
                      </a:schemeClr>
                    </a:solidFill>
                  </a:tcPr>
                </a:tc>
                <a:tc>
                  <a:txBody>
                    <a:bodyPr/>
                    <a:lstStyle/>
                    <a:p>
                      <a:r>
                        <a:rPr lang="en-US" sz="1600" dirty="0">
                          <a:hlinkClick r:id="rId14"/>
                        </a:rPr>
                        <a:t>Yes</a:t>
                      </a:r>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tc>
                  <a:txBody>
                    <a:bodyPr/>
                    <a:lstStyle/>
                    <a:p>
                      <a:endParaRPr lang="en-US" sz="1600" dirty="0"/>
                    </a:p>
                  </a:txBody>
                  <a:tcPr>
                    <a:solidFill>
                      <a:schemeClr val="accent3">
                        <a:lumMod val="40000"/>
                        <a:lumOff val="60000"/>
                      </a:schemeClr>
                    </a:solidFill>
                  </a:tcPr>
                </a:tc>
                <a:extLst>
                  <a:ext uri="{0D108BD9-81ED-4DB2-BD59-A6C34878D82A}">
                    <a16:rowId xmlns:a16="http://schemas.microsoft.com/office/drawing/2014/main" val="3891711522"/>
                  </a:ext>
                </a:extLst>
              </a:tr>
              <a:tr h="370840">
                <a:tc>
                  <a:txBody>
                    <a:bodyPr/>
                    <a:lstStyle/>
                    <a:p>
                      <a:r>
                        <a:rPr lang="en-US" sz="1600" dirty="0"/>
                        <a:t>MERLIN (Client)</a:t>
                      </a:r>
                    </a:p>
                  </a:txBody>
                  <a:tcP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MERLIN is a reference implementation of standards of interest from the National MASINT Standards Baseline</a:t>
                      </a:r>
                    </a:p>
                  </a:txBody>
                  <a:tcPr>
                    <a:solidFill>
                      <a:schemeClr val="accent3">
                        <a:lumMod val="40000"/>
                        <a:lumOff val="60000"/>
                      </a:schemeClr>
                    </a:solidFill>
                  </a:tcPr>
                </a:tc>
                <a:tc>
                  <a:txBody>
                    <a:bodyPr/>
                    <a:lstStyle/>
                    <a:p>
                      <a:r>
                        <a:rPr lang="en-US" sz="1600" dirty="0"/>
                        <a:t>No</a:t>
                      </a:r>
                    </a:p>
                  </a:txBody>
                  <a:tcPr>
                    <a:solidFill>
                      <a:schemeClr val="accent3">
                        <a:lumMod val="40000"/>
                        <a:lumOff val="60000"/>
                      </a:schemeClr>
                    </a:solidFill>
                  </a:tcPr>
                </a:tc>
                <a:tc>
                  <a:txBody>
                    <a:bodyPr/>
                    <a:lstStyle/>
                    <a:p>
                      <a:r>
                        <a:rPr lang="en-US" sz="1600" dirty="0"/>
                        <a:t>Client</a:t>
                      </a:r>
                    </a:p>
                  </a:txBody>
                  <a:tcPr>
                    <a:solidFill>
                      <a:schemeClr val="accent3">
                        <a:lumMod val="40000"/>
                        <a:lumOff val="60000"/>
                      </a:schemeClr>
                    </a:solidFill>
                  </a:tcPr>
                </a:tc>
                <a:tc>
                  <a:txBody>
                    <a:bodyPr/>
                    <a:lstStyle/>
                    <a:p>
                      <a:r>
                        <a:rPr lang="en-US" sz="1600" dirty="0"/>
                        <a:t>TypeScript</a:t>
                      </a:r>
                    </a:p>
                  </a:txBody>
                  <a:tcP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Yes</a:t>
                      </a:r>
                    </a:p>
                    <a:p>
                      <a:endParaRPr lang="en-US" sz="1600" dirty="0"/>
                    </a:p>
                  </a:txBody>
                  <a:tcPr>
                    <a:solidFill>
                      <a:schemeClr val="accent3">
                        <a:lumMod val="40000"/>
                        <a:lumOff val="60000"/>
                      </a:schemeClr>
                    </a:solidFill>
                  </a:tcPr>
                </a:tc>
                <a:tc>
                  <a:txBody>
                    <a:bodyPr/>
                    <a:lstStyle/>
                    <a:p>
                      <a:r>
                        <a:rPr lang="en-US" sz="1600" dirty="0"/>
                        <a:t>Yes</a:t>
                      </a:r>
                    </a:p>
                  </a:txBody>
                  <a:tcPr>
                    <a:solidFill>
                      <a:schemeClr val="accent3">
                        <a:lumMod val="40000"/>
                        <a:lumOff val="60000"/>
                      </a:schemeClr>
                    </a:solidFill>
                  </a:tcPr>
                </a:tc>
                <a:tc>
                  <a:txBody>
                    <a:bodyPr/>
                    <a:lstStyle/>
                    <a:p>
                      <a:r>
                        <a:rPr lang="en-US" sz="1600" dirty="0"/>
                        <a:t>Planned</a:t>
                      </a:r>
                    </a:p>
                  </a:txBody>
                  <a:tcPr>
                    <a:solidFill>
                      <a:schemeClr val="accent3">
                        <a:lumMod val="40000"/>
                        <a:lumOff val="60000"/>
                      </a:schemeClr>
                    </a:solidFill>
                  </a:tcPr>
                </a:tc>
                <a:tc>
                  <a:txBody>
                    <a:bodyPr/>
                    <a:lstStyle/>
                    <a:p>
                      <a:r>
                        <a:rPr lang="en-US" sz="1600" dirty="0"/>
                        <a:t>Planned</a:t>
                      </a:r>
                    </a:p>
                  </a:txBody>
                  <a:tcPr>
                    <a:solidFill>
                      <a:schemeClr val="accent3">
                        <a:lumMod val="40000"/>
                        <a:lumOff val="60000"/>
                      </a:schemeClr>
                    </a:solidFill>
                  </a:tcPr>
                </a:tc>
                <a:extLst>
                  <a:ext uri="{0D108BD9-81ED-4DB2-BD59-A6C34878D82A}">
                    <a16:rowId xmlns:a16="http://schemas.microsoft.com/office/drawing/2014/main" val="1533229118"/>
                  </a:ext>
                </a:extLst>
              </a:tr>
            </a:tbl>
          </a:graphicData>
        </a:graphic>
      </p:graphicFrame>
      <p:sp>
        <p:nvSpPr>
          <p:cNvPr id="7" name="Text Placeholder 3">
            <a:extLst>
              <a:ext uri="{FF2B5EF4-FFF2-40B4-BE49-F238E27FC236}">
                <a16:creationId xmlns:a16="http://schemas.microsoft.com/office/drawing/2014/main" id="{ED73940B-F26C-4ECF-41B9-A1E64E2237BB}"/>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269728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725EA-6CD9-9C73-EEA5-E45D08EE9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00FF3-A56B-235A-7BCD-395C266B128B}"/>
              </a:ext>
            </a:extLst>
          </p:cNvPr>
          <p:cNvSpPr>
            <a:spLocks noGrp="1"/>
          </p:cNvSpPr>
          <p:nvPr>
            <p:ph type="title"/>
          </p:nvPr>
        </p:nvSpPr>
        <p:spPr/>
        <p:txBody>
          <a:bodyPr/>
          <a:lstStyle/>
          <a:p>
            <a:r>
              <a:rPr lang="en-US" dirty="0"/>
              <a:t>OS4CSAPI GitHub Project Board</a:t>
            </a:r>
          </a:p>
        </p:txBody>
      </p:sp>
      <p:grpSp>
        <p:nvGrpSpPr>
          <p:cNvPr id="4" name="Group 3">
            <a:extLst>
              <a:ext uri="{FF2B5EF4-FFF2-40B4-BE49-F238E27FC236}">
                <a16:creationId xmlns:a16="http://schemas.microsoft.com/office/drawing/2014/main" id="{933AFA5F-267B-887C-67FA-BE7573BA8049}"/>
              </a:ext>
            </a:extLst>
          </p:cNvPr>
          <p:cNvGrpSpPr/>
          <p:nvPr/>
        </p:nvGrpSpPr>
        <p:grpSpPr>
          <a:xfrm>
            <a:off x="920071" y="1561070"/>
            <a:ext cx="16447857" cy="7925830"/>
            <a:chOff x="1096362" y="1638300"/>
            <a:chExt cx="16447857" cy="7925830"/>
          </a:xfrm>
        </p:grpSpPr>
        <p:pic>
          <p:nvPicPr>
            <p:cNvPr id="1026" name="Picture 2">
              <a:extLst>
                <a:ext uri="{FF2B5EF4-FFF2-40B4-BE49-F238E27FC236}">
                  <a16:creationId xmlns:a16="http://schemas.microsoft.com/office/drawing/2014/main" id="{940A4695-6A73-2EEC-37AE-F65607E4FF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5640" y="1638300"/>
              <a:ext cx="10567773" cy="7925830"/>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19B7522-E1CB-5370-E6D2-54D1821F931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14603413" y="1638300"/>
              <a:ext cx="2940806" cy="7925829"/>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EADF16D-2A4A-2BB1-1137-6D170A7A6A0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a:fillRect/>
            </a:stretch>
          </p:blipFill>
          <p:spPr bwMode="auto">
            <a:xfrm>
              <a:off x="1096362" y="1641389"/>
              <a:ext cx="2939277" cy="7921711"/>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grpSp>
      <p:sp>
        <p:nvSpPr>
          <p:cNvPr id="7" name="Text Placeholder 3">
            <a:extLst>
              <a:ext uri="{FF2B5EF4-FFF2-40B4-BE49-F238E27FC236}">
                <a16:creationId xmlns:a16="http://schemas.microsoft.com/office/drawing/2014/main" id="{253FD73D-CF1B-2554-6374-A6CC97367454}"/>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203751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8476-64B5-04E0-D0F6-34CAEAB3D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94516-6D36-0EA1-4E36-3B9417521BA2}"/>
              </a:ext>
            </a:extLst>
          </p:cNvPr>
          <p:cNvSpPr>
            <a:spLocks noGrp="1"/>
          </p:cNvSpPr>
          <p:nvPr>
            <p:ph type="title"/>
          </p:nvPr>
        </p:nvSpPr>
        <p:spPr/>
        <p:txBody>
          <a:bodyPr/>
          <a:lstStyle/>
          <a:p>
            <a:r>
              <a:rPr lang="en-US" sz="4800" dirty="0"/>
              <a:t> OS4CSAPI Initiative – 52 North CSAPI PyGeoAPI</a:t>
            </a:r>
          </a:p>
        </p:txBody>
      </p:sp>
      <p:cxnSp>
        <p:nvCxnSpPr>
          <p:cNvPr id="5" name="Straight Connector 4">
            <a:extLst>
              <a:ext uri="{FF2B5EF4-FFF2-40B4-BE49-F238E27FC236}">
                <a16:creationId xmlns:a16="http://schemas.microsoft.com/office/drawing/2014/main" id="{E1D327B6-C800-98FC-EB7F-C0F948F5D1D1}"/>
              </a:ext>
            </a:extLst>
          </p:cNvPr>
          <p:cNvCxnSpPr>
            <a:cxnSpLocks/>
          </p:cNvCxnSpPr>
          <p:nvPr/>
        </p:nvCxnSpPr>
        <p:spPr>
          <a:xfrm>
            <a:off x="0" y="7148048"/>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67B1A3-F3EE-BEF2-02DA-DBF38C408859}"/>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554297F-D423-89AA-386D-DB31482A92CF}"/>
              </a:ext>
            </a:extLst>
          </p:cNvPr>
          <p:cNvSpPr txBox="1"/>
          <p:nvPr/>
        </p:nvSpPr>
        <p:spPr>
          <a:xfrm>
            <a:off x="228600" y="1577131"/>
            <a:ext cx="8877300" cy="4524315"/>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POCs - </a:t>
            </a:r>
            <a:r>
              <a:rPr lang="fi-FI" sz="2400" dirty="0"/>
              <a:t>[Organizational] Simon Jirka (</a:t>
            </a:r>
            <a:r>
              <a:rPr lang="fi-FI" sz="2400" dirty="0">
                <a:hlinkClick r:id="rId2"/>
              </a:rPr>
              <a:t>jirka@52North.org</a:t>
            </a:r>
            <a:r>
              <a:rPr lang="fi-FI" sz="2400" dirty="0"/>
              <a:t>), </a:t>
            </a:r>
            <a:r>
              <a:rPr lang="nl-NL" sz="2400" dirty="0"/>
              <a:t>[Technical] Jan Speckamp (</a:t>
            </a:r>
            <a:r>
              <a:rPr lang="nl-NL" sz="2400" dirty="0">
                <a:hlinkClick r:id="rId3"/>
              </a:rPr>
              <a:t>j.speckamp@52North.org</a:t>
            </a:r>
            <a:r>
              <a:rPr lang="nl-NL" sz="2400" dirty="0"/>
              <a:t>), [Technical] Christian Autermann (</a:t>
            </a:r>
            <a:r>
              <a:rPr lang="nl-NL" sz="2400" dirty="0">
                <a:hlinkClick r:id="rId4"/>
              </a:rPr>
              <a:t>c.autermann@52North.org</a:t>
            </a:r>
            <a:r>
              <a:rPr lang="nl-NL" sz="2400" dirty="0"/>
              <a:t>)</a:t>
            </a:r>
            <a:endParaRPr lang="en-US" sz="2400" b="1" dirty="0">
              <a:solidFill>
                <a:srgbClr val="FF0000"/>
              </a:solidFill>
            </a:endParaRPr>
          </a:p>
          <a:p>
            <a:pPr marL="342900" indent="-342900">
              <a:buFont typeface="Arial" panose="020B0604020202020204" pitchFamily="34" charset="0"/>
              <a:buChar char="•"/>
            </a:pPr>
            <a:r>
              <a:rPr lang="en-US" sz="2400" dirty="0"/>
              <a:t>52°North is developing a Server Implementation of the OGC CSAPI Standard in python. Core feature is the seamless integration with the pygeoapi Project, allowing for co-hosting CSAPI with other OGC API Family standards. Currently the project is in alpha-phase, the first production-ready release is planned for Q2 2026.</a:t>
            </a:r>
          </a:p>
          <a:p>
            <a:pPr marL="342900" indent="-342900">
              <a:buFont typeface="Arial" panose="020B0604020202020204" pitchFamily="34" charset="0"/>
              <a:buChar char="•"/>
            </a:pPr>
            <a:r>
              <a:rPr lang="en-US" sz="2400" dirty="0">
                <a:hlinkClick r:id="rId5"/>
              </a:rPr>
              <a:t>https://github.com/52North/connected-systems-pygeoapi</a:t>
            </a:r>
            <a:endParaRPr lang="en-US" sz="2400" dirty="0"/>
          </a:p>
          <a:p>
            <a:pPr marL="342900" indent="-342900">
              <a:buFont typeface="Arial" panose="020B0604020202020204" pitchFamily="34" charset="0"/>
              <a:buChar char="•"/>
            </a:pPr>
            <a:r>
              <a:rPr lang="en-US" sz="2400" dirty="0"/>
              <a:t>Sprint Goal – contribute to the addition of an OGC CSAPI v1.0 implementation to this project</a:t>
            </a:r>
          </a:p>
        </p:txBody>
      </p:sp>
      <p:sp>
        <p:nvSpPr>
          <p:cNvPr id="8" name="TextBox 7">
            <a:extLst>
              <a:ext uri="{FF2B5EF4-FFF2-40B4-BE49-F238E27FC236}">
                <a16:creationId xmlns:a16="http://schemas.microsoft.com/office/drawing/2014/main" id="{57AF92A4-B9E9-CBB7-125E-0778091248D0}"/>
              </a:ext>
            </a:extLst>
          </p:cNvPr>
          <p:cNvSpPr txBox="1"/>
          <p:nvPr/>
        </p:nvSpPr>
        <p:spPr>
          <a:xfrm>
            <a:off x="247650" y="7166908"/>
            <a:ext cx="8858250" cy="1938992"/>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Project Engaged and Responded</a:t>
            </a:r>
          </a:p>
          <a:p>
            <a:pPr marL="342900" indent="-342900">
              <a:buFont typeface="Arial" panose="020B0604020202020204" pitchFamily="34" charset="0"/>
              <a:buChar char="•"/>
            </a:pPr>
            <a:r>
              <a:rPr lang="en-US" sz="2400" dirty="0">
                <a:hlinkClick r:id="rId6"/>
              </a:rPr>
              <a:t>https://github.com/52North/connected-systems-pygeoapi/issues/8</a:t>
            </a:r>
            <a:endParaRPr lang="en-US" sz="2400" dirty="0"/>
          </a:p>
          <a:p>
            <a:pPr marL="342900" indent="-342900">
              <a:buFont typeface="Arial" panose="020B0604020202020204" pitchFamily="34" charset="0"/>
              <a:buChar char="•"/>
            </a:pPr>
            <a:r>
              <a:rPr lang="en-US" sz="2400" dirty="0"/>
              <a:t>Project Maintainer provided metadata and additional support</a:t>
            </a:r>
          </a:p>
          <a:p>
            <a:pPr marL="342900" indent="-342900">
              <a:buFont typeface="Arial" panose="020B0604020202020204" pitchFamily="34" charset="0"/>
              <a:buChar char="•"/>
            </a:pPr>
            <a:r>
              <a:rPr lang="en-US" sz="2400" dirty="0"/>
              <a:t>Project Maintainer drafted initial, high-level goals and work plan</a:t>
            </a:r>
          </a:p>
        </p:txBody>
      </p:sp>
      <p:sp>
        <p:nvSpPr>
          <p:cNvPr id="9" name="TextBox 8">
            <a:extLst>
              <a:ext uri="{FF2B5EF4-FFF2-40B4-BE49-F238E27FC236}">
                <a16:creationId xmlns:a16="http://schemas.microsoft.com/office/drawing/2014/main" id="{CD0A0AEC-DE5E-B92D-5F1E-8956531A6FAA}"/>
              </a:ext>
            </a:extLst>
          </p:cNvPr>
          <p:cNvSpPr txBox="1"/>
          <p:nvPr/>
        </p:nvSpPr>
        <p:spPr>
          <a:xfrm>
            <a:off x="9170988" y="1577131"/>
            <a:ext cx="9117012" cy="5909310"/>
          </a:xfrm>
          <a:prstGeom prst="rect">
            <a:avLst/>
          </a:prstGeom>
          <a:noFill/>
        </p:spPr>
        <p:txBody>
          <a:bodyPr wrap="square" rtlCol="0">
            <a:spAutoFit/>
          </a:bodyPr>
          <a:lstStyle/>
          <a:p>
            <a:r>
              <a:rPr lang="en-US" b="1" dirty="0"/>
              <a:t>Work Plan:</a:t>
            </a:r>
          </a:p>
          <a:p>
            <a:pPr marL="342900" indent="-342900">
              <a:buFont typeface="Arial" panose="020B0604020202020204" pitchFamily="34" charset="0"/>
              <a:buChar char="•"/>
            </a:pPr>
            <a:r>
              <a:rPr lang="en-US" b="1" dirty="0"/>
              <a:t>Identify which Sprint Idea is worked on during the sprint</a:t>
            </a:r>
          </a:p>
          <a:p>
            <a:pPr marL="342900" indent="-342900">
              <a:buFont typeface="Arial" panose="020B0604020202020204" pitchFamily="34" charset="0"/>
              <a:buChar char="•"/>
            </a:pPr>
            <a:r>
              <a:rPr lang="en-US" b="1" dirty="0" err="1"/>
              <a:t>Develop+Publish</a:t>
            </a:r>
            <a:r>
              <a:rPr lang="en-US" b="1" dirty="0"/>
              <a:t> (Long-Term) Roadmap</a:t>
            </a:r>
          </a:p>
          <a:p>
            <a:pPr marL="342900" indent="-342900">
              <a:buFont typeface="Arial" panose="020B0604020202020204" pitchFamily="34" charset="0"/>
              <a:buChar char="•"/>
            </a:pPr>
            <a:r>
              <a:rPr lang="en-US" b="1" dirty="0"/>
              <a:t>Add non-technical documentation</a:t>
            </a:r>
          </a:p>
          <a:p>
            <a:pPr marL="342900" indent="-342900">
              <a:buFont typeface="Arial" panose="020B0604020202020204" pitchFamily="34" charset="0"/>
              <a:buChar char="•"/>
            </a:pPr>
            <a:r>
              <a:rPr lang="en-US" b="1" dirty="0"/>
              <a:t>Showcase how to use the standard to store data from client-view</a:t>
            </a:r>
          </a:p>
          <a:p>
            <a:pPr marL="342900" indent="-342900">
              <a:buFont typeface="Arial" panose="020B0604020202020204" pitchFamily="34" charset="0"/>
              <a:buChar char="•"/>
            </a:pPr>
            <a:r>
              <a:rPr lang="en-US" b="1" dirty="0"/>
              <a:t>Sprint Ideas:</a:t>
            </a:r>
          </a:p>
          <a:p>
            <a:pPr marL="800100" lvl="1" indent="-342900">
              <a:buFont typeface="Arial" panose="020B0604020202020204" pitchFamily="34" charset="0"/>
              <a:buChar char="•"/>
            </a:pPr>
            <a:r>
              <a:rPr lang="en-US" b="1" dirty="0"/>
              <a:t>Test Specification Conformance</a:t>
            </a:r>
          </a:p>
          <a:p>
            <a:pPr marL="1257300" lvl="2" indent="-342900">
              <a:buFont typeface="Arial" panose="020B0604020202020204" pitchFamily="34" charset="0"/>
              <a:buChar char="•"/>
            </a:pPr>
            <a:r>
              <a:rPr lang="en-US" b="1" dirty="0"/>
              <a:t>Develop suite of integration-data for Part 1 and 2</a:t>
            </a:r>
          </a:p>
          <a:p>
            <a:pPr marL="1257300" lvl="2" indent="-342900">
              <a:buFont typeface="Arial" panose="020B0604020202020204" pitchFamily="34" charset="0"/>
              <a:buChar char="•"/>
            </a:pPr>
            <a:r>
              <a:rPr lang="en-US" b="1" dirty="0"/>
              <a:t>Structure test data in a way to be reusable by official ETS</a:t>
            </a:r>
          </a:p>
          <a:p>
            <a:pPr marL="800100" lvl="1" indent="-342900">
              <a:buFont typeface="Arial" panose="020B0604020202020204" pitchFamily="34" charset="0"/>
              <a:buChar char="•"/>
            </a:pPr>
            <a:r>
              <a:rPr lang="en-US" b="1" dirty="0"/>
              <a:t>Implement Integration with Generic Features Clients (QGIS + OWSLib)</a:t>
            </a:r>
          </a:p>
          <a:p>
            <a:pPr marL="1257300" lvl="2" indent="-342900">
              <a:buFont typeface="Arial" panose="020B0604020202020204" pitchFamily="34" charset="0"/>
              <a:buChar char="•"/>
            </a:pPr>
            <a:r>
              <a:rPr lang="en-US" b="1" dirty="0"/>
              <a:t>Currently not working out-of-the-box</a:t>
            </a:r>
          </a:p>
          <a:p>
            <a:pPr marL="1257300" lvl="2" indent="-342900">
              <a:buFont typeface="Arial" panose="020B0604020202020204" pitchFamily="34" charset="0"/>
              <a:buChar char="•"/>
            </a:pPr>
            <a:r>
              <a:rPr lang="en-US" b="1" dirty="0"/>
              <a:t>Document Best-Practice for Backend Developers</a:t>
            </a:r>
          </a:p>
          <a:p>
            <a:pPr marL="800100" lvl="1" indent="-342900">
              <a:buFont typeface="Arial" panose="020B0604020202020204" pitchFamily="34" charset="0"/>
              <a:buChar char="•"/>
            </a:pPr>
            <a:r>
              <a:rPr lang="en-US" b="1" dirty="0"/>
              <a:t>Demonstrator for integration with pygeoapi</a:t>
            </a:r>
          </a:p>
          <a:p>
            <a:pPr marL="1257300" lvl="2" indent="-342900">
              <a:buFont typeface="Arial" panose="020B0604020202020204" pitchFamily="34" charset="0"/>
              <a:buChar char="•"/>
            </a:pPr>
            <a:r>
              <a:rPr lang="en-US" b="1" dirty="0"/>
              <a:t>"pygeoapi" is part of the Repo name, but no documentation on the actual integration</a:t>
            </a:r>
          </a:p>
          <a:p>
            <a:pPr marL="1257300" lvl="2" indent="-342900">
              <a:buFont typeface="Arial" panose="020B0604020202020204" pitchFamily="34" charset="0"/>
              <a:buChar char="•"/>
            </a:pPr>
            <a:r>
              <a:rPr lang="en-US" b="1" dirty="0"/>
              <a:t>Setup Demo highlighting cohosting of CSAPI data with other OGC API Family Specifications</a:t>
            </a:r>
          </a:p>
          <a:p>
            <a:pPr marL="800100" lvl="1" indent="-342900">
              <a:buFont typeface="Arial" panose="020B0604020202020204" pitchFamily="34" charset="0"/>
              <a:buChar char="•"/>
            </a:pPr>
            <a:r>
              <a:rPr lang="en-US" b="1" dirty="0"/>
              <a:t>Prototype CSAPI Part 3: Pub/Sub</a:t>
            </a:r>
          </a:p>
          <a:p>
            <a:pPr marL="1257300" lvl="2" indent="-342900">
              <a:buFont typeface="Arial" panose="020B0604020202020204" pitchFamily="34" charset="0"/>
              <a:buChar char="•"/>
            </a:pPr>
            <a:r>
              <a:rPr lang="en-US" b="1" dirty="0"/>
              <a:t>Create base for easily testing out ideas during specification development</a:t>
            </a:r>
          </a:p>
          <a:p>
            <a:pPr marL="1257300" lvl="2" indent="-342900">
              <a:buFont typeface="Arial" panose="020B0604020202020204" pitchFamily="34" charset="0"/>
              <a:buChar char="•"/>
            </a:pPr>
            <a:r>
              <a:rPr lang="en-US" b="1" dirty="0"/>
              <a:t>Learning from Part 1 and 2</a:t>
            </a:r>
          </a:p>
          <a:p>
            <a:pPr marL="1257300" lvl="2" indent="-342900">
              <a:buFont typeface="Arial" panose="020B0604020202020204" pitchFamily="34" charset="0"/>
              <a:buChar char="•"/>
            </a:pPr>
            <a:endParaRPr lang="en-US" b="1" dirty="0"/>
          </a:p>
        </p:txBody>
      </p:sp>
      <p:sp>
        <p:nvSpPr>
          <p:cNvPr id="10" name="TextBox 9">
            <a:extLst>
              <a:ext uri="{FF2B5EF4-FFF2-40B4-BE49-F238E27FC236}">
                <a16:creationId xmlns:a16="http://schemas.microsoft.com/office/drawing/2014/main" id="{21CD6758-FBAF-4938-CF65-EA8344D50642}"/>
              </a:ext>
            </a:extLst>
          </p:cNvPr>
          <p:cNvSpPr txBox="1"/>
          <p:nvPr/>
        </p:nvSpPr>
        <p:spPr>
          <a:xfrm>
            <a:off x="9170988" y="7166908"/>
            <a:ext cx="6464300" cy="1200329"/>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t>Support from 52°North limited by restricted resources</a:t>
            </a:r>
          </a:p>
        </p:txBody>
      </p:sp>
      <p:pic>
        <p:nvPicPr>
          <p:cNvPr id="12" name="Picture 11">
            <a:extLst>
              <a:ext uri="{FF2B5EF4-FFF2-40B4-BE49-F238E27FC236}">
                <a16:creationId xmlns:a16="http://schemas.microsoft.com/office/drawing/2014/main" id="{5F0EB348-1937-3B76-7879-8139A92B49DC}"/>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15700376" y="7562642"/>
            <a:ext cx="2359024" cy="2404216"/>
          </a:xfrm>
          <a:prstGeom prst="rect">
            <a:avLst/>
          </a:prstGeom>
        </p:spPr>
      </p:pic>
      <p:sp>
        <p:nvSpPr>
          <p:cNvPr id="13" name="Text Placeholder 3">
            <a:extLst>
              <a:ext uri="{FF2B5EF4-FFF2-40B4-BE49-F238E27FC236}">
                <a16:creationId xmlns:a16="http://schemas.microsoft.com/office/drawing/2014/main" id="{EA3A8DFE-2BC6-71E2-FACB-F98186EBF5E0}"/>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248560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D529C-BE67-8C00-54A4-CABF2823B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1F66F-FEF5-2CC1-03AA-02DC7785E541}"/>
              </a:ext>
            </a:extLst>
          </p:cNvPr>
          <p:cNvSpPr>
            <a:spLocks noGrp="1"/>
          </p:cNvSpPr>
          <p:nvPr>
            <p:ph type="title"/>
          </p:nvPr>
        </p:nvSpPr>
        <p:spPr/>
        <p:txBody>
          <a:bodyPr/>
          <a:lstStyle/>
          <a:p>
            <a:r>
              <a:rPr lang="en-US" dirty="0"/>
              <a:t> OS4CSAPI Initiative – Camp to Camp</a:t>
            </a:r>
          </a:p>
        </p:txBody>
      </p:sp>
      <p:cxnSp>
        <p:nvCxnSpPr>
          <p:cNvPr id="5" name="Straight Connector 4">
            <a:extLst>
              <a:ext uri="{FF2B5EF4-FFF2-40B4-BE49-F238E27FC236}">
                <a16:creationId xmlns:a16="http://schemas.microsoft.com/office/drawing/2014/main" id="{741EAFD5-B699-A3AA-2633-090446B05A6F}"/>
              </a:ext>
            </a:extLst>
          </p:cNvPr>
          <p:cNvCxnSpPr>
            <a:cxnSpLocks/>
          </p:cNvCxnSpPr>
          <p:nvPr/>
        </p:nvCxnSpPr>
        <p:spPr>
          <a:xfrm>
            <a:off x="0" y="5383780"/>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65306C6-4B2C-1245-7C0C-083F0E922FA7}"/>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CC0DBF9-7B6C-6E8B-64E8-25AF6AF6567E}"/>
              </a:ext>
            </a:extLst>
          </p:cNvPr>
          <p:cNvSpPr txBox="1"/>
          <p:nvPr/>
        </p:nvSpPr>
        <p:spPr>
          <a:xfrm>
            <a:off x="228600" y="1577131"/>
            <a:ext cx="8877300" cy="3785652"/>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 - </a:t>
            </a:r>
            <a:r>
              <a:rPr lang="en-US" sz="2400" b="1" dirty="0">
                <a:solidFill>
                  <a:srgbClr val="FF0000"/>
                </a:solidFill>
              </a:rPr>
              <a:t>TBD</a:t>
            </a:r>
          </a:p>
          <a:p>
            <a:pPr marL="342900" indent="-342900">
              <a:buFont typeface="Arial" panose="020B0604020202020204" pitchFamily="34" charset="0"/>
              <a:buChar char="•"/>
            </a:pPr>
            <a:r>
              <a:rPr lang="en-US" sz="2400" dirty="0"/>
              <a:t>The camp-to-camp OGC-Client is a TypeScript library for interacting with geospatial services. It implements several OGC standards and will help you interact with them in a user-friendly and consistent way.</a:t>
            </a:r>
          </a:p>
          <a:p>
            <a:pPr marL="342900" indent="-342900">
              <a:buFont typeface="Arial" panose="020B0604020202020204" pitchFamily="34" charset="0"/>
              <a:buChar char="•"/>
            </a:pPr>
            <a:r>
              <a:rPr lang="en-US" sz="2400" dirty="0" err="1">
                <a:hlinkClick r:id="rId2"/>
              </a:rPr>
              <a:t>camptocamp</a:t>
            </a:r>
            <a:r>
              <a:rPr lang="en-US" sz="2400" dirty="0">
                <a:hlinkClick r:id="rId2"/>
              </a:rPr>
              <a:t>/</a:t>
            </a:r>
            <a:r>
              <a:rPr lang="en-US" sz="2400" dirty="0" err="1">
                <a:hlinkClick r:id="rId2"/>
              </a:rPr>
              <a:t>ogc</a:t>
            </a:r>
            <a:r>
              <a:rPr lang="en-US" sz="2400" dirty="0">
                <a:hlinkClick r:id="rId2"/>
              </a:rPr>
              <a:t>-client: A TypeScript library for interacting with geospatial services</a:t>
            </a:r>
            <a:endParaRPr lang="en-US" sz="2400" dirty="0"/>
          </a:p>
          <a:p>
            <a:pPr marL="342900" indent="-342900">
              <a:buFont typeface="Arial" panose="020B0604020202020204" pitchFamily="34" charset="0"/>
              <a:buChar char="•"/>
            </a:pPr>
            <a:r>
              <a:rPr lang="en-US" sz="2400" dirty="0"/>
              <a:t>Sprint Goal – contribute to the addition of an OGC CSAPI v1.0 implementation to this project</a:t>
            </a:r>
          </a:p>
        </p:txBody>
      </p:sp>
      <p:sp>
        <p:nvSpPr>
          <p:cNvPr id="8" name="TextBox 7">
            <a:extLst>
              <a:ext uri="{FF2B5EF4-FFF2-40B4-BE49-F238E27FC236}">
                <a16:creationId xmlns:a16="http://schemas.microsoft.com/office/drawing/2014/main" id="{6D87A9E0-4F47-94A7-0752-D6D0BD6C943F}"/>
              </a:ext>
            </a:extLst>
          </p:cNvPr>
          <p:cNvSpPr txBox="1"/>
          <p:nvPr/>
        </p:nvSpPr>
        <p:spPr>
          <a:xfrm>
            <a:off x="247650" y="5402640"/>
            <a:ext cx="8858250" cy="3785652"/>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Project Engaged and Responded</a:t>
            </a:r>
          </a:p>
          <a:p>
            <a:pPr marL="342900" indent="-342900">
              <a:buFont typeface="Arial" panose="020B0604020202020204" pitchFamily="34" charset="0"/>
              <a:buChar char="•"/>
            </a:pPr>
            <a:r>
              <a:rPr lang="en-US" sz="2400" dirty="0"/>
              <a:t>Project forked, implementation plan created, work items created</a:t>
            </a:r>
          </a:p>
          <a:p>
            <a:pPr marL="800100" lvl="1" indent="-342900">
              <a:buFont typeface="Arial" panose="020B0604020202020204" pitchFamily="34" charset="0"/>
              <a:buChar char="•"/>
            </a:pPr>
            <a:r>
              <a:rPr lang="en-US" sz="2400" dirty="0"/>
              <a:t>Forked Project with plan and work items:</a:t>
            </a:r>
          </a:p>
          <a:p>
            <a:pPr marL="800100" lvl="1" indent="-342900">
              <a:buFont typeface="Arial" panose="020B0604020202020204" pitchFamily="34" charset="0"/>
              <a:buChar char="•"/>
            </a:pPr>
            <a:r>
              <a:rPr lang="en-US" sz="2400" dirty="0">
                <a:hlinkClick r:id="rId3"/>
              </a:rPr>
              <a:t>Sam-Bolling/</a:t>
            </a:r>
            <a:r>
              <a:rPr lang="en-US" sz="2400" dirty="0" err="1">
                <a:hlinkClick r:id="rId3"/>
              </a:rPr>
              <a:t>ogc</a:t>
            </a:r>
            <a:r>
              <a:rPr lang="en-US" sz="2400" dirty="0">
                <a:hlinkClick r:id="rId3"/>
              </a:rPr>
              <a:t>-client: Fork of </a:t>
            </a:r>
            <a:r>
              <a:rPr lang="en-US" sz="2400" dirty="0" err="1">
                <a:hlinkClick r:id="rId3"/>
              </a:rPr>
              <a:t>camptocamp</a:t>
            </a:r>
            <a:r>
              <a:rPr lang="en-US" sz="2400" dirty="0">
                <a:hlinkClick r:id="rId3"/>
              </a:rPr>
              <a:t>/</a:t>
            </a:r>
            <a:r>
              <a:rPr lang="en-US" sz="2400" dirty="0" err="1">
                <a:hlinkClick r:id="rId3"/>
              </a:rPr>
              <a:t>ogc</a:t>
            </a:r>
            <a:r>
              <a:rPr lang="en-US" sz="2400" dirty="0">
                <a:hlinkClick r:id="rId3"/>
              </a:rPr>
              <a:t>-client to implement OGC API Connected Systems support (CSAPI), including modular client, tests, and documentation.</a:t>
            </a:r>
            <a:endParaRPr lang="en-US" sz="2400" dirty="0"/>
          </a:p>
          <a:p>
            <a:pPr marL="342900" indent="-342900">
              <a:buFont typeface="Arial" panose="020B0604020202020204" pitchFamily="34" charset="0"/>
              <a:buChar char="•"/>
            </a:pPr>
            <a:r>
              <a:rPr lang="en-US" sz="2400" dirty="0"/>
              <a:t>Upstream Repository issue:</a:t>
            </a:r>
          </a:p>
          <a:p>
            <a:pPr marL="800100" lvl="1" indent="-342900">
              <a:buFont typeface="Arial" panose="020B0604020202020204" pitchFamily="34" charset="0"/>
              <a:buChar char="•"/>
            </a:pPr>
            <a:r>
              <a:rPr lang="en-US" sz="2400" dirty="0">
                <a:hlinkClick r:id="rId4"/>
              </a:rPr>
              <a:t>Support for OGC API - Connected Systems · Issue #118 · </a:t>
            </a:r>
            <a:r>
              <a:rPr lang="en-US" sz="2400" dirty="0" err="1">
                <a:hlinkClick r:id="rId4"/>
              </a:rPr>
              <a:t>camptocamp</a:t>
            </a:r>
            <a:r>
              <a:rPr lang="en-US" sz="2400" dirty="0">
                <a:hlinkClick r:id="rId4"/>
              </a:rPr>
              <a:t>/</a:t>
            </a:r>
            <a:r>
              <a:rPr lang="en-US" sz="2400" dirty="0" err="1">
                <a:hlinkClick r:id="rId4"/>
              </a:rPr>
              <a:t>ogc</a:t>
            </a:r>
            <a:r>
              <a:rPr lang="en-US" sz="2400" dirty="0">
                <a:hlinkClick r:id="rId4"/>
              </a:rPr>
              <a:t>-client</a:t>
            </a:r>
            <a:endParaRPr lang="en-US" sz="2400" dirty="0"/>
          </a:p>
        </p:txBody>
      </p:sp>
      <p:sp>
        <p:nvSpPr>
          <p:cNvPr id="9" name="TextBox 8">
            <a:extLst>
              <a:ext uri="{FF2B5EF4-FFF2-40B4-BE49-F238E27FC236}">
                <a16:creationId xmlns:a16="http://schemas.microsoft.com/office/drawing/2014/main" id="{D49FD780-7F89-BBAF-C5EB-32C21377D45A}"/>
              </a:ext>
            </a:extLst>
          </p:cNvPr>
          <p:cNvSpPr txBox="1"/>
          <p:nvPr/>
        </p:nvSpPr>
        <p:spPr>
          <a:xfrm>
            <a:off x="9170988" y="1577131"/>
            <a:ext cx="9117012" cy="3046988"/>
          </a:xfrm>
          <a:prstGeom prst="rect">
            <a:avLst/>
          </a:prstGeom>
          <a:noFill/>
        </p:spPr>
        <p:txBody>
          <a:bodyPr wrap="square" rtlCol="0">
            <a:spAutoFit/>
          </a:bodyPr>
          <a:lstStyle/>
          <a:p>
            <a:r>
              <a:rPr lang="en-US" sz="2400" b="1" dirty="0"/>
              <a:t>Work Plan:</a:t>
            </a:r>
          </a:p>
          <a:p>
            <a:pPr marL="342900" indent="-342900">
              <a:buFont typeface="Arial" panose="020B0604020202020204" pitchFamily="34" charset="0"/>
              <a:buChar char="•"/>
            </a:pPr>
            <a:r>
              <a:rPr lang="en-US" sz="2400" b="1" dirty="0">
                <a:solidFill>
                  <a:srgbClr val="00B050"/>
                </a:solidFill>
              </a:rPr>
              <a:t>Draft actionable goals</a:t>
            </a:r>
          </a:p>
          <a:p>
            <a:pPr marL="342900" indent="-342900">
              <a:buFont typeface="Arial" panose="020B0604020202020204" pitchFamily="34" charset="0"/>
              <a:buChar char="•"/>
            </a:pPr>
            <a:r>
              <a:rPr lang="en-US" sz="2400" b="1" dirty="0">
                <a:solidFill>
                  <a:srgbClr val="00B050"/>
                </a:solidFill>
              </a:rPr>
              <a:t>Draft actionable work items</a:t>
            </a:r>
          </a:p>
          <a:p>
            <a:pPr marL="342900" indent="-342900">
              <a:buFont typeface="Arial" panose="020B0604020202020204" pitchFamily="34" charset="0"/>
              <a:buChar char="•"/>
            </a:pPr>
            <a:r>
              <a:rPr lang="en-US" sz="2400" b="1" dirty="0">
                <a:solidFill>
                  <a:srgbClr val="00B050"/>
                </a:solidFill>
              </a:rPr>
              <a:t>Prioritize Goals and Work Items</a:t>
            </a:r>
          </a:p>
          <a:p>
            <a:pPr marL="342900" indent="-342900">
              <a:buFont typeface="Arial" panose="020B0604020202020204" pitchFamily="34" charset="0"/>
              <a:buChar char="•"/>
            </a:pPr>
            <a:r>
              <a:rPr lang="en-US" sz="2400" b="1" dirty="0">
                <a:solidFill>
                  <a:srgbClr val="FF0000"/>
                </a:solidFill>
              </a:rPr>
              <a:t>Assign Resources to Tasks</a:t>
            </a:r>
          </a:p>
          <a:p>
            <a:pPr marL="342900" indent="-342900">
              <a:buFont typeface="Arial" panose="020B0604020202020204" pitchFamily="34" charset="0"/>
              <a:buChar char="•"/>
            </a:pPr>
            <a:r>
              <a:rPr lang="en-US" sz="2400" dirty="0"/>
              <a:t>Execute Plan</a:t>
            </a:r>
          </a:p>
          <a:p>
            <a:pPr marL="342900" indent="-342900">
              <a:buFont typeface="Arial" panose="020B0604020202020204" pitchFamily="34" charset="0"/>
              <a:buChar char="•"/>
            </a:pPr>
            <a:r>
              <a:rPr lang="en-US" sz="2400" dirty="0"/>
              <a:t>Report Results</a:t>
            </a:r>
          </a:p>
          <a:p>
            <a:pPr marL="342900" indent="-342900">
              <a:buFont typeface="Arial" panose="020B0604020202020204" pitchFamily="34" charset="0"/>
              <a:buChar char="•"/>
            </a:pPr>
            <a:r>
              <a:rPr lang="en-US" sz="2400" dirty="0"/>
              <a:t>Discuss Future Work and Way Forward</a:t>
            </a:r>
          </a:p>
        </p:txBody>
      </p:sp>
      <p:sp>
        <p:nvSpPr>
          <p:cNvPr id="10" name="TextBox 9">
            <a:extLst>
              <a:ext uri="{FF2B5EF4-FFF2-40B4-BE49-F238E27FC236}">
                <a16:creationId xmlns:a16="http://schemas.microsoft.com/office/drawing/2014/main" id="{448B75DD-2968-FAB3-6FE7-24F0FF781915}"/>
              </a:ext>
            </a:extLst>
          </p:cNvPr>
          <p:cNvSpPr txBox="1"/>
          <p:nvPr/>
        </p:nvSpPr>
        <p:spPr>
          <a:xfrm>
            <a:off x="9170988" y="5402640"/>
            <a:ext cx="9117012" cy="830997"/>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solidFill>
                  <a:srgbClr val="FF0000"/>
                </a:solidFill>
              </a:rPr>
              <a:t>Developer Resources available</a:t>
            </a:r>
          </a:p>
        </p:txBody>
      </p:sp>
      <p:pic>
        <p:nvPicPr>
          <p:cNvPr id="13" name="Picture 12">
            <a:extLst>
              <a:ext uri="{FF2B5EF4-FFF2-40B4-BE49-F238E27FC236}">
                <a16:creationId xmlns:a16="http://schemas.microsoft.com/office/drawing/2014/main" id="{41C258EE-E1AB-6636-91DF-802AF6EADA1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9731376" y="7124700"/>
            <a:ext cx="8224836" cy="2186121"/>
          </a:xfrm>
          <a:prstGeom prst="rect">
            <a:avLst/>
          </a:prstGeom>
          <a:ln w="28575">
            <a:solidFill>
              <a:schemeClr val="tx1"/>
            </a:solidFill>
          </a:ln>
        </p:spPr>
      </p:pic>
      <p:sp>
        <p:nvSpPr>
          <p:cNvPr id="12" name="Text Placeholder 3">
            <a:extLst>
              <a:ext uri="{FF2B5EF4-FFF2-40B4-BE49-F238E27FC236}">
                <a16:creationId xmlns:a16="http://schemas.microsoft.com/office/drawing/2014/main" id="{516EDDA6-CDA7-14A9-0FAB-74F919642E3D}"/>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110539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C03D-3787-839F-FA1A-587729375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79DAE-BD99-374C-F563-A28DCDEDCC3F}"/>
              </a:ext>
            </a:extLst>
          </p:cNvPr>
          <p:cNvSpPr>
            <a:spLocks noGrp="1"/>
          </p:cNvSpPr>
          <p:nvPr>
            <p:ph type="title"/>
          </p:nvPr>
        </p:nvSpPr>
        <p:spPr/>
        <p:txBody>
          <a:bodyPr/>
          <a:lstStyle/>
          <a:p>
            <a:r>
              <a:rPr lang="en-US" dirty="0"/>
              <a:t> OS4CSAPI Initiative – OWSLib</a:t>
            </a:r>
          </a:p>
        </p:txBody>
      </p:sp>
      <p:cxnSp>
        <p:nvCxnSpPr>
          <p:cNvPr id="5" name="Straight Connector 4">
            <a:extLst>
              <a:ext uri="{FF2B5EF4-FFF2-40B4-BE49-F238E27FC236}">
                <a16:creationId xmlns:a16="http://schemas.microsoft.com/office/drawing/2014/main" id="{397960CD-E022-892D-7E98-7B8635F51518}"/>
              </a:ext>
            </a:extLst>
          </p:cNvPr>
          <p:cNvCxnSpPr>
            <a:cxnSpLocks/>
          </p:cNvCxnSpPr>
          <p:nvPr/>
        </p:nvCxnSpPr>
        <p:spPr>
          <a:xfrm>
            <a:off x="0" y="5383780"/>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F1982CF-074F-0E89-1EE6-A57C5722542E}"/>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0E5FDAA-367F-5FA6-CF01-D4BA8A58F6D6}"/>
              </a:ext>
            </a:extLst>
          </p:cNvPr>
          <p:cNvSpPr txBox="1"/>
          <p:nvPr/>
        </p:nvSpPr>
        <p:spPr>
          <a:xfrm>
            <a:off x="228600" y="1577131"/>
            <a:ext cx="8877300" cy="3785652"/>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 - </a:t>
            </a:r>
            <a:r>
              <a:rPr lang="en-US" sz="2400" b="1" dirty="0">
                <a:solidFill>
                  <a:srgbClr val="FF0000"/>
                </a:solidFill>
              </a:rPr>
              <a:t>TBD</a:t>
            </a:r>
          </a:p>
          <a:p>
            <a:pPr marL="342900" indent="-342900">
              <a:buFont typeface="Arial" panose="020B0604020202020204" pitchFamily="34" charset="0"/>
              <a:buChar char="•"/>
            </a:pPr>
            <a:r>
              <a:rPr lang="en-US" sz="2400" dirty="0"/>
              <a:t>OWSLib is a Python package for client programming with Open Geospatial Consortium (OGC) web service (hence OWS) interface standards, and their related content models.</a:t>
            </a:r>
          </a:p>
          <a:p>
            <a:pPr marL="342900" indent="-342900">
              <a:buFont typeface="Arial" panose="020B0604020202020204" pitchFamily="34" charset="0"/>
              <a:buChar char="•"/>
            </a:pPr>
            <a:r>
              <a:rPr lang="en-US" sz="2400" dirty="0">
                <a:hlinkClick r:id="rId2"/>
              </a:rPr>
              <a:t>https://github.com/geopython/OWSLib</a:t>
            </a:r>
            <a:endParaRPr lang="en-US" sz="2400" dirty="0"/>
          </a:p>
          <a:p>
            <a:pPr marL="342900" indent="-342900">
              <a:buFont typeface="Arial" panose="020B0604020202020204" pitchFamily="34" charset="0"/>
              <a:buChar char="•"/>
            </a:pPr>
            <a:r>
              <a:rPr lang="en-US" sz="2400" dirty="0"/>
              <a:t>Sprint Goals:</a:t>
            </a:r>
          </a:p>
          <a:p>
            <a:pPr marL="800100" lvl="1" indent="-342900">
              <a:buFont typeface="Arial" panose="020B0604020202020204" pitchFamily="34" charset="0"/>
              <a:buChar char="•"/>
            </a:pPr>
            <a:r>
              <a:rPr lang="en-US" sz="2400" dirty="0"/>
              <a:t>Assess any changes between the draft and final specification, and update OWSLib accordingly</a:t>
            </a:r>
          </a:p>
          <a:p>
            <a:pPr marL="800100" lvl="1" indent="-342900">
              <a:buFont typeface="Arial" panose="020B0604020202020204" pitchFamily="34" charset="0"/>
              <a:buChar char="•"/>
            </a:pPr>
            <a:r>
              <a:rPr lang="en-US" sz="2400" dirty="0"/>
              <a:t>Fix issues causing CSAPI unit tests to fail</a:t>
            </a:r>
          </a:p>
        </p:txBody>
      </p:sp>
      <p:sp>
        <p:nvSpPr>
          <p:cNvPr id="8" name="TextBox 7">
            <a:extLst>
              <a:ext uri="{FF2B5EF4-FFF2-40B4-BE49-F238E27FC236}">
                <a16:creationId xmlns:a16="http://schemas.microsoft.com/office/drawing/2014/main" id="{7E5F6D3E-328E-D1A1-741E-A5CA2AD68B4F}"/>
              </a:ext>
            </a:extLst>
          </p:cNvPr>
          <p:cNvSpPr txBox="1"/>
          <p:nvPr/>
        </p:nvSpPr>
        <p:spPr>
          <a:xfrm>
            <a:off x="247650" y="5402640"/>
            <a:ext cx="8858250" cy="2677656"/>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Project Engaged and Responded</a:t>
            </a:r>
          </a:p>
          <a:p>
            <a:pPr marL="342900" indent="-342900">
              <a:buFont typeface="Arial" panose="020B0604020202020204" pitchFamily="34" charset="0"/>
              <a:buChar char="•"/>
            </a:pPr>
            <a:r>
              <a:rPr lang="en-US" sz="2400" dirty="0">
                <a:hlinkClick r:id="rId3"/>
              </a:rPr>
              <a:t>Support for OGC API - Connected Systems · Issue #1011 · </a:t>
            </a:r>
            <a:r>
              <a:rPr lang="en-US" sz="2400" dirty="0" err="1">
                <a:hlinkClick r:id="rId3"/>
              </a:rPr>
              <a:t>geopython</a:t>
            </a:r>
            <a:r>
              <a:rPr lang="en-US" sz="2400" dirty="0">
                <a:hlinkClick r:id="rId3"/>
              </a:rPr>
              <a:t>/OWSLib</a:t>
            </a:r>
            <a:endParaRPr lang="en-US" sz="2400" dirty="0"/>
          </a:p>
          <a:p>
            <a:pPr marL="342900" indent="-342900">
              <a:buFont typeface="Arial" panose="020B0604020202020204" pitchFamily="34" charset="0"/>
              <a:buChar char="•"/>
            </a:pPr>
            <a:r>
              <a:rPr lang="en-US" sz="2400" dirty="0">
                <a:hlinkClick r:id="rId4"/>
              </a:rPr>
              <a:t>CSAPI tests failing · Issue #1013 · </a:t>
            </a:r>
            <a:r>
              <a:rPr lang="en-US" sz="2400" dirty="0" err="1">
                <a:hlinkClick r:id="rId4"/>
              </a:rPr>
              <a:t>geopython</a:t>
            </a:r>
            <a:r>
              <a:rPr lang="en-US" sz="2400" dirty="0">
                <a:hlinkClick r:id="rId4"/>
              </a:rPr>
              <a:t>/OWSLib</a:t>
            </a:r>
            <a:endParaRPr lang="en-US" sz="2400" dirty="0"/>
          </a:p>
          <a:p>
            <a:pPr marL="342900" indent="-342900">
              <a:buFont typeface="Arial" panose="020B0604020202020204" pitchFamily="34" charset="0"/>
              <a:buChar char="•"/>
            </a:pPr>
            <a:r>
              <a:rPr lang="en-US" sz="2400" dirty="0">
                <a:hlinkClick r:id="rId5"/>
              </a:rPr>
              <a:t>OGC Connected Systems API by ChainReaction31 · Pull Request #928 · </a:t>
            </a:r>
            <a:r>
              <a:rPr lang="en-US" sz="2400" dirty="0" err="1">
                <a:hlinkClick r:id="rId5"/>
              </a:rPr>
              <a:t>geopython</a:t>
            </a:r>
            <a:r>
              <a:rPr lang="en-US" sz="2400" dirty="0">
                <a:hlinkClick r:id="rId5"/>
              </a:rPr>
              <a:t>/OWSLib</a:t>
            </a:r>
            <a:endParaRPr lang="en-US" sz="2400" dirty="0"/>
          </a:p>
        </p:txBody>
      </p:sp>
      <p:sp>
        <p:nvSpPr>
          <p:cNvPr id="9" name="TextBox 8">
            <a:extLst>
              <a:ext uri="{FF2B5EF4-FFF2-40B4-BE49-F238E27FC236}">
                <a16:creationId xmlns:a16="http://schemas.microsoft.com/office/drawing/2014/main" id="{6F200940-3131-0396-7914-2BBC11E8EC30}"/>
              </a:ext>
            </a:extLst>
          </p:cNvPr>
          <p:cNvSpPr txBox="1"/>
          <p:nvPr/>
        </p:nvSpPr>
        <p:spPr>
          <a:xfrm>
            <a:off x="9170988" y="1577131"/>
            <a:ext cx="9117012" cy="3046988"/>
          </a:xfrm>
          <a:prstGeom prst="rect">
            <a:avLst/>
          </a:prstGeom>
          <a:noFill/>
        </p:spPr>
        <p:txBody>
          <a:bodyPr wrap="square" rtlCol="0">
            <a:spAutoFit/>
          </a:bodyPr>
          <a:lstStyle/>
          <a:p>
            <a:r>
              <a:rPr lang="en-US" sz="2400" b="1" dirty="0"/>
              <a:t>Work Plan:</a:t>
            </a:r>
          </a:p>
          <a:p>
            <a:pPr marL="342900" indent="-342900">
              <a:buFont typeface="Arial" panose="020B0604020202020204" pitchFamily="34" charset="0"/>
              <a:buChar char="•"/>
            </a:pPr>
            <a:r>
              <a:rPr lang="en-US" sz="2400" b="1" dirty="0">
                <a:solidFill>
                  <a:srgbClr val="00B050"/>
                </a:solidFill>
              </a:rPr>
              <a:t>Draft actionable goals</a:t>
            </a:r>
          </a:p>
          <a:p>
            <a:pPr marL="342900" indent="-342900">
              <a:buFont typeface="Arial" panose="020B0604020202020204" pitchFamily="34" charset="0"/>
              <a:buChar char="•"/>
            </a:pPr>
            <a:r>
              <a:rPr lang="en-US" sz="2400" b="1" dirty="0">
                <a:solidFill>
                  <a:srgbClr val="00B050"/>
                </a:solidFill>
              </a:rPr>
              <a:t>Draft actionable work items</a:t>
            </a:r>
          </a:p>
          <a:p>
            <a:pPr marL="342900" indent="-342900">
              <a:buFont typeface="Arial" panose="020B0604020202020204" pitchFamily="34" charset="0"/>
              <a:buChar char="•"/>
            </a:pPr>
            <a:r>
              <a:rPr lang="en-US" sz="2400" b="1" dirty="0">
                <a:solidFill>
                  <a:srgbClr val="00B050"/>
                </a:solidFill>
              </a:rPr>
              <a:t>Prioritize Goals and Work Items</a:t>
            </a:r>
          </a:p>
          <a:p>
            <a:pPr marL="342900" indent="-342900">
              <a:buFont typeface="Arial" panose="020B0604020202020204" pitchFamily="34" charset="0"/>
              <a:buChar char="•"/>
            </a:pPr>
            <a:r>
              <a:rPr lang="en-US" sz="2400" b="1" dirty="0">
                <a:solidFill>
                  <a:srgbClr val="FF0000"/>
                </a:solidFill>
              </a:rPr>
              <a:t>Assign Resources to Tasks</a:t>
            </a:r>
          </a:p>
          <a:p>
            <a:pPr marL="342900" indent="-342900">
              <a:buFont typeface="Arial" panose="020B0604020202020204" pitchFamily="34" charset="0"/>
              <a:buChar char="•"/>
            </a:pPr>
            <a:r>
              <a:rPr lang="en-US" sz="2400" dirty="0"/>
              <a:t>Execute Plan</a:t>
            </a:r>
          </a:p>
          <a:p>
            <a:pPr marL="342900" indent="-342900">
              <a:buFont typeface="Arial" panose="020B0604020202020204" pitchFamily="34" charset="0"/>
              <a:buChar char="•"/>
            </a:pPr>
            <a:r>
              <a:rPr lang="en-US" sz="2400" dirty="0"/>
              <a:t>Report Results</a:t>
            </a:r>
          </a:p>
          <a:p>
            <a:pPr marL="342900" indent="-342900">
              <a:buFont typeface="Arial" panose="020B0604020202020204" pitchFamily="34" charset="0"/>
              <a:buChar char="•"/>
            </a:pPr>
            <a:r>
              <a:rPr lang="en-US" sz="2400" dirty="0"/>
              <a:t>Discuss Future Work and Way Forward</a:t>
            </a:r>
          </a:p>
        </p:txBody>
      </p:sp>
      <p:sp>
        <p:nvSpPr>
          <p:cNvPr id="10" name="TextBox 9">
            <a:extLst>
              <a:ext uri="{FF2B5EF4-FFF2-40B4-BE49-F238E27FC236}">
                <a16:creationId xmlns:a16="http://schemas.microsoft.com/office/drawing/2014/main" id="{2019E9EB-7937-402A-4C0E-A1C9419C337E}"/>
              </a:ext>
            </a:extLst>
          </p:cNvPr>
          <p:cNvSpPr txBox="1"/>
          <p:nvPr/>
        </p:nvSpPr>
        <p:spPr>
          <a:xfrm>
            <a:off x="9170988" y="5402640"/>
            <a:ext cx="9117012" cy="830997"/>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solidFill>
                  <a:srgbClr val="FF0000"/>
                </a:solidFill>
              </a:rPr>
              <a:t>Developer Resources available</a:t>
            </a:r>
          </a:p>
        </p:txBody>
      </p:sp>
      <p:pic>
        <p:nvPicPr>
          <p:cNvPr id="4" name="Picture 3">
            <a:extLst>
              <a:ext uri="{FF2B5EF4-FFF2-40B4-BE49-F238E27FC236}">
                <a16:creationId xmlns:a16="http://schemas.microsoft.com/office/drawing/2014/main" id="{00F278C6-2ADF-142A-520B-10B4ECE41DA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9731376" y="8044140"/>
            <a:ext cx="5584824" cy="1295400"/>
          </a:xfrm>
          <a:prstGeom prst="rect">
            <a:avLst/>
          </a:prstGeom>
          <a:ln w="28575">
            <a:solidFill>
              <a:schemeClr val="tx1"/>
            </a:solidFill>
          </a:ln>
        </p:spPr>
      </p:pic>
      <p:pic>
        <p:nvPicPr>
          <p:cNvPr id="13" name="Picture 12">
            <a:extLst>
              <a:ext uri="{FF2B5EF4-FFF2-40B4-BE49-F238E27FC236}">
                <a16:creationId xmlns:a16="http://schemas.microsoft.com/office/drawing/2014/main" id="{3B3BF07D-7123-61A4-A556-372DB5915E8A}"/>
              </a:ext>
            </a:extLst>
          </p:cNvPr>
          <p:cNvPicPr>
            <a:picLocks noChangeAspect="1"/>
          </p:cNvPicPr>
          <p:nvPr/>
        </p:nvPicPr>
        <p:blipFill>
          <a:blip r:embed="rId7" cstate="print">
            <a:extLst>
              <a:ext uri="{28A0092B-C50C-407E-A947-70E740481C1C}">
                <a14:useLocalDpi xmlns:a14="http://schemas.microsoft.com/office/drawing/2010/main" val="0"/>
              </a:ext>
            </a:extLst>
          </a:blip>
          <a:srcRect r="-1"/>
          <a:stretch>
            <a:fillRect/>
          </a:stretch>
        </p:blipFill>
        <p:spPr>
          <a:xfrm>
            <a:off x="12578360" y="6359874"/>
            <a:ext cx="4856556" cy="2060226"/>
          </a:xfrm>
          <a:prstGeom prst="rect">
            <a:avLst/>
          </a:prstGeom>
          <a:ln w="28575">
            <a:solidFill>
              <a:schemeClr val="tx1"/>
            </a:solidFill>
          </a:ln>
        </p:spPr>
      </p:pic>
      <p:sp>
        <p:nvSpPr>
          <p:cNvPr id="14" name="Text Placeholder 3">
            <a:extLst>
              <a:ext uri="{FF2B5EF4-FFF2-40B4-BE49-F238E27FC236}">
                <a16:creationId xmlns:a16="http://schemas.microsoft.com/office/drawing/2014/main" id="{A8741303-70F9-7BFD-07C8-C73155B8DA27}"/>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657059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1476-983E-24AC-6D3A-6A3B11B16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12167-5503-135C-1AE9-A88DC076EAE1}"/>
              </a:ext>
            </a:extLst>
          </p:cNvPr>
          <p:cNvSpPr>
            <a:spLocks noGrp="1"/>
          </p:cNvSpPr>
          <p:nvPr>
            <p:ph type="title"/>
          </p:nvPr>
        </p:nvSpPr>
        <p:spPr/>
        <p:txBody>
          <a:bodyPr/>
          <a:lstStyle/>
          <a:p>
            <a:r>
              <a:rPr lang="en-US" dirty="0"/>
              <a:t> OS4CSAPI Initiative – QGIS</a:t>
            </a:r>
          </a:p>
        </p:txBody>
      </p:sp>
      <p:cxnSp>
        <p:nvCxnSpPr>
          <p:cNvPr id="5" name="Straight Connector 4">
            <a:extLst>
              <a:ext uri="{FF2B5EF4-FFF2-40B4-BE49-F238E27FC236}">
                <a16:creationId xmlns:a16="http://schemas.microsoft.com/office/drawing/2014/main" id="{56772306-70AA-0175-2AF6-2BF4B10E29E1}"/>
              </a:ext>
            </a:extLst>
          </p:cNvPr>
          <p:cNvCxnSpPr>
            <a:cxnSpLocks/>
          </p:cNvCxnSpPr>
          <p:nvPr/>
        </p:nvCxnSpPr>
        <p:spPr>
          <a:xfrm>
            <a:off x="0" y="5383780"/>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150202B-27A6-E3D1-7B61-66F9B793D728}"/>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68AF36-645D-A736-090B-ED48EE2585D5}"/>
              </a:ext>
            </a:extLst>
          </p:cNvPr>
          <p:cNvSpPr txBox="1"/>
          <p:nvPr/>
        </p:nvSpPr>
        <p:spPr>
          <a:xfrm>
            <a:off x="228600" y="1577131"/>
            <a:ext cx="8877300" cy="3046988"/>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 - </a:t>
            </a:r>
            <a:r>
              <a:rPr lang="en-US" sz="2400" b="1" dirty="0">
                <a:solidFill>
                  <a:srgbClr val="FF0000"/>
                </a:solidFill>
              </a:rPr>
              <a:t>TBD</a:t>
            </a:r>
          </a:p>
          <a:p>
            <a:pPr marL="342900" indent="-342900">
              <a:buFont typeface="Arial" panose="020B0604020202020204" pitchFamily="34" charset="0"/>
              <a:buChar char="•"/>
            </a:pPr>
            <a:r>
              <a:rPr lang="en-US" sz="2400" dirty="0"/>
              <a:t>QGIS is a free, open source, cross platform (lin/win/mac) geographical information system (GIS)</a:t>
            </a:r>
          </a:p>
          <a:p>
            <a:pPr marL="342900" indent="-342900">
              <a:buFont typeface="Arial" panose="020B0604020202020204" pitchFamily="34" charset="0"/>
              <a:buChar char="•"/>
            </a:pPr>
            <a:r>
              <a:rPr lang="en-US" sz="2400" dirty="0" err="1">
                <a:hlinkClick r:id="rId2"/>
              </a:rPr>
              <a:t>qgis</a:t>
            </a:r>
            <a:r>
              <a:rPr lang="en-US" sz="2400" dirty="0">
                <a:hlinkClick r:id="rId2"/>
              </a:rPr>
              <a:t>/QGIS: QGIS is a free, open source, cross platform (lin/win/mac) geographical information system (GIS)</a:t>
            </a:r>
            <a:endParaRPr lang="en-US" sz="2400" dirty="0"/>
          </a:p>
          <a:p>
            <a:pPr marL="342900" indent="-342900">
              <a:buFont typeface="Arial" panose="020B0604020202020204" pitchFamily="34" charset="0"/>
              <a:buChar char="•"/>
            </a:pPr>
            <a:r>
              <a:rPr lang="en-US" sz="2400" dirty="0"/>
              <a:t>Sprint Goal – contribute to the addition of an OGC CSAPI v1.0 implementation to this project</a:t>
            </a:r>
          </a:p>
        </p:txBody>
      </p:sp>
      <p:sp>
        <p:nvSpPr>
          <p:cNvPr id="8" name="TextBox 7">
            <a:extLst>
              <a:ext uri="{FF2B5EF4-FFF2-40B4-BE49-F238E27FC236}">
                <a16:creationId xmlns:a16="http://schemas.microsoft.com/office/drawing/2014/main" id="{5E1A70A2-E0D2-B5FA-808B-AAC2265B2387}"/>
              </a:ext>
            </a:extLst>
          </p:cNvPr>
          <p:cNvSpPr txBox="1"/>
          <p:nvPr/>
        </p:nvSpPr>
        <p:spPr>
          <a:xfrm>
            <a:off x="247650" y="5402640"/>
            <a:ext cx="8858250" cy="1569660"/>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Project Engaged and Responded</a:t>
            </a:r>
          </a:p>
          <a:p>
            <a:pPr marL="342900" indent="-342900">
              <a:buFont typeface="Arial" panose="020B0604020202020204" pitchFamily="34" charset="0"/>
              <a:buChar char="•"/>
            </a:pPr>
            <a:r>
              <a:rPr lang="en-US" sz="2400" dirty="0">
                <a:hlinkClick r:id="rId3"/>
              </a:rPr>
              <a:t>Support for OGC API - Connected Systems · Issue #63108 · </a:t>
            </a:r>
            <a:r>
              <a:rPr lang="en-US" sz="2400" dirty="0" err="1">
                <a:hlinkClick r:id="rId3"/>
              </a:rPr>
              <a:t>qgis</a:t>
            </a:r>
            <a:r>
              <a:rPr lang="en-US" sz="2400" dirty="0">
                <a:hlinkClick r:id="rId3"/>
              </a:rPr>
              <a:t>/QGIS</a:t>
            </a:r>
            <a:endParaRPr lang="en-US" sz="2400" dirty="0"/>
          </a:p>
        </p:txBody>
      </p:sp>
      <p:sp>
        <p:nvSpPr>
          <p:cNvPr id="9" name="TextBox 8">
            <a:extLst>
              <a:ext uri="{FF2B5EF4-FFF2-40B4-BE49-F238E27FC236}">
                <a16:creationId xmlns:a16="http://schemas.microsoft.com/office/drawing/2014/main" id="{3AF35150-0338-7A4B-8003-50E5CA6BB55C}"/>
              </a:ext>
            </a:extLst>
          </p:cNvPr>
          <p:cNvSpPr txBox="1"/>
          <p:nvPr/>
        </p:nvSpPr>
        <p:spPr>
          <a:xfrm>
            <a:off x="9170988" y="1577131"/>
            <a:ext cx="9117012" cy="3046988"/>
          </a:xfrm>
          <a:prstGeom prst="rect">
            <a:avLst/>
          </a:prstGeom>
          <a:noFill/>
        </p:spPr>
        <p:txBody>
          <a:bodyPr wrap="square" rtlCol="0">
            <a:spAutoFit/>
          </a:bodyPr>
          <a:lstStyle/>
          <a:p>
            <a:r>
              <a:rPr lang="en-US" sz="2400" b="1" dirty="0"/>
              <a:t>Work Plan:</a:t>
            </a:r>
          </a:p>
          <a:p>
            <a:pPr marL="342900" indent="-342900">
              <a:buFont typeface="Arial" panose="020B0604020202020204" pitchFamily="34" charset="0"/>
              <a:buChar char="•"/>
            </a:pPr>
            <a:r>
              <a:rPr lang="en-US" sz="2400" b="1" dirty="0">
                <a:solidFill>
                  <a:srgbClr val="FF0000"/>
                </a:solidFill>
              </a:rPr>
              <a:t>Draft actionable goals</a:t>
            </a:r>
          </a:p>
          <a:p>
            <a:pPr marL="342900" indent="-342900">
              <a:buFont typeface="Arial" panose="020B0604020202020204" pitchFamily="34" charset="0"/>
              <a:buChar char="•"/>
            </a:pPr>
            <a:r>
              <a:rPr lang="en-US" sz="2400" b="1" dirty="0">
                <a:solidFill>
                  <a:srgbClr val="FF0000"/>
                </a:solidFill>
              </a:rPr>
              <a:t>Draft actionable work items</a:t>
            </a:r>
          </a:p>
          <a:p>
            <a:pPr marL="342900" indent="-342900">
              <a:buFont typeface="Arial" panose="020B0604020202020204" pitchFamily="34" charset="0"/>
              <a:buChar char="•"/>
            </a:pPr>
            <a:r>
              <a:rPr lang="en-US" sz="2400" b="1" dirty="0">
                <a:solidFill>
                  <a:srgbClr val="FF0000"/>
                </a:solidFill>
              </a:rPr>
              <a:t>Prioritize Goals and Work Items</a:t>
            </a:r>
          </a:p>
          <a:p>
            <a:pPr marL="342900" indent="-342900">
              <a:buFont typeface="Arial" panose="020B0604020202020204" pitchFamily="34" charset="0"/>
              <a:buChar char="•"/>
            </a:pPr>
            <a:r>
              <a:rPr lang="en-US" sz="2400" b="1" dirty="0">
                <a:solidFill>
                  <a:srgbClr val="FF0000"/>
                </a:solidFill>
              </a:rPr>
              <a:t>Assign Resources to Tasks</a:t>
            </a:r>
          </a:p>
          <a:p>
            <a:pPr marL="342900" indent="-342900">
              <a:buFont typeface="Arial" panose="020B0604020202020204" pitchFamily="34" charset="0"/>
              <a:buChar char="•"/>
            </a:pPr>
            <a:r>
              <a:rPr lang="en-US" sz="2400" dirty="0"/>
              <a:t>Execute Plan</a:t>
            </a:r>
          </a:p>
          <a:p>
            <a:pPr marL="342900" indent="-342900">
              <a:buFont typeface="Arial" panose="020B0604020202020204" pitchFamily="34" charset="0"/>
              <a:buChar char="•"/>
            </a:pPr>
            <a:r>
              <a:rPr lang="en-US" sz="2400" dirty="0"/>
              <a:t>Report Results</a:t>
            </a:r>
          </a:p>
          <a:p>
            <a:pPr marL="342900" indent="-342900">
              <a:buFont typeface="Arial" panose="020B0604020202020204" pitchFamily="34" charset="0"/>
              <a:buChar char="•"/>
            </a:pPr>
            <a:r>
              <a:rPr lang="en-US" sz="2400" dirty="0"/>
              <a:t>Discuss Future Work and Way Forward</a:t>
            </a:r>
          </a:p>
        </p:txBody>
      </p:sp>
      <p:sp>
        <p:nvSpPr>
          <p:cNvPr id="10" name="TextBox 9">
            <a:extLst>
              <a:ext uri="{FF2B5EF4-FFF2-40B4-BE49-F238E27FC236}">
                <a16:creationId xmlns:a16="http://schemas.microsoft.com/office/drawing/2014/main" id="{D070D0BB-D758-FBCD-86BB-63CE212F07C8}"/>
              </a:ext>
            </a:extLst>
          </p:cNvPr>
          <p:cNvSpPr txBox="1"/>
          <p:nvPr/>
        </p:nvSpPr>
        <p:spPr>
          <a:xfrm>
            <a:off x="9170988" y="5402640"/>
            <a:ext cx="9117012" cy="830997"/>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solidFill>
                  <a:srgbClr val="FF0000"/>
                </a:solidFill>
              </a:rPr>
              <a:t>Developer Resources available</a:t>
            </a:r>
          </a:p>
        </p:txBody>
      </p:sp>
      <p:pic>
        <p:nvPicPr>
          <p:cNvPr id="4098" name="Picture 2">
            <a:extLst>
              <a:ext uri="{FF2B5EF4-FFF2-40B4-BE49-F238E27FC236}">
                <a16:creationId xmlns:a16="http://schemas.microsoft.com/office/drawing/2014/main" id="{80134066-2EC3-5D6A-0E7B-22C27E3261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2200" y="6972300"/>
            <a:ext cx="6610350" cy="26670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3">
            <a:extLst>
              <a:ext uri="{FF2B5EF4-FFF2-40B4-BE49-F238E27FC236}">
                <a16:creationId xmlns:a16="http://schemas.microsoft.com/office/drawing/2014/main" id="{CD80F473-7AB4-0386-0A25-1F7A9133A920}"/>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257366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EC6A-4BE8-9544-B8DC-C66C011E939E}"/>
            </a:ext>
          </a:extLst>
        </p:cNvPr>
        <p:cNvGrpSpPr/>
        <p:nvPr/>
      </p:nvGrpSpPr>
      <p:grpSpPr>
        <a:xfrm>
          <a:off x="0" y="0"/>
          <a:ext cx="0" cy="0"/>
          <a:chOff x="0" y="0"/>
          <a:chExt cx="0" cy="0"/>
        </a:xfrm>
      </p:grpSpPr>
      <p:pic>
        <p:nvPicPr>
          <p:cNvPr id="3074" name="Picture 2" descr="hakunapi logo">
            <a:extLst>
              <a:ext uri="{FF2B5EF4-FFF2-40B4-BE49-F238E27FC236}">
                <a16:creationId xmlns:a16="http://schemas.microsoft.com/office/drawing/2014/main" id="{51C12ABF-DE29-C0A3-C9BD-5E9F482D5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7079" y="6572644"/>
            <a:ext cx="9510921" cy="36762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08D53EE-3571-AAF4-151E-640AA0D66357}"/>
              </a:ext>
            </a:extLst>
          </p:cNvPr>
          <p:cNvSpPr>
            <a:spLocks noGrp="1"/>
          </p:cNvSpPr>
          <p:nvPr>
            <p:ph type="title"/>
          </p:nvPr>
        </p:nvSpPr>
        <p:spPr/>
        <p:txBody>
          <a:bodyPr/>
          <a:lstStyle/>
          <a:p>
            <a:r>
              <a:rPr lang="en-US" dirty="0"/>
              <a:t> OS4CSAPI Initiative – HAKUNAPI</a:t>
            </a:r>
          </a:p>
        </p:txBody>
      </p:sp>
      <p:cxnSp>
        <p:nvCxnSpPr>
          <p:cNvPr id="5" name="Straight Connector 4">
            <a:extLst>
              <a:ext uri="{FF2B5EF4-FFF2-40B4-BE49-F238E27FC236}">
                <a16:creationId xmlns:a16="http://schemas.microsoft.com/office/drawing/2014/main" id="{69A871F1-1762-81F3-4181-7D845985C8A5}"/>
              </a:ext>
            </a:extLst>
          </p:cNvPr>
          <p:cNvCxnSpPr>
            <a:cxnSpLocks/>
          </p:cNvCxnSpPr>
          <p:nvPr/>
        </p:nvCxnSpPr>
        <p:spPr>
          <a:xfrm>
            <a:off x="0" y="5383780"/>
            <a:ext cx="18288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C8453C8-2EF8-06F5-F3AA-B39ECA0987D3}"/>
              </a:ext>
            </a:extLst>
          </p:cNvPr>
          <p:cNvCxnSpPr>
            <a:cxnSpLocks/>
          </p:cNvCxnSpPr>
          <p:nvPr/>
        </p:nvCxnSpPr>
        <p:spPr>
          <a:xfrm flipH="1">
            <a:off x="9105900" y="1371600"/>
            <a:ext cx="65088" cy="76327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50DBFA1-1AA1-E1D6-3E55-1967C1AFD467}"/>
              </a:ext>
            </a:extLst>
          </p:cNvPr>
          <p:cNvSpPr txBox="1"/>
          <p:nvPr/>
        </p:nvSpPr>
        <p:spPr>
          <a:xfrm>
            <a:off x="228600" y="1577131"/>
            <a:ext cx="8877300" cy="2308324"/>
          </a:xfrm>
          <a:prstGeom prst="rect">
            <a:avLst/>
          </a:prstGeom>
          <a:noFill/>
        </p:spPr>
        <p:txBody>
          <a:bodyPr wrap="square" rtlCol="0">
            <a:spAutoFit/>
          </a:bodyPr>
          <a:lstStyle/>
          <a:p>
            <a:r>
              <a:rPr lang="en-US" sz="2400" b="1" dirty="0"/>
              <a:t>POC, Description, &amp; Links:</a:t>
            </a:r>
          </a:p>
          <a:p>
            <a:pPr marL="342900" indent="-342900">
              <a:buFont typeface="Arial" panose="020B0604020202020204" pitchFamily="34" charset="0"/>
              <a:buChar char="•"/>
            </a:pPr>
            <a:r>
              <a:rPr lang="en-US" sz="2400" dirty="0"/>
              <a:t>POC - </a:t>
            </a:r>
            <a:r>
              <a:rPr lang="en-US" sz="2400" b="1" dirty="0">
                <a:solidFill>
                  <a:srgbClr val="FF0000"/>
                </a:solidFill>
              </a:rPr>
              <a:t>TBD</a:t>
            </a:r>
          </a:p>
          <a:p>
            <a:pPr marL="342900" indent="-342900">
              <a:buFont typeface="Arial" panose="020B0604020202020204" pitchFamily="34" charset="0"/>
              <a:buChar char="•"/>
            </a:pPr>
            <a:r>
              <a:rPr lang="en-US" sz="2400" dirty="0"/>
              <a:t>HAKUNAPI is an OGC API Features Java server</a:t>
            </a:r>
          </a:p>
          <a:p>
            <a:pPr marL="342900" indent="-342900">
              <a:buFont typeface="Arial" panose="020B0604020202020204" pitchFamily="34" charset="0"/>
              <a:buChar char="•"/>
            </a:pPr>
            <a:r>
              <a:rPr lang="en-US" sz="2400" dirty="0" err="1">
                <a:hlinkClick r:id="rId3"/>
              </a:rPr>
              <a:t>nlsfi</a:t>
            </a:r>
            <a:r>
              <a:rPr lang="en-US" sz="2400" dirty="0">
                <a:hlinkClick r:id="rId3"/>
              </a:rPr>
              <a:t>/</a:t>
            </a:r>
            <a:r>
              <a:rPr lang="en-US" sz="2400" dirty="0" err="1">
                <a:hlinkClick r:id="rId3"/>
              </a:rPr>
              <a:t>hakunapi</a:t>
            </a:r>
            <a:r>
              <a:rPr lang="en-US" sz="2400" dirty="0">
                <a:hlinkClick r:id="rId3"/>
              </a:rPr>
              <a:t>: OGC API Features Java server</a:t>
            </a:r>
            <a:endParaRPr lang="en-US" sz="2400" dirty="0"/>
          </a:p>
          <a:p>
            <a:pPr marL="342900" indent="-342900">
              <a:buFont typeface="Arial" panose="020B0604020202020204" pitchFamily="34" charset="0"/>
              <a:buChar char="•"/>
            </a:pPr>
            <a:r>
              <a:rPr lang="en-US" sz="2400" dirty="0"/>
              <a:t>Sprint Goal – contribute to the addition of an OGC CSAPI v1.0 implementation to this project</a:t>
            </a:r>
          </a:p>
        </p:txBody>
      </p:sp>
      <p:sp>
        <p:nvSpPr>
          <p:cNvPr id="8" name="TextBox 7">
            <a:extLst>
              <a:ext uri="{FF2B5EF4-FFF2-40B4-BE49-F238E27FC236}">
                <a16:creationId xmlns:a16="http://schemas.microsoft.com/office/drawing/2014/main" id="{92CFB88F-51A7-1EC1-D281-F99C7DBD471B}"/>
              </a:ext>
            </a:extLst>
          </p:cNvPr>
          <p:cNvSpPr txBox="1"/>
          <p:nvPr/>
        </p:nvSpPr>
        <p:spPr>
          <a:xfrm>
            <a:off x="247650" y="5402640"/>
            <a:ext cx="8858250" cy="1569660"/>
          </a:xfrm>
          <a:prstGeom prst="rect">
            <a:avLst/>
          </a:prstGeom>
          <a:noFill/>
        </p:spPr>
        <p:txBody>
          <a:bodyPr wrap="square" rtlCol="0">
            <a:spAutoFit/>
          </a:bodyPr>
          <a:lstStyle/>
          <a:p>
            <a:r>
              <a:rPr lang="en-US" sz="2400" b="1" dirty="0"/>
              <a:t>Accomplishments &amp; Status:</a:t>
            </a:r>
          </a:p>
          <a:p>
            <a:pPr marL="342900" indent="-342900">
              <a:buFont typeface="Arial" panose="020B0604020202020204" pitchFamily="34" charset="0"/>
              <a:buChar char="•"/>
            </a:pPr>
            <a:r>
              <a:rPr lang="en-US" sz="2400" dirty="0"/>
              <a:t>Project Engaged and Responded</a:t>
            </a:r>
          </a:p>
          <a:p>
            <a:pPr marL="342900" indent="-342900">
              <a:buFont typeface="Arial" panose="020B0604020202020204" pitchFamily="34" charset="0"/>
              <a:buChar char="•"/>
            </a:pPr>
            <a:r>
              <a:rPr lang="en-US" sz="2400" dirty="0">
                <a:hlinkClick r:id="rId4"/>
              </a:rPr>
              <a:t>Support for OGC API - Connected Systems · Issue #153 · </a:t>
            </a:r>
            <a:r>
              <a:rPr lang="en-US" sz="2400" dirty="0" err="1">
                <a:hlinkClick r:id="rId4"/>
              </a:rPr>
              <a:t>nlsfi</a:t>
            </a:r>
            <a:r>
              <a:rPr lang="en-US" sz="2400" dirty="0">
                <a:hlinkClick r:id="rId4"/>
              </a:rPr>
              <a:t>/</a:t>
            </a:r>
            <a:r>
              <a:rPr lang="en-US" sz="2400" dirty="0" err="1">
                <a:hlinkClick r:id="rId4"/>
              </a:rPr>
              <a:t>hakunapi</a:t>
            </a:r>
            <a:endParaRPr lang="en-US" sz="2400" dirty="0"/>
          </a:p>
        </p:txBody>
      </p:sp>
      <p:sp>
        <p:nvSpPr>
          <p:cNvPr id="9" name="TextBox 8">
            <a:extLst>
              <a:ext uri="{FF2B5EF4-FFF2-40B4-BE49-F238E27FC236}">
                <a16:creationId xmlns:a16="http://schemas.microsoft.com/office/drawing/2014/main" id="{353635D9-B275-C35D-C4E7-2D589A452D80}"/>
              </a:ext>
            </a:extLst>
          </p:cNvPr>
          <p:cNvSpPr txBox="1"/>
          <p:nvPr/>
        </p:nvSpPr>
        <p:spPr>
          <a:xfrm>
            <a:off x="9170988" y="1577131"/>
            <a:ext cx="9117012" cy="3046988"/>
          </a:xfrm>
          <a:prstGeom prst="rect">
            <a:avLst/>
          </a:prstGeom>
          <a:noFill/>
        </p:spPr>
        <p:txBody>
          <a:bodyPr wrap="square" rtlCol="0">
            <a:spAutoFit/>
          </a:bodyPr>
          <a:lstStyle/>
          <a:p>
            <a:r>
              <a:rPr lang="en-US" sz="2400" b="1" dirty="0"/>
              <a:t>Work Plan:</a:t>
            </a:r>
          </a:p>
          <a:p>
            <a:pPr marL="342900" indent="-342900">
              <a:buFont typeface="Arial" panose="020B0604020202020204" pitchFamily="34" charset="0"/>
              <a:buChar char="•"/>
            </a:pPr>
            <a:r>
              <a:rPr lang="en-US" sz="2400" b="1" dirty="0">
                <a:solidFill>
                  <a:srgbClr val="FF0000"/>
                </a:solidFill>
              </a:rPr>
              <a:t>Draft actionable goals</a:t>
            </a:r>
          </a:p>
          <a:p>
            <a:pPr marL="342900" indent="-342900">
              <a:buFont typeface="Arial" panose="020B0604020202020204" pitchFamily="34" charset="0"/>
              <a:buChar char="•"/>
            </a:pPr>
            <a:r>
              <a:rPr lang="en-US" sz="2400" b="1" dirty="0">
                <a:solidFill>
                  <a:srgbClr val="FF0000"/>
                </a:solidFill>
              </a:rPr>
              <a:t>Draft actionable work items</a:t>
            </a:r>
          </a:p>
          <a:p>
            <a:pPr marL="342900" indent="-342900">
              <a:buFont typeface="Arial" panose="020B0604020202020204" pitchFamily="34" charset="0"/>
              <a:buChar char="•"/>
            </a:pPr>
            <a:r>
              <a:rPr lang="en-US" sz="2400" b="1" dirty="0">
                <a:solidFill>
                  <a:srgbClr val="FF0000"/>
                </a:solidFill>
              </a:rPr>
              <a:t>Prioritize Goals and Work Items</a:t>
            </a:r>
          </a:p>
          <a:p>
            <a:pPr marL="342900" indent="-342900">
              <a:buFont typeface="Arial" panose="020B0604020202020204" pitchFamily="34" charset="0"/>
              <a:buChar char="•"/>
            </a:pPr>
            <a:r>
              <a:rPr lang="en-US" sz="2400" b="1" dirty="0">
                <a:solidFill>
                  <a:srgbClr val="FF0000"/>
                </a:solidFill>
              </a:rPr>
              <a:t>Assign Resources to Tasks</a:t>
            </a:r>
          </a:p>
          <a:p>
            <a:pPr marL="342900" indent="-342900">
              <a:buFont typeface="Arial" panose="020B0604020202020204" pitchFamily="34" charset="0"/>
              <a:buChar char="•"/>
            </a:pPr>
            <a:r>
              <a:rPr lang="en-US" sz="2400" dirty="0"/>
              <a:t>Execute Plan</a:t>
            </a:r>
          </a:p>
          <a:p>
            <a:pPr marL="342900" indent="-342900">
              <a:buFont typeface="Arial" panose="020B0604020202020204" pitchFamily="34" charset="0"/>
              <a:buChar char="•"/>
            </a:pPr>
            <a:r>
              <a:rPr lang="en-US" sz="2400" dirty="0"/>
              <a:t>Report Results</a:t>
            </a:r>
          </a:p>
          <a:p>
            <a:pPr marL="342900" indent="-342900">
              <a:buFont typeface="Arial" panose="020B0604020202020204" pitchFamily="34" charset="0"/>
              <a:buChar char="•"/>
            </a:pPr>
            <a:r>
              <a:rPr lang="en-US" sz="2400" dirty="0"/>
              <a:t>Discuss Future Work and Way Forward</a:t>
            </a:r>
          </a:p>
        </p:txBody>
      </p:sp>
      <p:sp>
        <p:nvSpPr>
          <p:cNvPr id="10" name="TextBox 9">
            <a:extLst>
              <a:ext uri="{FF2B5EF4-FFF2-40B4-BE49-F238E27FC236}">
                <a16:creationId xmlns:a16="http://schemas.microsoft.com/office/drawing/2014/main" id="{2FF5964F-8A0F-E3D3-EE3A-B42250613990}"/>
              </a:ext>
            </a:extLst>
          </p:cNvPr>
          <p:cNvSpPr txBox="1"/>
          <p:nvPr/>
        </p:nvSpPr>
        <p:spPr>
          <a:xfrm>
            <a:off x="9170988" y="5402640"/>
            <a:ext cx="9117012" cy="830997"/>
          </a:xfrm>
          <a:prstGeom prst="rect">
            <a:avLst/>
          </a:prstGeom>
          <a:noFill/>
        </p:spPr>
        <p:txBody>
          <a:bodyPr wrap="square" rtlCol="0">
            <a:spAutoFit/>
          </a:bodyPr>
          <a:lstStyle/>
          <a:p>
            <a:r>
              <a:rPr lang="en-US" sz="2400" b="1" dirty="0"/>
              <a:t>Challenges &amp; Risks:</a:t>
            </a:r>
          </a:p>
          <a:p>
            <a:pPr marL="342900" indent="-342900">
              <a:buFont typeface="Arial" panose="020B0604020202020204" pitchFamily="34" charset="0"/>
              <a:buChar char="•"/>
            </a:pPr>
            <a:r>
              <a:rPr lang="en-US" sz="2400" b="1" dirty="0">
                <a:solidFill>
                  <a:srgbClr val="FF0000"/>
                </a:solidFill>
              </a:rPr>
              <a:t>Developer Resources available</a:t>
            </a:r>
          </a:p>
        </p:txBody>
      </p:sp>
      <p:sp>
        <p:nvSpPr>
          <p:cNvPr id="12" name="Text Placeholder 3">
            <a:extLst>
              <a:ext uri="{FF2B5EF4-FFF2-40B4-BE49-F238E27FC236}">
                <a16:creationId xmlns:a16="http://schemas.microsoft.com/office/drawing/2014/main" id="{B58BA85D-18F9-D3F1-438C-E2A061B3BC84}"/>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59490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A2D0-6141-D664-1B89-1A55EAF4D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DCCEE-C484-4DDB-10C3-840E8A999FC3}"/>
              </a:ext>
            </a:extLst>
          </p:cNvPr>
          <p:cNvSpPr>
            <a:spLocks noGrp="1"/>
          </p:cNvSpPr>
          <p:nvPr>
            <p:ph type="title"/>
          </p:nvPr>
        </p:nvSpPr>
        <p:spPr/>
        <p:txBody>
          <a:bodyPr/>
          <a:lstStyle/>
          <a:p>
            <a:r>
              <a:rPr lang="en-US" dirty="0"/>
              <a:t>Attendance Planning and Useful Links</a:t>
            </a:r>
          </a:p>
        </p:txBody>
      </p:sp>
      <p:graphicFrame>
        <p:nvGraphicFramePr>
          <p:cNvPr id="8" name="Table 7">
            <a:extLst>
              <a:ext uri="{FF2B5EF4-FFF2-40B4-BE49-F238E27FC236}">
                <a16:creationId xmlns:a16="http://schemas.microsoft.com/office/drawing/2014/main" id="{A800C3C2-46BA-47E4-4D95-8CB0351C93F3}"/>
              </a:ext>
            </a:extLst>
          </p:cNvPr>
          <p:cNvGraphicFramePr>
            <a:graphicFrameLocks noGrp="1"/>
          </p:cNvGraphicFramePr>
          <p:nvPr/>
        </p:nvGraphicFramePr>
        <p:xfrm>
          <a:off x="1371600" y="2781300"/>
          <a:ext cx="6798503" cy="5129800"/>
        </p:xfrm>
        <a:graphic>
          <a:graphicData uri="http://schemas.openxmlformats.org/drawingml/2006/table">
            <a:tbl>
              <a:tblPr firstRow="1" firstCol="1" bandRow="1"/>
              <a:tblGrid>
                <a:gridCol w="2756156">
                  <a:extLst>
                    <a:ext uri="{9D8B030D-6E8A-4147-A177-3AD203B41FA5}">
                      <a16:colId xmlns:a16="http://schemas.microsoft.com/office/drawing/2014/main" val="3517317397"/>
                    </a:ext>
                  </a:extLst>
                </a:gridCol>
                <a:gridCol w="4042347">
                  <a:extLst>
                    <a:ext uri="{9D8B030D-6E8A-4147-A177-3AD203B41FA5}">
                      <a16:colId xmlns:a16="http://schemas.microsoft.com/office/drawing/2014/main" val="3461777539"/>
                    </a:ext>
                  </a:extLst>
                </a:gridCol>
              </a:tblGrid>
              <a:tr h="394600">
                <a:tc>
                  <a:txBody>
                    <a:bodyPr/>
                    <a:lstStyle/>
                    <a:p>
                      <a:pPr marL="0" marR="0" algn="ctr">
                        <a:lnSpc>
                          <a:spcPct val="107000"/>
                        </a:lnSpc>
                        <a:spcAft>
                          <a:spcPts val="800"/>
                        </a:spcAft>
                        <a:buNone/>
                      </a:pPr>
                      <a:r>
                        <a:rPr lang="en-US" sz="2400" b="1">
                          <a:solidFill>
                            <a:srgbClr val="FFFFFF"/>
                          </a:solidFill>
                          <a:effectLst/>
                          <a:latin typeface="Calibri" panose="020F0502020204030204" pitchFamily="34" charset="0"/>
                          <a:ea typeface="Calibri" panose="020F0502020204030204" pitchFamily="34" charset="0"/>
                          <a:cs typeface="Arial" panose="020B0604020202020204" pitchFamily="34" charset="0"/>
                        </a:rPr>
                        <a:t>SWG Member</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tc>
                  <a:txBody>
                    <a:bodyPr/>
                    <a:lstStyle/>
                    <a:p>
                      <a:pPr marL="0" marR="0" algn="ctr">
                        <a:lnSpc>
                          <a:spcPct val="107000"/>
                        </a:lnSpc>
                        <a:spcAft>
                          <a:spcPts val="800"/>
                        </a:spcAft>
                        <a:buNone/>
                      </a:pPr>
                      <a:r>
                        <a:rPr lang="en-US" sz="2400" b="1" dirty="0">
                          <a:solidFill>
                            <a:srgbClr val="FFFFFF"/>
                          </a:solidFill>
                          <a:effectLst/>
                          <a:latin typeface="Calibri" panose="020F0502020204030204" pitchFamily="34" charset="0"/>
                          <a:ea typeface="Calibri" panose="020F0502020204030204" pitchFamily="34" charset="0"/>
                          <a:cs typeface="Arial" panose="020B0604020202020204" pitchFamily="34" charset="0"/>
                        </a:rPr>
                        <a:t>26 Code Sprint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688071618"/>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Jim Antonisse</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460745278"/>
                  </a:ext>
                </a:extLst>
              </a:tr>
              <a:tr h="394600">
                <a:tc>
                  <a:txBody>
                    <a:bodyPr/>
                    <a:lstStyle/>
                    <a:p>
                      <a:pPr marL="0" marR="0">
                        <a:lnSpc>
                          <a:spcPct val="107000"/>
                        </a:lnSpc>
                        <a:spcAft>
                          <a:spcPts val="800"/>
                        </a:spcAft>
                        <a:buNone/>
                      </a:pPr>
                      <a:r>
                        <a:rPr lang="en-US" sz="2400" b="1">
                          <a:effectLst/>
                          <a:latin typeface="Calibri" panose="020F0502020204030204" pitchFamily="34" charset="0"/>
                          <a:ea typeface="Calibri" panose="020F0502020204030204" pitchFamily="34" charset="0"/>
                          <a:cs typeface="Arial" panose="020B0604020202020204" pitchFamily="34" charset="0"/>
                        </a:rPr>
                        <a:t>Mr. Dave Archer</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Virtual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000"/>
                    </a:solidFill>
                  </a:tcPr>
                </a:tc>
                <a:extLst>
                  <a:ext uri="{0D108BD9-81ED-4DB2-BD59-A6C34878D82A}">
                    <a16:rowId xmlns:a16="http://schemas.microsoft.com/office/drawing/2014/main" val="3519559011"/>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Sam Bolling</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nSpc>
                          <a:spcPct val="107000"/>
                        </a:lnSpc>
                        <a:spcAft>
                          <a:spcPts val="800"/>
                        </a:spcAft>
                        <a:buNone/>
                      </a:pPr>
                      <a:r>
                        <a:rPr lang="en-US" sz="24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Virtual</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000"/>
                    </a:solidFill>
                  </a:tcPr>
                </a:tc>
                <a:extLst>
                  <a:ext uri="{0D108BD9-81ED-4DB2-BD59-A6C34878D82A}">
                    <a16:rowId xmlns:a16="http://schemas.microsoft.com/office/drawing/2014/main" val="571214242"/>
                  </a:ext>
                </a:extLst>
              </a:tr>
              <a:tr h="394600">
                <a:tc>
                  <a:txBody>
                    <a:bodyPr/>
                    <a:lstStyle/>
                    <a:p>
                      <a:pPr marL="0" marR="0">
                        <a:lnSpc>
                          <a:spcPct val="107000"/>
                        </a:lnSpc>
                        <a:spcAft>
                          <a:spcPts val="800"/>
                        </a:spcAft>
                        <a:buNone/>
                      </a:pPr>
                      <a:r>
                        <a:rPr lang="en-US" sz="2400" b="1">
                          <a:effectLst/>
                          <a:latin typeface="Calibri" panose="020F0502020204030204" pitchFamily="34" charset="0"/>
                          <a:ea typeface="Calibri" panose="020F0502020204030204" pitchFamily="34" charset="0"/>
                          <a:cs typeface="Arial" panose="020B0604020202020204" pitchFamily="34" charset="0"/>
                        </a:rPr>
                        <a:t>Dr. Mike Botts</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Tentative In-Person / Virtual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696276507"/>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Drew Botts</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nSpc>
                          <a:spcPct val="107000"/>
                        </a:lnSpc>
                        <a:spcAft>
                          <a:spcPts val="800"/>
                        </a:spcAft>
                        <a:buNone/>
                      </a:pPr>
                      <a:r>
                        <a:rPr lang="en-US" sz="24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Tentative In-Person / Virtual</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239805057"/>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Glenn Laughlin</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Virtual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000"/>
                    </a:solidFill>
                  </a:tcPr>
                </a:tc>
                <a:extLst>
                  <a:ext uri="{0D108BD9-81ED-4DB2-BD59-A6C34878D82A}">
                    <a16:rowId xmlns:a16="http://schemas.microsoft.com/office/drawing/2014/main" val="200685303"/>
                  </a:ext>
                </a:extLst>
              </a:tr>
              <a:tr h="394600">
                <a:tc>
                  <a:txBody>
                    <a:bodyPr/>
                    <a:lstStyle/>
                    <a:p>
                      <a:pPr marL="0" marR="0">
                        <a:lnSpc>
                          <a:spcPct val="107000"/>
                        </a:lnSpc>
                        <a:spcAft>
                          <a:spcPts val="800"/>
                        </a:spcAft>
                        <a:buNone/>
                      </a:pPr>
                      <a:r>
                        <a:rPr lang="en-US" sz="2400" b="1" dirty="0">
                          <a:effectLst/>
                          <a:latin typeface="Calibri" panose="020F0502020204030204" pitchFamily="34" charset="0"/>
                          <a:ea typeface="Calibri" panose="020F0502020204030204" pitchFamily="34" charset="0"/>
                          <a:cs typeface="Arial" panose="020B0604020202020204" pitchFamily="34" charset="0"/>
                        </a:rPr>
                        <a:t>Mr. Eric LoMonaco</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Virtual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000"/>
                    </a:solidFill>
                  </a:tcPr>
                </a:tc>
                <a:extLst>
                  <a:ext uri="{0D108BD9-81ED-4DB2-BD59-A6C34878D82A}">
                    <a16:rowId xmlns:a16="http://schemas.microsoft.com/office/drawing/2014/main" val="346521009"/>
                  </a:ext>
                </a:extLst>
              </a:tr>
              <a:tr h="394600">
                <a:tc>
                  <a:txBody>
                    <a:bodyPr/>
                    <a:lstStyle/>
                    <a:p>
                      <a:pPr marL="0" marR="0">
                        <a:lnSpc>
                          <a:spcPct val="107000"/>
                        </a:lnSpc>
                        <a:spcAft>
                          <a:spcPts val="800"/>
                        </a:spcAft>
                        <a:buNone/>
                      </a:pPr>
                      <a:r>
                        <a:rPr lang="en-US" sz="2400" b="1">
                          <a:effectLst/>
                          <a:latin typeface="Calibri" panose="020F0502020204030204" pitchFamily="34" charset="0"/>
                          <a:ea typeface="Calibri" panose="020F0502020204030204" pitchFamily="34" charset="0"/>
                          <a:cs typeface="Arial" panose="020B0604020202020204" pitchFamily="34" charset="0"/>
                        </a:rPr>
                        <a:t>Mr. Tom Kralidis</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2"/>
                    </a:solid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Tentative In-Person</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96617404"/>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Alex Robin</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marL="0" marR="0">
                        <a:lnSpc>
                          <a:spcPct val="107000"/>
                        </a:lnSpc>
                        <a:spcAft>
                          <a:spcPts val="800"/>
                        </a:spcAft>
                        <a:buNone/>
                      </a:pPr>
                      <a:r>
                        <a:rPr lang="en-US" sz="24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Tentative In-Person / Virtual</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710444184"/>
                  </a:ext>
                </a:extLst>
              </a:tr>
              <a:tr h="394600">
                <a:tc>
                  <a:txBody>
                    <a:bodyPr/>
                    <a:lstStyle/>
                    <a:p>
                      <a:pPr marL="0" marR="0">
                        <a:lnSpc>
                          <a:spcPct val="107000"/>
                        </a:lnSpc>
                        <a:spcAft>
                          <a:spcPts val="800"/>
                        </a:spcAft>
                        <a:buNone/>
                      </a:pPr>
                      <a:r>
                        <a:rPr lang="en-US" sz="2400" b="1">
                          <a:effectLst/>
                          <a:latin typeface="Calibri" panose="020F0502020204030204" pitchFamily="34" charset="0"/>
                          <a:ea typeface="Calibri" panose="020F0502020204030204" pitchFamily="34" charset="0"/>
                          <a:cs typeface="Arial" panose="020B0604020202020204" pitchFamily="34" charset="0"/>
                        </a:rPr>
                        <a:t>Mr. Rob Smith</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2"/>
                    </a:solidFill>
                  </a:tcPr>
                </a:tc>
                <a:tc>
                  <a:txBody>
                    <a:bodyPr/>
                    <a:lstStyle/>
                    <a:p>
                      <a:pPr marL="0" marR="0">
                        <a:lnSpc>
                          <a:spcPct val="107000"/>
                        </a:lnSpc>
                        <a:spcAft>
                          <a:spcPts val="800"/>
                        </a:spcAft>
                        <a:buNone/>
                      </a:pPr>
                      <a:r>
                        <a:rPr lang="en-US" sz="240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2"/>
                    </a:solidFill>
                  </a:tcPr>
                </a:tc>
                <a:extLst>
                  <a:ext uri="{0D108BD9-81ED-4DB2-BD59-A6C34878D82A}">
                    <a16:rowId xmlns:a16="http://schemas.microsoft.com/office/drawing/2014/main" val="2552453583"/>
                  </a:ext>
                </a:extLst>
              </a:tr>
              <a:tr h="39460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Arial" panose="020B0604020202020204" pitchFamily="34" charset="0"/>
                        </a:rPr>
                        <a:t>Mr. Jan Speckamp</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marL="0" marR="0">
                        <a:lnSpc>
                          <a:spcPct val="107000"/>
                        </a:lnSpc>
                        <a:spcAft>
                          <a:spcPts val="800"/>
                        </a:spcAft>
                        <a:buNone/>
                      </a:pPr>
                      <a:r>
                        <a:rPr lang="en-US" sz="24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In-Person</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786137610"/>
                  </a:ext>
                </a:extLst>
              </a:tr>
              <a:tr h="394600">
                <a:tc>
                  <a:txBody>
                    <a:bodyPr/>
                    <a:lstStyle/>
                    <a:p>
                      <a:pPr marL="0" marR="0">
                        <a:lnSpc>
                          <a:spcPct val="107000"/>
                        </a:lnSpc>
                        <a:spcAft>
                          <a:spcPts val="800"/>
                        </a:spcAft>
                        <a:buNone/>
                      </a:pPr>
                      <a:r>
                        <a:rPr lang="en-US" sz="2400" b="1" dirty="0">
                          <a:effectLst/>
                          <a:latin typeface="Calibri" panose="020F0502020204030204" pitchFamily="34" charset="0"/>
                          <a:ea typeface="Calibri" panose="020F0502020204030204" pitchFamily="34" charset="0"/>
                          <a:cs typeface="Arial" panose="020B0604020202020204" pitchFamily="34" charset="0"/>
                        </a:rPr>
                        <a:t>Dr. Chris Tucker</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2"/>
                    </a:solidFill>
                  </a:tcPr>
                </a:tc>
                <a:tc>
                  <a:txBody>
                    <a:bodyPr/>
                    <a:lstStyle/>
                    <a:p>
                      <a:pPr marL="0" marR="0">
                        <a:lnSpc>
                          <a:spcPct val="107000"/>
                        </a:lnSpc>
                        <a:spcAft>
                          <a:spcPts val="8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Tentative In-Person / Virtual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321699864"/>
                  </a:ext>
                </a:extLst>
              </a:tr>
            </a:tbl>
          </a:graphicData>
        </a:graphic>
      </p:graphicFrame>
      <p:sp>
        <p:nvSpPr>
          <p:cNvPr id="3" name="TextBox 2">
            <a:extLst>
              <a:ext uri="{FF2B5EF4-FFF2-40B4-BE49-F238E27FC236}">
                <a16:creationId xmlns:a16="http://schemas.microsoft.com/office/drawing/2014/main" id="{EA27B683-3889-76AD-174A-8D0C9C3D8833}"/>
              </a:ext>
            </a:extLst>
          </p:cNvPr>
          <p:cNvSpPr txBox="1"/>
          <p:nvPr/>
        </p:nvSpPr>
        <p:spPr>
          <a:xfrm>
            <a:off x="9144000" y="2781300"/>
            <a:ext cx="6858000" cy="4401205"/>
          </a:xfrm>
          <a:prstGeom prst="rect">
            <a:avLst/>
          </a:prstGeom>
          <a:noFill/>
        </p:spPr>
        <p:txBody>
          <a:bodyPr wrap="square" rtlCol="0">
            <a:spAutoFit/>
          </a:bodyPr>
          <a:lstStyle/>
          <a:p>
            <a:r>
              <a:rPr lang="en-US" sz="2800" dirty="0"/>
              <a:t>Links:</a:t>
            </a:r>
          </a:p>
          <a:p>
            <a:pPr marL="342900" indent="-342900">
              <a:buFont typeface="Arial" panose="020B0604020202020204" pitchFamily="34" charset="0"/>
              <a:buChar char="•"/>
            </a:pPr>
            <a:r>
              <a:rPr lang="en-US" sz="2800" dirty="0">
                <a:hlinkClick r:id="rId2"/>
              </a:rPr>
              <a:t>Open Standards Code Sprint</a:t>
            </a:r>
            <a:endParaRPr lang="en-US" sz="2800" dirty="0"/>
          </a:p>
          <a:p>
            <a:pPr marL="342900" indent="-342900">
              <a:buFont typeface="Arial" panose="020B0604020202020204" pitchFamily="34" charset="0"/>
              <a:buChar char="•"/>
            </a:pPr>
            <a:r>
              <a:rPr lang="en-US" sz="2800" dirty="0">
                <a:hlinkClick r:id="rId3"/>
              </a:rPr>
              <a:t>October 2025 Open Standards Code Sprint · opengeospatial/developer-events Wiki</a:t>
            </a:r>
            <a:endParaRPr lang="en-US" sz="2800" dirty="0"/>
          </a:p>
          <a:p>
            <a:pPr marL="342900" indent="-342900">
              <a:buFont typeface="Arial" panose="020B0604020202020204" pitchFamily="34" charset="0"/>
              <a:buChar char="•"/>
            </a:pPr>
            <a:r>
              <a:rPr lang="en-US" sz="2800" dirty="0">
                <a:hlinkClick r:id="rId4"/>
              </a:rPr>
              <a:t>What is everybody going to be working on, at the October 2025 Open Standards Sprint? · Issue #173 · opengeospatial/developer-events</a:t>
            </a:r>
            <a:endParaRPr lang="en-US" sz="2800" dirty="0"/>
          </a:p>
          <a:p>
            <a:pPr marL="342900" indent="-342900">
              <a:buFont typeface="Arial" panose="020B0604020202020204" pitchFamily="34" charset="0"/>
              <a:buChar char="•"/>
            </a:pPr>
            <a:r>
              <a:rPr lang="en-US" sz="2800" dirty="0">
                <a:hlinkClick r:id="rId5"/>
              </a:rPr>
              <a:t>OGC Events Discord server</a:t>
            </a:r>
            <a:endParaRPr lang="en-US" sz="2800" dirty="0"/>
          </a:p>
          <a:p>
            <a:pPr marL="342900" indent="-342900">
              <a:buFont typeface="Arial" panose="020B0604020202020204" pitchFamily="34" charset="0"/>
              <a:buChar char="•"/>
            </a:pPr>
            <a:r>
              <a:rPr lang="en-US" sz="2800" dirty="0">
                <a:hlinkClick r:id="rId6"/>
              </a:rPr>
              <a:t>Backlog Table · @OS4CSAPI</a:t>
            </a:r>
            <a:endParaRPr lang="en-US" sz="2800" dirty="0"/>
          </a:p>
        </p:txBody>
      </p:sp>
      <p:sp>
        <p:nvSpPr>
          <p:cNvPr id="6" name="Text Placeholder 3">
            <a:extLst>
              <a:ext uri="{FF2B5EF4-FFF2-40B4-BE49-F238E27FC236}">
                <a16:creationId xmlns:a16="http://schemas.microsoft.com/office/drawing/2014/main" id="{AF50D89D-6A6D-97B4-94AD-6A7A88F0D29D}"/>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3202206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ECFBF73-7EC6-495E-2503-FCDBD2F0355F}"/>
              </a:ext>
            </a:extLst>
          </p:cNvPr>
          <p:cNvSpPr>
            <a:spLocks noGrp="1"/>
          </p:cNvSpPr>
          <p:nvPr>
            <p:ph type="body" sz="half" idx="2"/>
          </p:nvPr>
        </p:nvSpPr>
        <p:spPr/>
        <p:txBody>
          <a:bodyPr/>
          <a:lstStyle/>
          <a:p>
            <a:r>
              <a:rPr lang="en-US" dirty="0" err="1"/>
              <a:t>www.ogc.org</a:t>
            </a:r>
            <a:endParaRPr lang="en-US" dirty="0"/>
          </a:p>
        </p:txBody>
      </p:sp>
      <p:pic>
        <p:nvPicPr>
          <p:cNvPr id="11" name="Picture Placeholder 10" descr="A close-up of a globe&#10;&#10;Description automatically generated">
            <a:extLst>
              <a:ext uri="{FF2B5EF4-FFF2-40B4-BE49-F238E27FC236}">
                <a16:creationId xmlns:a16="http://schemas.microsoft.com/office/drawing/2014/main" id="{B7C01188-9AA9-8568-0CA1-95FA96AE4F69}"/>
              </a:ext>
            </a:extLst>
          </p:cNvPr>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a:stretch>
            <a:fillRect/>
          </a:stretch>
        </p:blipFill>
        <p:spPr/>
      </p:pic>
      <p:sp>
        <p:nvSpPr>
          <p:cNvPr id="5" name="Title 4">
            <a:extLst>
              <a:ext uri="{FF2B5EF4-FFF2-40B4-BE49-F238E27FC236}">
                <a16:creationId xmlns:a16="http://schemas.microsoft.com/office/drawing/2014/main" id="{EFE5A070-D09B-1569-0492-3CBFCEB3A5B1}"/>
              </a:ext>
            </a:extLst>
          </p:cNvPr>
          <p:cNvSpPr>
            <a:spLocks noGrp="1"/>
          </p:cNvSpPr>
          <p:nvPr>
            <p:ph type="title"/>
          </p:nvPr>
        </p:nvSpPr>
        <p:spPr>
          <a:xfrm>
            <a:off x="671761" y="2599308"/>
            <a:ext cx="9767639" cy="3301612"/>
          </a:xfrm>
        </p:spPr>
        <p:txBody>
          <a:bodyPr/>
          <a:lstStyle/>
          <a:p>
            <a:r>
              <a:rPr lang="en-IN" dirty="0">
                <a:latin typeface="Aptos"/>
              </a:rPr>
              <a:t>Thank You!</a:t>
            </a:r>
            <a:endParaRPr lang="en-US" dirty="0"/>
          </a:p>
        </p:txBody>
      </p:sp>
      <p:sp>
        <p:nvSpPr>
          <p:cNvPr id="8" name="Text Placeholder 7">
            <a:extLst>
              <a:ext uri="{FF2B5EF4-FFF2-40B4-BE49-F238E27FC236}">
                <a16:creationId xmlns:a16="http://schemas.microsoft.com/office/drawing/2014/main" id="{EA409BF2-F3A7-4646-7CA3-F0B7832504C6}"/>
              </a:ext>
            </a:extLst>
          </p:cNvPr>
          <p:cNvSpPr>
            <a:spLocks noGrp="1"/>
          </p:cNvSpPr>
          <p:nvPr>
            <p:ph type="body" sz="half" idx="17"/>
          </p:nvPr>
        </p:nvSpPr>
        <p:spPr>
          <a:xfrm>
            <a:off x="1126446" y="6720883"/>
            <a:ext cx="5655353" cy="175217"/>
          </a:xfrm>
        </p:spPr>
        <p:txBody>
          <a:bodyPr/>
          <a:lstStyle/>
          <a:p>
            <a:r>
              <a:rPr lang="en-US" dirty="0">
                <a:hlinkClick r:id="rId3"/>
              </a:rPr>
              <a:t>sbolling@riversideresearch.org</a:t>
            </a:r>
            <a:endParaRPr lang="en-US" dirty="0"/>
          </a:p>
          <a:p>
            <a:endParaRPr lang="en-US" dirty="0"/>
          </a:p>
        </p:txBody>
      </p:sp>
      <p:sp>
        <p:nvSpPr>
          <p:cNvPr id="3" name="Text Placeholder 2">
            <a:extLst>
              <a:ext uri="{FF2B5EF4-FFF2-40B4-BE49-F238E27FC236}">
                <a16:creationId xmlns:a16="http://schemas.microsoft.com/office/drawing/2014/main" id="{B890AF5C-FE6A-82EC-AA42-B286DF154EDB}"/>
              </a:ext>
            </a:extLst>
          </p:cNvPr>
          <p:cNvSpPr>
            <a:spLocks noGrp="1"/>
          </p:cNvSpPr>
          <p:nvPr>
            <p:ph type="body" sz="half" idx="18"/>
          </p:nvPr>
        </p:nvSpPr>
        <p:spPr/>
        <p:txBody>
          <a:bodyPr/>
          <a:lstStyle/>
          <a:p>
            <a:r>
              <a:rPr lang="en-US" sz="2800" dirty="0">
                <a:hlinkClick r:id="rId4"/>
              </a:rPr>
              <a:t>OGC Events Discord server</a:t>
            </a:r>
            <a:endParaRPr lang="en-US" sz="2800" dirty="0"/>
          </a:p>
        </p:txBody>
      </p:sp>
    </p:spTree>
    <p:extLst>
      <p:ext uri="{BB962C8B-B14F-4D97-AF65-F5344CB8AC3E}">
        <p14:creationId xmlns:p14="http://schemas.microsoft.com/office/powerpoint/2010/main" val="3875861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AF3B6-98D0-E93E-3E78-49CAE0F20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90FEE-E821-3FA4-9889-24BF49847B30}"/>
              </a:ext>
            </a:extLst>
          </p:cNvPr>
          <p:cNvSpPr>
            <a:spLocks noGrp="1"/>
          </p:cNvSpPr>
          <p:nvPr>
            <p:ph type="title"/>
          </p:nvPr>
        </p:nvSpPr>
        <p:spPr/>
        <p:txBody>
          <a:bodyPr/>
          <a:lstStyle/>
          <a:p>
            <a:r>
              <a:rPr lang="en-US" dirty="0"/>
              <a:t>OS4CSAPI Initiative (Working Title)</a:t>
            </a:r>
          </a:p>
        </p:txBody>
      </p:sp>
      <p:pic>
        <p:nvPicPr>
          <p:cNvPr id="5" name="Picture 4">
            <a:extLst>
              <a:ext uri="{FF2B5EF4-FFF2-40B4-BE49-F238E27FC236}">
                <a16:creationId xmlns:a16="http://schemas.microsoft.com/office/drawing/2014/main" id="{419C34FA-F1AD-6FC0-5622-B97FE96CBD0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68685" y="2857500"/>
            <a:ext cx="7878167" cy="4191000"/>
          </a:xfrm>
          <a:prstGeom prst="rect">
            <a:avLst/>
          </a:prstGeom>
          <a:ln w="28575">
            <a:solidFill>
              <a:srgbClr val="000C36"/>
            </a:solidFill>
          </a:ln>
        </p:spPr>
      </p:pic>
      <p:pic>
        <p:nvPicPr>
          <p:cNvPr id="9" name="Picture 8">
            <a:extLst>
              <a:ext uri="{FF2B5EF4-FFF2-40B4-BE49-F238E27FC236}">
                <a16:creationId xmlns:a16="http://schemas.microsoft.com/office/drawing/2014/main" id="{DD7BFCF3-5B71-E147-CE67-BC549DDF60E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144000" y="2857500"/>
            <a:ext cx="7934258" cy="4889717"/>
          </a:xfrm>
          <a:prstGeom prst="rect">
            <a:avLst/>
          </a:prstGeom>
          <a:ln w="28575">
            <a:solidFill>
              <a:srgbClr val="000C36"/>
            </a:solidFill>
          </a:ln>
        </p:spPr>
      </p:pic>
      <p:cxnSp>
        <p:nvCxnSpPr>
          <p:cNvPr id="10" name="Straight Connector 9">
            <a:extLst>
              <a:ext uri="{FF2B5EF4-FFF2-40B4-BE49-F238E27FC236}">
                <a16:creationId xmlns:a16="http://schemas.microsoft.com/office/drawing/2014/main" id="{B756EEA6-BDB3-0FC5-5CED-96E47FFA7193}"/>
              </a:ext>
            </a:extLst>
          </p:cNvPr>
          <p:cNvCxnSpPr>
            <a:cxnSpLocks/>
          </p:cNvCxnSpPr>
          <p:nvPr/>
        </p:nvCxnSpPr>
        <p:spPr>
          <a:xfrm>
            <a:off x="8694581" y="2400302"/>
            <a:ext cx="0" cy="736441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3C71EF-1F7D-B945-9176-EF9951335182}"/>
              </a:ext>
            </a:extLst>
          </p:cNvPr>
          <p:cNvSpPr txBox="1"/>
          <p:nvPr/>
        </p:nvSpPr>
        <p:spPr>
          <a:xfrm>
            <a:off x="10453253" y="2261918"/>
            <a:ext cx="5315751" cy="461665"/>
          </a:xfrm>
          <a:prstGeom prst="rect">
            <a:avLst/>
          </a:prstGeom>
          <a:noFill/>
        </p:spPr>
        <p:txBody>
          <a:bodyPr wrap="none" rtlCol="0">
            <a:spAutoFit/>
          </a:bodyPr>
          <a:lstStyle/>
          <a:p>
            <a:pPr algn="ctr"/>
            <a:r>
              <a:rPr lang="en-US" sz="2400" b="1" dirty="0">
                <a:solidFill>
                  <a:schemeClr val="accent1"/>
                </a:solidFill>
              </a:rPr>
              <a:t>CSAPI SPECIFIC PROJECT ENGAGEMENTS</a:t>
            </a:r>
          </a:p>
        </p:txBody>
      </p:sp>
      <p:sp>
        <p:nvSpPr>
          <p:cNvPr id="13" name="TextBox 12">
            <a:extLst>
              <a:ext uri="{FF2B5EF4-FFF2-40B4-BE49-F238E27FC236}">
                <a16:creationId xmlns:a16="http://schemas.microsoft.com/office/drawing/2014/main" id="{738A3F5F-23C1-FC1A-1408-99D69FEC4263}"/>
              </a:ext>
            </a:extLst>
          </p:cNvPr>
          <p:cNvSpPr txBox="1"/>
          <p:nvPr/>
        </p:nvSpPr>
        <p:spPr>
          <a:xfrm>
            <a:off x="1752600" y="2261919"/>
            <a:ext cx="5247077" cy="461665"/>
          </a:xfrm>
          <a:prstGeom prst="rect">
            <a:avLst/>
          </a:prstGeom>
          <a:noFill/>
        </p:spPr>
        <p:txBody>
          <a:bodyPr wrap="none" rtlCol="0">
            <a:spAutoFit/>
          </a:bodyPr>
          <a:lstStyle/>
          <a:p>
            <a:pPr algn="ctr"/>
            <a:r>
              <a:rPr lang="en-US" sz="2400" b="1" dirty="0">
                <a:solidFill>
                  <a:schemeClr val="accent1"/>
                </a:solidFill>
              </a:rPr>
              <a:t>GENERAL OGC PROJECT ENGAGEMENTS</a:t>
            </a:r>
          </a:p>
        </p:txBody>
      </p:sp>
      <p:sp>
        <p:nvSpPr>
          <p:cNvPr id="14" name="TextBox 13">
            <a:extLst>
              <a:ext uri="{FF2B5EF4-FFF2-40B4-BE49-F238E27FC236}">
                <a16:creationId xmlns:a16="http://schemas.microsoft.com/office/drawing/2014/main" id="{0545B7C6-B3C6-1911-4963-EB18FFCC61C8}"/>
              </a:ext>
            </a:extLst>
          </p:cNvPr>
          <p:cNvSpPr txBox="1"/>
          <p:nvPr/>
        </p:nvSpPr>
        <p:spPr>
          <a:xfrm>
            <a:off x="1752600" y="7316331"/>
            <a:ext cx="5214519" cy="2246769"/>
          </a:xfrm>
          <a:prstGeom prst="rect">
            <a:avLst/>
          </a:prstGeom>
          <a:noFill/>
        </p:spPr>
        <p:txBody>
          <a:bodyPr wrap="square" rtlCol="0">
            <a:spAutoFit/>
          </a:bodyPr>
          <a:lstStyle/>
          <a:p>
            <a:pPr marL="342900" indent="-342900">
              <a:buFont typeface="Arial" panose="020B0604020202020204" pitchFamily="34" charset="0"/>
              <a:buChar char="•"/>
            </a:pPr>
            <a:r>
              <a:rPr lang="en-US" sz="2800" dirty="0">
                <a:hlinkClick r:id="rId4"/>
              </a:rPr>
              <a:t>OWS Lib</a:t>
            </a:r>
            <a:r>
              <a:rPr lang="en-US" sz="2800" dirty="0"/>
              <a:t> – </a:t>
            </a:r>
            <a:r>
              <a:rPr lang="en-US" sz="2800" dirty="0">
                <a:hlinkClick r:id="rId5"/>
              </a:rPr>
              <a:t>Issue #1011</a:t>
            </a:r>
            <a:endParaRPr lang="en-US" sz="2800" dirty="0"/>
          </a:p>
          <a:p>
            <a:pPr marL="342900" indent="-342900">
              <a:buFont typeface="Arial" panose="020B0604020202020204" pitchFamily="34" charset="0"/>
              <a:buChar char="•"/>
            </a:pPr>
            <a:r>
              <a:rPr lang="en-US" sz="2800" dirty="0">
                <a:hlinkClick r:id="rId6"/>
              </a:rPr>
              <a:t>QGIS</a:t>
            </a:r>
            <a:r>
              <a:rPr lang="en-US" sz="2800" dirty="0"/>
              <a:t> – </a:t>
            </a:r>
            <a:r>
              <a:rPr lang="en-US" sz="2800" dirty="0">
                <a:hlinkClick r:id="rId7"/>
              </a:rPr>
              <a:t>Issue #63108</a:t>
            </a:r>
            <a:endParaRPr lang="en-US" sz="2800" dirty="0"/>
          </a:p>
          <a:p>
            <a:pPr marL="342900" indent="-342900">
              <a:buFont typeface="Arial" panose="020B0604020202020204" pitchFamily="34" charset="0"/>
              <a:buChar char="•"/>
            </a:pPr>
            <a:r>
              <a:rPr lang="en-US" sz="2800" dirty="0">
                <a:hlinkClick r:id="rId8"/>
              </a:rPr>
              <a:t>Camp-To-Camp</a:t>
            </a:r>
            <a:r>
              <a:rPr lang="en-US" sz="2800" dirty="0"/>
              <a:t> – </a:t>
            </a:r>
            <a:r>
              <a:rPr lang="en-US" sz="2800" dirty="0">
                <a:hlinkClick r:id="rId9"/>
              </a:rPr>
              <a:t>Issue #118</a:t>
            </a:r>
            <a:r>
              <a:rPr lang="en-US" sz="2800" dirty="0"/>
              <a:t> </a:t>
            </a:r>
          </a:p>
          <a:p>
            <a:pPr marL="342900" indent="-342900">
              <a:buFont typeface="Arial" panose="020B0604020202020204" pitchFamily="34" charset="0"/>
              <a:buChar char="•"/>
            </a:pPr>
            <a:r>
              <a:rPr lang="en-US" sz="2800" dirty="0">
                <a:hlinkClick r:id="rId10"/>
              </a:rPr>
              <a:t>GeoServer</a:t>
            </a:r>
            <a:r>
              <a:rPr lang="en-US" sz="2800" dirty="0"/>
              <a:t> – TBD</a:t>
            </a:r>
          </a:p>
          <a:p>
            <a:pPr marL="342900" indent="-342900">
              <a:buFont typeface="Arial" panose="020B0604020202020204" pitchFamily="34" charset="0"/>
              <a:buChar char="•"/>
            </a:pPr>
            <a:r>
              <a:rPr lang="en-US" sz="2800" dirty="0">
                <a:hlinkClick r:id="rId11"/>
              </a:rPr>
              <a:t>HAKUNAPI</a:t>
            </a:r>
            <a:r>
              <a:rPr lang="en-US" sz="2800" dirty="0"/>
              <a:t> – TBD</a:t>
            </a:r>
          </a:p>
        </p:txBody>
      </p:sp>
      <p:sp>
        <p:nvSpPr>
          <p:cNvPr id="15" name="TextBox 14">
            <a:extLst>
              <a:ext uri="{FF2B5EF4-FFF2-40B4-BE49-F238E27FC236}">
                <a16:creationId xmlns:a16="http://schemas.microsoft.com/office/drawing/2014/main" id="{4339D695-5CAD-8331-E43F-B3222D58F330}"/>
              </a:ext>
            </a:extLst>
          </p:cNvPr>
          <p:cNvSpPr txBox="1"/>
          <p:nvPr/>
        </p:nvSpPr>
        <p:spPr>
          <a:xfrm>
            <a:off x="9099869" y="7747217"/>
            <a:ext cx="8983817" cy="1384995"/>
          </a:xfrm>
          <a:prstGeom prst="rect">
            <a:avLst/>
          </a:prstGeom>
          <a:noFill/>
        </p:spPr>
        <p:txBody>
          <a:bodyPr wrap="square" rtlCol="0">
            <a:spAutoFit/>
          </a:bodyPr>
          <a:lstStyle/>
          <a:p>
            <a:pPr marL="342900" indent="-342900">
              <a:buFont typeface="Arial" panose="020B0604020202020204" pitchFamily="34" charset="0"/>
              <a:buChar char="•"/>
            </a:pPr>
            <a:r>
              <a:rPr lang="en-US" sz="2800" dirty="0">
                <a:hlinkClick r:id="rId12"/>
              </a:rPr>
              <a:t>Open Sensor Hub (OSH)</a:t>
            </a:r>
            <a:r>
              <a:rPr lang="en-US" sz="2800" dirty="0"/>
              <a:t> – </a:t>
            </a:r>
            <a:r>
              <a:rPr lang="en-US" sz="2800" dirty="0">
                <a:hlinkClick r:id="rId13"/>
              </a:rPr>
              <a:t>Issue #313</a:t>
            </a:r>
            <a:endParaRPr lang="en-US" sz="2800" dirty="0"/>
          </a:p>
          <a:p>
            <a:pPr marL="342900" indent="-342900">
              <a:buFont typeface="Arial" panose="020B0604020202020204" pitchFamily="34" charset="0"/>
              <a:buChar char="•"/>
            </a:pPr>
            <a:r>
              <a:rPr lang="en-US" sz="2800" dirty="0">
                <a:hlinkClick r:id="rId14"/>
              </a:rPr>
              <a:t>52 North connected-systems-pygeoapi</a:t>
            </a:r>
            <a:r>
              <a:rPr lang="en-US" sz="2800" dirty="0"/>
              <a:t> – </a:t>
            </a:r>
            <a:r>
              <a:rPr lang="en-US" sz="2800" dirty="0">
                <a:hlinkClick r:id="rId15"/>
              </a:rPr>
              <a:t>Issue #8</a:t>
            </a:r>
            <a:endParaRPr lang="en-US" sz="2800" dirty="0"/>
          </a:p>
          <a:p>
            <a:pPr marL="342900" indent="-342900">
              <a:buFont typeface="Arial" panose="020B0604020202020204" pitchFamily="34" charset="0"/>
              <a:buChar char="•"/>
            </a:pPr>
            <a:r>
              <a:rPr lang="en-US" sz="2800" dirty="0">
                <a:hlinkClick r:id="rId16"/>
              </a:rPr>
              <a:t>Botts Innovation ConnectedSystemsAPI-Java</a:t>
            </a:r>
            <a:r>
              <a:rPr lang="en-US" sz="2800" dirty="0"/>
              <a:t> – </a:t>
            </a:r>
            <a:r>
              <a:rPr lang="en-US" sz="2800" dirty="0">
                <a:hlinkClick r:id="rId17"/>
              </a:rPr>
              <a:t>Issue #1</a:t>
            </a:r>
            <a:endParaRPr lang="en-US" sz="2800" dirty="0"/>
          </a:p>
        </p:txBody>
      </p:sp>
      <p:sp>
        <p:nvSpPr>
          <p:cNvPr id="6" name="Text Placeholder 3">
            <a:extLst>
              <a:ext uri="{FF2B5EF4-FFF2-40B4-BE49-F238E27FC236}">
                <a16:creationId xmlns:a16="http://schemas.microsoft.com/office/drawing/2014/main" id="{90D7E9DB-4924-BDE5-2740-65A7BB2A7B1C}"/>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3651197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9C62-7753-D0EB-4C57-EF7BBCA24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E4C94-B3D1-02E1-A783-F7B16DDFE2E3}"/>
              </a:ext>
            </a:extLst>
          </p:cNvPr>
          <p:cNvSpPr>
            <a:spLocks noGrp="1"/>
          </p:cNvSpPr>
          <p:nvPr>
            <p:ph type="title"/>
          </p:nvPr>
        </p:nvSpPr>
        <p:spPr/>
        <p:txBody>
          <a:bodyPr/>
          <a:lstStyle/>
          <a:p>
            <a:r>
              <a:rPr lang="en-US" dirty="0"/>
              <a:t>OS4CSAPI Initiative: A notional October Schedule</a:t>
            </a:r>
          </a:p>
        </p:txBody>
      </p:sp>
      <p:pic>
        <p:nvPicPr>
          <p:cNvPr id="5" name="Picture 4" descr="Timeline&#10;&#10;AI-generated content may be incorrect.">
            <a:extLst>
              <a:ext uri="{FF2B5EF4-FFF2-40B4-BE49-F238E27FC236}">
                <a16:creationId xmlns:a16="http://schemas.microsoft.com/office/drawing/2014/main" id="{740FC5AA-A3DA-6BF3-6516-34889F0634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0649" y="1925844"/>
            <a:ext cx="14226702" cy="7599156"/>
          </a:xfrm>
          <a:prstGeom prst="rect">
            <a:avLst/>
          </a:prstGeom>
        </p:spPr>
      </p:pic>
    </p:spTree>
    <p:extLst>
      <p:ext uri="{BB962C8B-B14F-4D97-AF65-F5344CB8AC3E}">
        <p14:creationId xmlns:p14="http://schemas.microsoft.com/office/powerpoint/2010/main" val="1893530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6E38F-2447-1650-2ADF-C159C834E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EB2BA-BCBF-3DB8-D988-2FF6C435089D}"/>
              </a:ext>
            </a:extLst>
          </p:cNvPr>
          <p:cNvSpPr>
            <a:spLocks noGrp="1"/>
          </p:cNvSpPr>
          <p:nvPr>
            <p:ph type="title"/>
          </p:nvPr>
        </p:nvSpPr>
        <p:spPr/>
        <p:txBody>
          <a:bodyPr/>
          <a:lstStyle/>
          <a:p>
            <a:r>
              <a:rPr lang="en-US" dirty="0"/>
              <a:t>Useful Links</a:t>
            </a:r>
          </a:p>
        </p:txBody>
      </p:sp>
      <p:sp>
        <p:nvSpPr>
          <p:cNvPr id="5" name="TextBox 4">
            <a:extLst>
              <a:ext uri="{FF2B5EF4-FFF2-40B4-BE49-F238E27FC236}">
                <a16:creationId xmlns:a16="http://schemas.microsoft.com/office/drawing/2014/main" id="{9C758A46-3113-0F38-1252-CA08AC7BCACA}"/>
              </a:ext>
            </a:extLst>
          </p:cNvPr>
          <p:cNvSpPr txBox="1"/>
          <p:nvPr/>
        </p:nvSpPr>
        <p:spPr>
          <a:xfrm>
            <a:off x="304800" y="2019300"/>
            <a:ext cx="17602200"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API – Connected Systems SWG Space on OGC Agora – </a:t>
            </a:r>
            <a:r>
              <a:rPr lang="en-US" sz="2400" dirty="0">
                <a:hlinkClick r:id="rId2"/>
              </a:rPr>
              <a:t>General (Connected Systems SWG) | Agora</a:t>
            </a:r>
            <a:endParaRPr lang="en-US" sz="2400" dirty="0"/>
          </a:p>
          <a:p>
            <a:pPr marL="342900" indent="-342900">
              <a:buFont typeface="Arial" panose="020B0604020202020204" pitchFamily="34" charset="0"/>
              <a:buChar char="•"/>
            </a:pPr>
            <a:r>
              <a:rPr lang="en-US" sz="2400" dirty="0"/>
              <a:t>API – Connected Systems SWG Events on OGC Agora – </a:t>
            </a:r>
            <a:r>
              <a:rPr lang="en-US" sz="2400" dirty="0">
                <a:hlinkClick r:id="rId3"/>
              </a:rPr>
              <a:t>Events (Connected Systems SWG) | Agora</a:t>
            </a:r>
            <a:endParaRPr lang="en-US" sz="2400" dirty="0"/>
          </a:p>
          <a:p>
            <a:pPr marL="342900" indent="-342900">
              <a:buFont typeface="Arial" panose="020B0604020202020204" pitchFamily="34" charset="0"/>
              <a:buChar char="•"/>
            </a:pPr>
            <a:r>
              <a:rPr lang="en-US" sz="2400" dirty="0"/>
              <a:t>OGC API – Connected Systems Public Page - </a:t>
            </a:r>
            <a:r>
              <a:rPr lang="en-US" sz="2400" dirty="0">
                <a:hlinkClick r:id="rId4"/>
              </a:rPr>
              <a:t>OGC API - Connected Systems</a:t>
            </a:r>
            <a:endParaRPr lang="en-US" sz="2400" dirty="0"/>
          </a:p>
          <a:p>
            <a:pPr marL="342900" indent="-342900">
              <a:buFont typeface="Arial" panose="020B0604020202020204" pitchFamily="34" charset="0"/>
              <a:buChar char="•"/>
            </a:pPr>
            <a:r>
              <a:rPr lang="en-US" sz="2400" dirty="0"/>
              <a:t>OGC API – Connected Systems Public Overview Page – </a:t>
            </a:r>
            <a:r>
              <a:rPr lang="en-US" sz="2400" dirty="0">
                <a:hlinkClick r:id="rId5"/>
              </a:rPr>
              <a:t>OGC API - Connected Systems – Overview</a:t>
            </a:r>
            <a:r>
              <a:rPr lang="en-US" sz="2400" dirty="0"/>
              <a:t> (may need updating)</a:t>
            </a:r>
          </a:p>
          <a:p>
            <a:pPr marL="342900" indent="-342900">
              <a:buFont typeface="Arial" panose="020B0604020202020204" pitchFamily="34" charset="0"/>
              <a:buChar char="•"/>
            </a:pPr>
            <a:r>
              <a:rPr lang="en-US" sz="2400" dirty="0"/>
              <a:t>OGC API – Connected Systems Standard v1 Announcement Page - </a:t>
            </a:r>
            <a:r>
              <a:rPr lang="en-US" sz="2400" dirty="0">
                <a:hlinkClick r:id="rId6"/>
              </a:rPr>
              <a:t>OGC Publishes API for Connected Systems v1.0</a:t>
            </a:r>
            <a:endParaRPr lang="en-US" sz="2400" dirty="0"/>
          </a:p>
          <a:p>
            <a:pPr marL="342900" indent="-342900">
              <a:buFont typeface="Arial" panose="020B0604020202020204" pitchFamily="34" charset="0"/>
              <a:buChar char="•"/>
            </a:pPr>
            <a:r>
              <a:rPr lang="en-US" sz="2400" dirty="0"/>
              <a:t>OGC API – Connected Systems Standard Public Page - </a:t>
            </a:r>
            <a:r>
              <a:rPr lang="en-US" sz="2400" dirty="0">
                <a:hlinkClick r:id="rId7"/>
              </a:rPr>
              <a:t>OGC API – Connected Systems</a:t>
            </a:r>
            <a:endParaRPr lang="en-US" sz="2400" dirty="0"/>
          </a:p>
          <a:p>
            <a:pPr marL="342900" indent="-342900">
              <a:buFont typeface="Arial" panose="020B0604020202020204" pitchFamily="34" charset="0"/>
              <a:buChar char="•"/>
            </a:pPr>
            <a:r>
              <a:rPr lang="en-US" sz="2400" dirty="0"/>
              <a:t>OGC SensorML Standard Public Page – </a:t>
            </a:r>
            <a:r>
              <a:rPr lang="en-US" sz="2400" dirty="0">
                <a:hlinkClick r:id="rId8"/>
              </a:rPr>
              <a:t>Sensor Model Language (SensorML) Standard | OGC Publications</a:t>
            </a:r>
            <a:endParaRPr lang="en-US" sz="2400" dirty="0"/>
          </a:p>
          <a:p>
            <a:pPr marL="342900" indent="-342900">
              <a:buFont typeface="Arial" panose="020B0604020202020204" pitchFamily="34" charset="0"/>
              <a:buChar char="•"/>
            </a:pPr>
            <a:r>
              <a:rPr lang="en-US" sz="2400" dirty="0"/>
              <a:t>OGC SWE Common Standard Public Page – </a:t>
            </a:r>
            <a:r>
              <a:rPr lang="en-US" sz="2400" dirty="0">
                <a:hlinkClick r:id="rId9"/>
              </a:rPr>
              <a:t>Sensor Web Enablement Common (SWE Common) Standard | OGC</a:t>
            </a:r>
            <a:endParaRPr lang="en-US" sz="2400" dirty="0"/>
          </a:p>
          <a:p>
            <a:pPr marL="342900" indent="-342900">
              <a:buFont typeface="Arial" panose="020B0604020202020204" pitchFamily="34" charset="0"/>
              <a:buChar char="•"/>
            </a:pPr>
            <a:r>
              <a:rPr lang="en-US" sz="2400" dirty="0"/>
              <a:t>OGC API – Connected Systems Github – </a:t>
            </a:r>
            <a:r>
              <a:rPr lang="en-US" sz="2400" dirty="0">
                <a:hlinkClick r:id="rId10"/>
              </a:rPr>
              <a:t>opengeospatial/</a:t>
            </a:r>
            <a:r>
              <a:rPr lang="en-US" sz="2400" dirty="0" err="1">
                <a:hlinkClick r:id="rId10"/>
              </a:rPr>
              <a:t>ogcapi</a:t>
            </a:r>
            <a:r>
              <a:rPr lang="en-US" sz="2400" dirty="0">
                <a:hlinkClick r:id="rId10"/>
              </a:rPr>
              <a:t>-connected-systems: Public Repository for the Connected Systems SWG</a:t>
            </a:r>
            <a:endParaRPr lang="en-US" sz="2400" dirty="0"/>
          </a:p>
          <a:p>
            <a:pPr marL="342900" indent="-342900">
              <a:buFont typeface="Arial" panose="020B0604020202020204" pitchFamily="34" charset="0"/>
              <a:buChar char="•"/>
            </a:pPr>
            <a:r>
              <a:rPr lang="en-US" sz="2400" dirty="0"/>
              <a:t>What Else?</a:t>
            </a:r>
          </a:p>
        </p:txBody>
      </p:sp>
      <p:sp>
        <p:nvSpPr>
          <p:cNvPr id="6" name="Text Placeholder 3">
            <a:extLst>
              <a:ext uri="{FF2B5EF4-FFF2-40B4-BE49-F238E27FC236}">
                <a16:creationId xmlns:a16="http://schemas.microsoft.com/office/drawing/2014/main" id="{0624040F-580B-2B6A-924A-4ADCB4176367}"/>
              </a:ext>
            </a:extLst>
          </p:cNvPr>
          <p:cNvSpPr>
            <a:spLocks noGrp="1"/>
          </p:cNvSpPr>
          <p:nvPr>
            <p:ph type="body" idx="15"/>
          </p:nvPr>
        </p:nvSpPr>
        <p:spPr>
          <a:xfrm>
            <a:off x="11648365" y="9764896"/>
            <a:ext cx="6465670" cy="255404"/>
          </a:xfrm>
        </p:spPr>
        <p:txBody>
          <a:bodyPr/>
          <a:lstStyle/>
          <a:p>
            <a:r>
              <a:rPr lang="en-US" dirty="0"/>
              <a:t>OGC Code Sprint 26 Planning</a:t>
            </a:r>
          </a:p>
        </p:txBody>
      </p:sp>
    </p:spTree>
    <p:extLst>
      <p:ext uri="{BB962C8B-B14F-4D97-AF65-F5344CB8AC3E}">
        <p14:creationId xmlns:p14="http://schemas.microsoft.com/office/powerpoint/2010/main" val="1355461017"/>
      </p:ext>
    </p:extLst>
  </p:cSld>
  <p:clrMapOvr>
    <a:masterClrMapping/>
  </p:clrMapOvr>
</p:sld>
</file>

<file path=ppt/theme/theme1.xml><?xml version="1.0" encoding="utf-8"?>
<a:theme xmlns:a="http://schemas.openxmlformats.org/drawingml/2006/main" name="Office Theme">
  <a:themeElements>
    <a:clrScheme name="OGC Colours final">
      <a:dk1>
        <a:srgbClr val="000000"/>
      </a:dk1>
      <a:lt1>
        <a:srgbClr val="FFFFFF"/>
      </a:lt1>
      <a:dk2>
        <a:srgbClr val="1F497D"/>
      </a:dk2>
      <a:lt2>
        <a:srgbClr val="E3EFFC"/>
      </a:lt2>
      <a:accent1>
        <a:srgbClr val="1A2483"/>
      </a:accent1>
      <a:accent2>
        <a:srgbClr val="3B43FF"/>
      </a:accent2>
      <a:accent3>
        <a:srgbClr val="D6E832"/>
      </a:accent3>
      <a:accent4>
        <a:srgbClr val="92DEFF"/>
      </a:accent4>
      <a:accent5>
        <a:srgbClr val="BAD6FF"/>
      </a:accent5>
      <a:accent6>
        <a:srgbClr val="AAB50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91f4a-b750-44ad-8ebf-06d36ba90675" xsi:nil="true"/>
    <lcf76f155ced4ddcb4097134ff3c332f xmlns="d6fbc86c-d850-4140-ac77-9d31bd829bd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9E3310CD124948B4E279413993BB0E" ma:contentTypeVersion="12" ma:contentTypeDescription="Create a new document." ma:contentTypeScope="" ma:versionID="fc8b863ec1056c56ffffe257a51936bd">
  <xsd:schema xmlns:xsd="http://www.w3.org/2001/XMLSchema" xmlns:xs="http://www.w3.org/2001/XMLSchema" xmlns:p="http://schemas.microsoft.com/office/2006/metadata/properties" xmlns:ns2="d6fbc86c-d850-4140-ac77-9d31bd829bdd" xmlns:ns3="9d591f4a-b750-44ad-8ebf-06d36ba90675" targetNamespace="http://schemas.microsoft.com/office/2006/metadata/properties" ma:root="true" ma:fieldsID="d5fd8e07813858ef482eb847c5c0745f" ns2:_="" ns3:_="">
    <xsd:import namespace="d6fbc86c-d850-4140-ac77-9d31bd829bdd"/>
    <xsd:import namespace="9d591f4a-b750-44ad-8ebf-06d36ba906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fbc86c-d850-4140-ac77-9d31bd829b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e216777-a1e1-495c-93e8-2566215d527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d591f4a-b750-44ad-8ebf-06d36ba9067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c77d112-1c04-4fa5-a3ca-824683e69c49}" ma:internalName="TaxCatchAll" ma:showField="CatchAllData" ma:web="9d591f4a-b750-44ad-8ebf-06d36ba906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24EC57-0D7D-4A60-AA29-9C87B6AFBD34}">
  <ds:schemaRefs>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http://www.w3.org/XML/1998/namespace"/>
    <ds:schemaRef ds:uri="9d591f4a-b750-44ad-8ebf-06d36ba90675"/>
    <ds:schemaRef ds:uri="d6fbc86c-d850-4140-ac77-9d31bd829bdd"/>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C50D1FC-052B-484F-B224-939D165EDB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fbc86c-d850-4140-ac77-9d31bd829bdd"/>
    <ds:schemaRef ds:uri="9d591f4a-b750-44ad-8ebf-06d36ba906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385D7B-68CF-418B-B666-639349DA20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43381</TotalTime>
  <Words>1939</Words>
  <Application>Microsoft Office PowerPoint</Application>
  <PresentationFormat>Custom</PresentationFormat>
  <Paragraphs>317</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Calibri</vt:lpstr>
      <vt:lpstr>Arial</vt:lpstr>
      <vt:lpstr>Office Theme</vt:lpstr>
      <vt:lpstr>Sam Bolling, Riverside Research</vt:lpstr>
      <vt:lpstr>Agenda</vt:lpstr>
      <vt:lpstr>Sprint Goals</vt:lpstr>
      <vt:lpstr> OS4CSAPI Initiative</vt:lpstr>
      <vt:lpstr>Repositories of Interest</vt:lpstr>
      <vt:lpstr>OS4CSAPI GitHub Project Board</vt:lpstr>
      <vt:lpstr> OS4CSAPI Initiative – 52 North CSAPI PyGeoAPI</vt:lpstr>
      <vt:lpstr> OS4CSAPI Initiative – Camp to Camp</vt:lpstr>
      <vt:lpstr> OS4CSAPI Initiative – OWSLib</vt:lpstr>
      <vt:lpstr> OS4CSAPI Initiative – QGIS</vt:lpstr>
      <vt:lpstr> OS4CSAPI Initiative – HAKUNAPI</vt:lpstr>
      <vt:lpstr>Attendance Planning and Useful Links</vt:lpstr>
      <vt:lpstr>Thank You!</vt:lpstr>
      <vt:lpstr>OS4CSAPI Initiative (Working Title)</vt:lpstr>
      <vt:lpstr>OS4CSAPI Initiative: A notional October Schedule</vt:lpstr>
      <vt:lpstr>Useful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Minimalist Brand Strategy Presentation</dc:title>
  <dc:creator>Bolling, Sam</dc:creator>
  <cp:lastModifiedBy>Bolling, Sam</cp:lastModifiedBy>
  <cp:revision>200</cp:revision>
  <dcterms:created xsi:type="dcterms:W3CDTF">2006-08-16T00:00:00Z</dcterms:created>
  <dcterms:modified xsi:type="dcterms:W3CDTF">2025-10-08T23:20:33Z</dcterms:modified>
  <dc:identifier>DAGYbemYEzg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0x0101002E9E3310CD124948B4E279413993BB0E</vt:lpwstr>
  </property>
  <property fmtid="{D5CDD505-2E9C-101B-9397-08002B2CF9AE}" pid="3" name="MediaServiceImageTags">
    <vt:lpwstr/>
  </property>
  <property fmtid="{D5CDD505-2E9C-101B-9397-08002B2CF9AE}" pid="4" name="MSIP_Label_fe3b474d-e8f5-46da-9600-feaeb7380d09_Enabled">
    <vt:lpwstr>true</vt:lpwstr>
  </property>
  <property fmtid="{D5CDD505-2E9C-101B-9397-08002B2CF9AE}" pid="5" name="MSIP_Label_fe3b474d-e8f5-46da-9600-feaeb7380d09_SetDate">
    <vt:lpwstr>2025-08-05T17:39:54Z</vt:lpwstr>
  </property>
  <property fmtid="{D5CDD505-2E9C-101B-9397-08002B2CF9AE}" pid="6" name="MSIP_Label_fe3b474d-e8f5-46da-9600-feaeb7380d09_Method">
    <vt:lpwstr>Privileged</vt:lpwstr>
  </property>
  <property fmtid="{D5CDD505-2E9C-101B-9397-08002B2CF9AE}" pid="7" name="MSIP_Label_fe3b474d-e8f5-46da-9600-feaeb7380d09_Name">
    <vt:lpwstr>General-NEW</vt:lpwstr>
  </property>
  <property fmtid="{D5CDD505-2E9C-101B-9397-08002B2CF9AE}" pid="8" name="MSIP_Label_fe3b474d-e8f5-46da-9600-feaeb7380d09_SiteId">
    <vt:lpwstr>bfc64a8d-9064-4c64-91c3-9d10b44c1cb6</vt:lpwstr>
  </property>
  <property fmtid="{D5CDD505-2E9C-101B-9397-08002B2CF9AE}" pid="9" name="MSIP_Label_fe3b474d-e8f5-46da-9600-feaeb7380d09_ActionId">
    <vt:lpwstr>72592ff3-7a08-4f3f-99f6-7bf90b3d427f</vt:lpwstr>
  </property>
  <property fmtid="{D5CDD505-2E9C-101B-9397-08002B2CF9AE}" pid="10" name="MSIP_Label_fe3b474d-e8f5-46da-9600-feaeb7380d09_ContentBits">
    <vt:lpwstr>3</vt:lpwstr>
  </property>
  <property fmtid="{D5CDD505-2E9C-101B-9397-08002B2CF9AE}" pid="11" name="MSIP_Label_fe3b474d-e8f5-46da-9600-feaeb7380d09_Tag">
    <vt:lpwstr>10, 0, 1, 1</vt:lpwstr>
  </property>
  <property fmtid="{D5CDD505-2E9C-101B-9397-08002B2CF9AE}" pid="12" name="ClassificationContentMarkingFooterLocations">
    <vt:lpwstr>Office Theme:10</vt:lpwstr>
  </property>
  <property fmtid="{D5CDD505-2E9C-101B-9397-08002B2CF9AE}" pid="13" name="ClassificationContentMarkingFooterText">
    <vt:lpwstr>GENERAL INFORMATION</vt:lpwstr>
  </property>
  <property fmtid="{D5CDD505-2E9C-101B-9397-08002B2CF9AE}" pid="14" name="ClassificationContentMarkingHeaderLocations">
    <vt:lpwstr>Office Theme:9</vt:lpwstr>
  </property>
  <property fmtid="{D5CDD505-2E9C-101B-9397-08002B2CF9AE}" pid="15" name="ClassificationContentMarkingHeaderText">
    <vt:lpwstr>GENERAL INFORMATION</vt:lpwstr>
  </property>
</Properties>
</file>