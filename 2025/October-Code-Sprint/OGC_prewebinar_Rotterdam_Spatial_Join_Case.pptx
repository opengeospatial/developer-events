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ags/tag1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592" r:id="rId2"/>
    <p:sldId id="256" r:id="rId3"/>
    <p:sldId id="258" r:id="rId4"/>
    <p:sldId id="259" r:id="rId5"/>
    <p:sldId id="260" r:id="rId6"/>
    <p:sldId id="268" r:id="rId7"/>
    <p:sldId id="269" r:id="rId8"/>
    <p:sldId id="270" r:id="rId9"/>
    <p:sldId id="257" r:id="rId10"/>
    <p:sldId id="262" r:id="rId11"/>
    <p:sldId id="263" r:id="rId12"/>
    <p:sldId id="265" r:id="rId13"/>
    <p:sldId id="266" r:id="rId14"/>
    <p:sldId id="267" r:id="rId15"/>
    <p:sldId id="261" r:id="rId16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FA957B1-5B45-4E76-87A7-6A8D0BBB5CDD}" v="96" dt="2025-10-09T11:55:00.11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38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ermeij M.J. (Maarten)" userId="c4e91ca6-cd37-4f99-92f4-f84325c3d697" providerId="ADAL" clId="{FFA957B1-5B45-4E76-87A7-6A8D0BBB5CDD}"/>
    <pc:docChg chg="undo custSel addSld delSld modSld sldOrd">
      <pc:chgData name="Vermeij M.J. (Maarten)" userId="c4e91ca6-cd37-4f99-92f4-f84325c3d697" providerId="ADAL" clId="{FFA957B1-5B45-4E76-87A7-6A8D0BBB5CDD}" dt="2025-10-09T11:55:00.116" v="1356" actId="1076"/>
      <pc:docMkLst>
        <pc:docMk/>
      </pc:docMkLst>
      <pc:sldChg chg="delSp modSp mod">
        <pc:chgData name="Vermeij M.J. (Maarten)" userId="c4e91ca6-cd37-4f99-92f4-f84325c3d697" providerId="ADAL" clId="{FFA957B1-5B45-4E76-87A7-6A8D0BBB5CDD}" dt="2025-10-09T11:43:56.128" v="1233"/>
        <pc:sldMkLst>
          <pc:docMk/>
          <pc:sldMk cId="581335360" sldId="256"/>
        </pc:sldMkLst>
        <pc:spChg chg="mod">
          <ac:chgData name="Vermeij M.J. (Maarten)" userId="c4e91ca6-cd37-4f99-92f4-f84325c3d697" providerId="ADAL" clId="{FFA957B1-5B45-4E76-87A7-6A8D0BBB5CDD}" dt="2025-10-09T11:43:56.128" v="1233"/>
          <ac:spMkLst>
            <pc:docMk/>
            <pc:sldMk cId="581335360" sldId="256"/>
            <ac:spMk id="2" creationId="{54FB23E4-B965-461B-23C5-DB18696048DD}"/>
          </ac:spMkLst>
        </pc:spChg>
        <pc:spChg chg="del">
          <ac:chgData name="Vermeij M.J. (Maarten)" userId="c4e91ca6-cd37-4f99-92f4-f84325c3d697" providerId="ADAL" clId="{FFA957B1-5B45-4E76-87A7-6A8D0BBB5CDD}" dt="2025-10-09T11:31:43.181" v="808" actId="478"/>
          <ac:spMkLst>
            <pc:docMk/>
            <pc:sldMk cId="581335360" sldId="256"/>
            <ac:spMk id="3" creationId="{038C6805-2E9A-3471-8610-844D078DBA80}"/>
          </ac:spMkLst>
        </pc:spChg>
      </pc:sldChg>
      <pc:sldChg chg="modSp">
        <pc:chgData name="Vermeij M.J. (Maarten)" userId="c4e91ca6-cd37-4f99-92f4-f84325c3d697" providerId="ADAL" clId="{FFA957B1-5B45-4E76-87A7-6A8D0BBB5CDD}" dt="2025-10-09T11:43:56.128" v="1233"/>
        <pc:sldMkLst>
          <pc:docMk/>
          <pc:sldMk cId="4192351839" sldId="257"/>
        </pc:sldMkLst>
        <pc:spChg chg="mod">
          <ac:chgData name="Vermeij M.J. (Maarten)" userId="c4e91ca6-cd37-4f99-92f4-f84325c3d697" providerId="ADAL" clId="{FFA957B1-5B45-4E76-87A7-6A8D0BBB5CDD}" dt="2025-10-09T11:43:56.128" v="1233"/>
          <ac:spMkLst>
            <pc:docMk/>
            <pc:sldMk cId="4192351839" sldId="257"/>
            <ac:spMk id="2" creationId="{70073CAB-D939-293E-377C-5D7C5EFCF68B}"/>
          </ac:spMkLst>
        </pc:spChg>
        <pc:spChg chg="mod">
          <ac:chgData name="Vermeij M.J. (Maarten)" userId="c4e91ca6-cd37-4f99-92f4-f84325c3d697" providerId="ADAL" clId="{FFA957B1-5B45-4E76-87A7-6A8D0BBB5CDD}" dt="2025-10-09T11:43:56.128" v="1233"/>
          <ac:spMkLst>
            <pc:docMk/>
            <pc:sldMk cId="4192351839" sldId="257"/>
            <ac:spMk id="3" creationId="{0AC97253-9CD5-B6C6-39B7-5BA5F03A4D3E}"/>
          </ac:spMkLst>
        </pc:spChg>
      </pc:sldChg>
      <pc:sldChg chg="addSp modSp mod">
        <pc:chgData name="Vermeij M.J. (Maarten)" userId="c4e91ca6-cd37-4f99-92f4-f84325c3d697" providerId="ADAL" clId="{FFA957B1-5B45-4E76-87A7-6A8D0BBB5CDD}" dt="2025-10-09T11:55:00.116" v="1356" actId="1076"/>
        <pc:sldMkLst>
          <pc:docMk/>
          <pc:sldMk cId="3212884223" sldId="258"/>
        </pc:sldMkLst>
        <pc:spChg chg="mod">
          <ac:chgData name="Vermeij M.J. (Maarten)" userId="c4e91ca6-cd37-4f99-92f4-f84325c3d697" providerId="ADAL" clId="{FFA957B1-5B45-4E76-87A7-6A8D0BBB5CDD}" dt="2025-10-09T11:43:56.128" v="1233"/>
          <ac:spMkLst>
            <pc:docMk/>
            <pc:sldMk cId="3212884223" sldId="258"/>
            <ac:spMk id="2" creationId="{E31DFF9C-D63C-C87A-78F7-138987DC39D9}"/>
          </ac:spMkLst>
        </pc:spChg>
        <pc:spChg chg="mod">
          <ac:chgData name="Vermeij M.J. (Maarten)" userId="c4e91ca6-cd37-4f99-92f4-f84325c3d697" providerId="ADAL" clId="{FFA957B1-5B45-4E76-87A7-6A8D0BBB5CDD}" dt="2025-10-09T11:12:08.604" v="147" actId="20577"/>
          <ac:spMkLst>
            <pc:docMk/>
            <pc:sldMk cId="3212884223" sldId="258"/>
            <ac:spMk id="3" creationId="{4D732C6D-A236-5E49-28B8-ADF79B0BEDCF}"/>
          </ac:spMkLst>
        </pc:spChg>
        <pc:picChg chg="add mod">
          <ac:chgData name="Vermeij M.J. (Maarten)" userId="c4e91ca6-cd37-4f99-92f4-f84325c3d697" providerId="ADAL" clId="{FFA957B1-5B45-4E76-87A7-6A8D0BBB5CDD}" dt="2025-10-09T11:55:00.116" v="1356" actId="1076"/>
          <ac:picMkLst>
            <pc:docMk/>
            <pc:sldMk cId="3212884223" sldId="258"/>
            <ac:picMk id="9218" creationId="{7C4E848F-3C40-F1C2-8F18-9E787D1AA1AA}"/>
          </ac:picMkLst>
        </pc:picChg>
      </pc:sldChg>
      <pc:sldChg chg="modSp">
        <pc:chgData name="Vermeij M.J. (Maarten)" userId="c4e91ca6-cd37-4f99-92f4-f84325c3d697" providerId="ADAL" clId="{FFA957B1-5B45-4E76-87A7-6A8D0BBB5CDD}" dt="2025-10-09T11:43:56.128" v="1233"/>
        <pc:sldMkLst>
          <pc:docMk/>
          <pc:sldMk cId="3658670611" sldId="259"/>
        </pc:sldMkLst>
        <pc:spChg chg="mod">
          <ac:chgData name="Vermeij M.J. (Maarten)" userId="c4e91ca6-cd37-4f99-92f4-f84325c3d697" providerId="ADAL" clId="{FFA957B1-5B45-4E76-87A7-6A8D0BBB5CDD}" dt="2025-10-09T11:43:56.128" v="1233"/>
          <ac:spMkLst>
            <pc:docMk/>
            <pc:sldMk cId="3658670611" sldId="259"/>
            <ac:spMk id="2" creationId="{21576782-2533-6A21-50D3-3F5FAFA21BB6}"/>
          </ac:spMkLst>
        </pc:spChg>
        <pc:spChg chg="mod">
          <ac:chgData name="Vermeij M.J. (Maarten)" userId="c4e91ca6-cd37-4f99-92f4-f84325c3d697" providerId="ADAL" clId="{FFA957B1-5B45-4E76-87A7-6A8D0BBB5CDD}" dt="2025-10-09T11:43:56.128" v="1233"/>
          <ac:spMkLst>
            <pc:docMk/>
            <pc:sldMk cId="3658670611" sldId="259"/>
            <ac:spMk id="4" creationId="{BA1C04BB-2818-A379-2C5A-FCDA430A8A35}"/>
          </ac:spMkLst>
        </pc:spChg>
      </pc:sldChg>
      <pc:sldChg chg="ord">
        <pc:chgData name="Vermeij M.J. (Maarten)" userId="c4e91ca6-cd37-4f99-92f4-f84325c3d697" providerId="ADAL" clId="{FFA957B1-5B45-4E76-87A7-6A8D0BBB5CDD}" dt="2025-10-09T11:25:00.263" v="162"/>
        <pc:sldMkLst>
          <pc:docMk/>
          <pc:sldMk cId="1781596485" sldId="260"/>
        </pc:sldMkLst>
      </pc:sldChg>
      <pc:sldChg chg="modSp mod">
        <pc:chgData name="Vermeij M.J. (Maarten)" userId="c4e91ca6-cd37-4f99-92f4-f84325c3d697" providerId="ADAL" clId="{FFA957B1-5B45-4E76-87A7-6A8D0BBB5CDD}" dt="2025-10-09T11:48:19.496" v="1352" actId="113"/>
        <pc:sldMkLst>
          <pc:docMk/>
          <pc:sldMk cId="3955208638" sldId="261"/>
        </pc:sldMkLst>
        <pc:spChg chg="mod">
          <ac:chgData name="Vermeij M.J. (Maarten)" userId="c4e91ca6-cd37-4f99-92f4-f84325c3d697" providerId="ADAL" clId="{FFA957B1-5B45-4E76-87A7-6A8D0BBB5CDD}" dt="2025-10-09T11:43:56.128" v="1233"/>
          <ac:spMkLst>
            <pc:docMk/>
            <pc:sldMk cId="3955208638" sldId="261"/>
            <ac:spMk id="2" creationId="{EC6A2AC8-83C2-5482-18C5-9969EFEE0C7B}"/>
          </ac:spMkLst>
        </pc:spChg>
        <pc:spChg chg="mod">
          <ac:chgData name="Vermeij M.J. (Maarten)" userId="c4e91ca6-cd37-4f99-92f4-f84325c3d697" providerId="ADAL" clId="{FFA957B1-5B45-4E76-87A7-6A8D0BBB5CDD}" dt="2025-10-09T11:48:19.496" v="1352" actId="113"/>
          <ac:spMkLst>
            <pc:docMk/>
            <pc:sldMk cId="3955208638" sldId="261"/>
            <ac:spMk id="3" creationId="{1538239A-733F-8F79-3DD9-D4F77D31E809}"/>
          </ac:spMkLst>
        </pc:spChg>
      </pc:sldChg>
      <pc:sldChg chg="modSp">
        <pc:chgData name="Vermeij M.J. (Maarten)" userId="c4e91ca6-cd37-4f99-92f4-f84325c3d697" providerId="ADAL" clId="{FFA957B1-5B45-4E76-87A7-6A8D0BBB5CDD}" dt="2025-10-09T11:43:56.128" v="1233"/>
        <pc:sldMkLst>
          <pc:docMk/>
          <pc:sldMk cId="3426653319" sldId="262"/>
        </pc:sldMkLst>
        <pc:spChg chg="mod">
          <ac:chgData name="Vermeij M.J. (Maarten)" userId="c4e91ca6-cd37-4f99-92f4-f84325c3d697" providerId="ADAL" clId="{FFA957B1-5B45-4E76-87A7-6A8D0BBB5CDD}" dt="2025-10-09T11:43:56.128" v="1233"/>
          <ac:spMkLst>
            <pc:docMk/>
            <pc:sldMk cId="3426653319" sldId="262"/>
            <ac:spMk id="2" creationId="{804600F3-D3D5-4DA5-156D-3B8F8CAD4C42}"/>
          </ac:spMkLst>
        </pc:spChg>
        <pc:spChg chg="mod">
          <ac:chgData name="Vermeij M.J. (Maarten)" userId="c4e91ca6-cd37-4f99-92f4-f84325c3d697" providerId="ADAL" clId="{FFA957B1-5B45-4E76-87A7-6A8D0BBB5CDD}" dt="2025-10-09T11:43:56.128" v="1233"/>
          <ac:spMkLst>
            <pc:docMk/>
            <pc:sldMk cId="3426653319" sldId="262"/>
            <ac:spMk id="3" creationId="{39A08747-4D1E-9AB6-8EE2-8B41CD93EE2C}"/>
          </ac:spMkLst>
        </pc:spChg>
      </pc:sldChg>
      <pc:sldChg chg="modSp">
        <pc:chgData name="Vermeij M.J. (Maarten)" userId="c4e91ca6-cd37-4f99-92f4-f84325c3d697" providerId="ADAL" clId="{FFA957B1-5B45-4E76-87A7-6A8D0BBB5CDD}" dt="2025-10-09T11:43:56.128" v="1233"/>
        <pc:sldMkLst>
          <pc:docMk/>
          <pc:sldMk cId="960067101" sldId="263"/>
        </pc:sldMkLst>
        <pc:spChg chg="mod">
          <ac:chgData name="Vermeij M.J. (Maarten)" userId="c4e91ca6-cd37-4f99-92f4-f84325c3d697" providerId="ADAL" clId="{FFA957B1-5B45-4E76-87A7-6A8D0BBB5CDD}" dt="2025-10-09T11:43:56.128" v="1233"/>
          <ac:spMkLst>
            <pc:docMk/>
            <pc:sldMk cId="960067101" sldId="263"/>
            <ac:spMk id="2" creationId="{23FE5A73-0345-CA22-35F4-D5B3EBA3ECB1}"/>
          </ac:spMkLst>
        </pc:spChg>
        <pc:spChg chg="mod">
          <ac:chgData name="Vermeij M.J. (Maarten)" userId="c4e91ca6-cd37-4f99-92f4-f84325c3d697" providerId="ADAL" clId="{FFA957B1-5B45-4E76-87A7-6A8D0BBB5CDD}" dt="2025-10-09T11:43:56.128" v="1233"/>
          <ac:spMkLst>
            <pc:docMk/>
            <pc:sldMk cId="960067101" sldId="263"/>
            <ac:spMk id="3" creationId="{AED5FFC6-00E6-EAF8-1ED1-BDB683D97FFB}"/>
          </ac:spMkLst>
        </pc:spChg>
      </pc:sldChg>
      <pc:sldChg chg="new del">
        <pc:chgData name="Vermeij M.J. (Maarten)" userId="c4e91ca6-cd37-4f99-92f4-f84325c3d697" providerId="ADAL" clId="{FFA957B1-5B45-4E76-87A7-6A8D0BBB5CDD}" dt="2025-10-09T11:37:51.394" v="1015" actId="47"/>
        <pc:sldMkLst>
          <pc:docMk/>
          <pc:sldMk cId="468838274" sldId="264"/>
        </pc:sldMkLst>
      </pc:sldChg>
      <pc:sldChg chg="addSp delSp modSp add mod">
        <pc:chgData name="Vermeij M.J. (Maarten)" userId="c4e91ca6-cd37-4f99-92f4-f84325c3d697" providerId="ADAL" clId="{FFA957B1-5B45-4E76-87A7-6A8D0BBB5CDD}" dt="2025-10-09T11:43:56.128" v="1233"/>
        <pc:sldMkLst>
          <pc:docMk/>
          <pc:sldMk cId="678603695" sldId="265"/>
        </pc:sldMkLst>
        <pc:spChg chg="mod">
          <ac:chgData name="Vermeij M.J. (Maarten)" userId="c4e91ca6-cd37-4f99-92f4-f84325c3d697" providerId="ADAL" clId="{FFA957B1-5B45-4E76-87A7-6A8D0BBB5CDD}" dt="2025-10-09T11:43:56.128" v="1233"/>
          <ac:spMkLst>
            <pc:docMk/>
            <pc:sldMk cId="678603695" sldId="265"/>
            <ac:spMk id="2" creationId="{2FCA668F-028F-D4D5-8E1B-50AE9E555150}"/>
          </ac:spMkLst>
        </pc:spChg>
        <pc:spChg chg="mod">
          <ac:chgData name="Vermeij M.J. (Maarten)" userId="c4e91ca6-cd37-4f99-92f4-f84325c3d697" providerId="ADAL" clId="{FFA957B1-5B45-4E76-87A7-6A8D0BBB5CDD}" dt="2025-10-09T11:43:56.128" v="1233"/>
          <ac:spMkLst>
            <pc:docMk/>
            <pc:sldMk cId="678603695" sldId="265"/>
            <ac:spMk id="3" creationId="{3A113FB9-3098-7F8F-6EDA-CDBEA2BD00A5}"/>
          </ac:spMkLst>
        </pc:spChg>
        <pc:spChg chg="add del">
          <ac:chgData name="Vermeij M.J. (Maarten)" userId="c4e91ca6-cd37-4f99-92f4-f84325c3d697" providerId="ADAL" clId="{FFA957B1-5B45-4E76-87A7-6A8D0BBB5CDD}" dt="2025-10-09T10:54:51.636" v="7" actId="22"/>
          <ac:spMkLst>
            <pc:docMk/>
            <pc:sldMk cId="678603695" sldId="265"/>
            <ac:spMk id="10" creationId="{F25D9E45-64F8-11F3-8604-69001FDD6CE5}"/>
          </ac:spMkLst>
        </pc:spChg>
        <pc:spChg chg="add del">
          <ac:chgData name="Vermeij M.J. (Maarten)" userId="c4e91ca6-cd37-4f99-92f4-f84325c3d697" providerId="ADAL" clId="{FFA957B1-5B45-4E76-87A7-6A8D0BBB5CDD}" dt="2025-10-09T10:56:36.217" v="12" actId="22"/>
          <ac:spMkLst>
            <pc:docMk/>
            <pc:sldMk cId="678603695" sldId="265"/>
            <ac:spMk id="13" creationId="{23A0A93B-F9A6-65DD-C4D3-5817B28978F1}"/>
          </ac:spMkLst>
        </pc:spChg>
        <pc:spChg chg="add mod">
          <ac:chgData name="Vermeij M.J. (Maarten)" userId="c4e91ca6-cd37-4f99-92f4-f84325c3d697" providerId="ADAL" clId="{FFA957B1-5B45-4E76-87A7-6A8D0BBB5CDD}" dt="2025-10-09T11:01:12.771" v="75" actId="1076"/>
          <ac:spMkLst>
            <pc:docMk/>
            <pc:sldMk cId="678603695" sldId="265"/>
            <ac:spMk id="15" creationId="{0D8F1B1E-B37B-19BB-7BF3-FE625686B68E}"/>
          </ac:spMkLst>
        </pc:spChg>
        <pc:spChg chg="add mod">
          <ac:chgData name="Vermeij M.J. (Maarten)" userId="c4e91ca6-cd37-4f99-92f4-f84325c3d697" providerId="ADAL" clId="{FFA957B1-5B45-4E76-87A7-6A8D0BBB5CDD}" dt="2025-10-09T11:00:59.372" v="69" actId="1076"/>
          <ac:spMkLst>
            <pc:docMk/>
            <pc:sldMk cId="678603695" sldId="265"/>
            <ac:spMk id="16" creationId="{661D987E-D277-BC49-186C-2E40B0A27B0F}"/>
          </ac:spMkLst>
        </pc:spChg>
        <pc:picChg chg="del">
          <ac:chgData name="Vermeij M.J. (Maarten)" userId="c4e91ca6-cd37-4f99-92f4-f84325c3d697" providerId="ADAL" clId="{FFA957B1-5B45-4E76-87A7-6A8D0BBB5CDD}" dt="2025-10-09T10:54:19.019" v="3" actId="478"/>
          <ac:picMkLst>
            <pc:docMk/>
            <pc:sldMk cId="678603695" sldId="265"/>
            <ac:picMk id="5" creationId="{84F932F5-EB64-1459-09C8-3A7A8E20E40E}"/>
          </ac:picMkLst>
        </pc:picChg>
        <pc:picChg chg="del">
          <ac:chgData name="Vermeij M.J. (Maarten)" userId="c4e91ca6-cd37-4f99-92f4-f84325c3d697" providerId="ADAL" clId="{FFA957B1-5B45-4E76-87A7-6A8D0BBB5CDD}" dt="2025-10-09T10:54:21.454" v="4" actId="478"/>
          <ac:picMkLst>
            <pc:docMk/>
            <pc:sldMk cId="678603695" sldId="265"/>
            <ac:picMk id="6" creationId="{7E39FC9C-03F2-957A-2129-2E2EE72A689A}"/>
          </ac:picMkLst>
        </pc:picChg>
        <pc:picChg chg="add mod">
          <ac:chgData name="Vermeij M.J. (Maarten)" userId="c4e91ca6-cd37-4f99-92f4-f84325c3d697" providerId="ADAL" clId="{FFA957B1-5B45-4E76-87A7-6A8D0BBB5CDD}" dt="2025-10-09T10:59:55.651" v="25" actId="1076"/>
          <ac:picMkLst>
            <pc:docMk/>
            <pc:sldMk cId="678603695" sldId="265"/>
            <ac:picMk id="14" creationId="{6CE51E81-DD05-7829-5DC3-9F2C98A3E257}"/>
          </ac:picMkLst>
        </pc:picChg>
        <pc:picChg chg="del">
          <ac:chgData name="Vermeij M.J. (Maarten)" userId="c4e91ca6-cd37-4f99-92f4-f84325c3d697" providerId="ADAL" clId="{FFA957B1-5B45-4E76-87A7-6A8D0BBB5CDD}" dt="2025-10-09T10:54:18.484" v="2" actId="478"/>
          <ac:picMkLst>
            <pc:docMk/>
            <pc:sldMk cId="678603695" sldId="265"/>
            <ac:picMk id="2050" creationId="{F9DF7A53-1380-66FA-3FED-96EA25E94C94}"/>
          </ac:picMkLst>
        </pc:picChg>
        <pc:picChg chg="mod">
          <ac:chgData name="Vermeij M.J. (Maarten)" userId="c4e91ca6-cd37-4f99-92f4-f84325c3d697" providerId="ADAL" clId="{FFA957B1-5B45-4E76-87A7-6A8D0BBB5CDD}" dt="2025-10-09T11:03:24.068" v="82" actId="1076"/>
          <ac:picMkLst>
            <pc:docMk/>
            <pc:sldMk cId="678603695" sldId="265"/>
            <ac:picMk id="2052" creationId="{DF9AEDBC-A08A-7F83-3F57-7D6322EB3AEE}"/>
          </ac:picMkLst>
        </pc:picChg>
        <pc:picChg chg="del">
          <ac:chgData name="Vermeij M.J. (Maarten)" userId="c4e91ca6-cd37-4f99-92f4-f84325c3d697" providerId="ADAL" clId="{FFA957B1-5B45-4E76-87A7-6A8D0BBB5CDD}" dt="2025-10-09T10:54:22.715" v="5" actId="478"/>
          <ac:picMkLst>
            <pc:docMk/>
            <pc:sldMk cId="678603695" sldId="265"/>
            <ac:picMk id="2054" creationId="{1905D94D-5DFF-4FB6-6EF7-10798AF1C4A6}"/>
          </ac:picMkLst>
        </pc:picChg>
        <pc:picChg chg="add del mod">
          <ac:chgData name="Vermeij M.J. (Maarten)" userId="c4e91ca6-cd37-4f99-92f4-f84325c3d697" providerId="ADAL" clId="{FFA957B1-5B45-4E76-87A7-6A8D0BBB5CDD}" dt="2025-10-09T10:56:34.373" v="10" actId="478"/>
          <ac:picMkLst>
            <pc:docMk/>
            <pc:sldMk cId="678603695" sldId="265"/>
            <ac:picMk id="5122" creationId="{8E8F9CB3-C512-71A5-33A4-171429A8DC09}"/>
          </ac:picMkLst>
        </pc:picChg>
        <pc:picChg chg="add del mod">
          <ac:chgData name="Vermeij M.J. (Maarten)" userId="c4e91ca6-cd37-4f99-92f4-f84325c3d697" providerId="ADAL" clId="{FFA957B1-5B45-4E76-87A7-6A8D0BBB5CDD}" dt="2025-10-09T10:57:54.334" v="16" actId="478"/>
          <ac:picMkLst>
            <pc:docMk/>
            <pc:sldMk cId="678603695" sldId="265"/>
            <ac:picMk id="5124" creationId="{BA32A354-CA1B-5D9E-0338-0575C71CEE37}"/>
          </ac:picMkLst>
        </pc:picChg>
        <pc:picChg chg="add mod">
          <ac:chgData name="Vermeij M.J. (Maarten)" userId="c4e91ca6-cd37-4f99-92f4-f84325c3d697" providerId="ADAL" clId="{FFA957B1-5B45-4E76-87A7-6A8D0BBB5CDD}" dt="2025-10-09T11:01:10.715" v="74" actId="1076"/>
          <ac:picMkLst>
            <pc:docMk/>
            <pc:sldMk cId="678603695" sldId="265"/>
            <ac:picMk id="5126" creationId="{6ECCC47A-303B-DC90-2559-04CD8EBE6B00}"/>
          </ac:picMkLst>
        </pc:picChg>
        <pc:picChg chg="add mod">
          <ac:chgData name="Vermeij M.J. (Maarten)" userId="c4e91ca6-cd37-4f99-92f4-f84325c3d697" providerId="ADAL" clId="{FFA957B1-5B45-4E76-87A7-6A8D0BBB5CDD}" dt="2025-10-09T11:01:56.429" v="80" actId="1076"/>
          <ac:picMkLst>
            <pc:docMk/>
            <pc:sldMk cId="678603695" sldId="265"/>
            <ac:picMk id="5128" creationId="{3747580C-0DDE-E9E0-2973-9C3B136108E3}"/>
          </ac:picMkLst>
        </pc:picChg>
        <pc:cxnChg chg="mod">
          <ac:chgData name="Vermeij M.J. (Maarten)" userId="c4e91ca6-cd37-4f99-92f4-f84325c3d697" providerId="ADAL" clId="{FFA957B1-5B45-4E76-87A7-6A8D0BBB5CDD}" dt="2025-10-09T11:03:26.261" v="83" actId="1076"/>
          <ac:cxnSpMkLst>
            <pc:docMk/>
            <pc:sldMk cId="678603695" sldId="265"/>
            <ac:cxnSpMk id="11" creationId="{44E602B2-F557-2289-7ACA-0FA43103F2AB}"/>
          </ac:cxnSpMkLst>
        </pc:cxnChg>
      </pc:sldChg>
      <pc:sldChg chg="addSp delSp modSp add del mod">
        <pc:chgData name="Vermeij M.J. (Maarten)" userId="c4e91ca6-cd37-4f99-92f4-f84325c3d697" providerId="ADAL" clId="{FFA957B1-5B45-4E76-87A7-6A8D0BBB5CDD}" dt="2025-10-09T11:43:56.128" v="1233"/>
        <pc:sldMkLst>
          <pc:docMk/>
          <pc:sldMk cId="119565566" sldId="266"/>
        </pc:sldMkLst>
        <pc:spChg chg="mod">
          <ac:chgData name="Vermeij M.J. (Maarten)" userId="c4e91ca6-cd37-4f99-92f4-f84325c3d697" providerId="ADAL" clId="{FFA957B1-5B45-4E76-87A7-6A8D0BBB5CDD}" dt="2025-10-09T11:43:56.128" v="1233"/>
          <ac:spMkLst>
            <pc:docMk/>
            <pc:sldMk cId="119565566" sldId="266"/>
            <ac:spMk id="2" creationId="{D350D0DE-FA11-53AE-B5DC-CAE4B56C75CC}"/>
          </ac:spMkLst>
        </pc:spChg>
        <pc:spChg chg="mod">
          <ac:chgData name="Vermeij M.J. (Maarten)" userId="c4e91ca6-cd37-4f99-92f4-f84325c3d697" providerId="ADAL" clId="{FFA957B1-5B45-4E76-87A7-6A8D0BBB5CDD}" dt="2025-10-09T11:43:56.128" v="1233"/>
          <ac:spMkLst>
            <pc:docMk/>
            <pc:sldMk cId="119565566" sldId="266"/>
            <ac:spMk id="3" creationId="{E9368F33-FBAC-A988-420B-DE788489EC29}"/>
          </ac:spMkLst>
        </pc:spChg>
        <pc:spChg chg="add mod">
          <ac:chgData name="Vermeij M.J. (Maarten)" userId="c4e91ca6-cd37-4f99-92f4-f84325c3d697" providerId="ADAL" clId="{FFA957B1-5B45-4E76-87A7-6A8D0BBB5CDD}" dt="2025-10-09T11:04:15.019" v="85" actId="1076"/>
          <ac:spMkLst>
            <pc:docMk/>
            <pc:sldMk cId="119565566" sldId="266"/>
            <ac:spMk id="7" creationId="{27B7D965-7906-3410-8D15-9FAE19ED12AE}"/>
          </ac:spMkLst>
        </pc:spChg>
        <pc:spChg chg="add mod">
          <ac:chgData name="Vermeij M.J. (Maarten)" userId="c4e91ca6-cd37-4f99-92f4-f84325c3d697" providerId="ADAL" clId="{FFA957B1-5B45-4E76-87A7-6A8D0BBB5CDD}" dt="2025-10-09T11:04:18.235" v="87" actId="1076"/>
          <ac:spMkLst>
            <pc:docMk/>
            <pc:sldMk cId="119565566" sldId="266"/>
            <ac:spMk id="12" creationId="{2E9160E2-2913-9CE0-3D27-1E4332AEEC23}"/>
          </ac:spMkLst>
        </pc:spChg>
        <pc:spChg chg="add mod">
          <ac:chgData name="Vermeij M.J. (Maarten)" userId="c4e91ca6-cd37-4f99-92f4-f84325c3d697" providerId="ADAL" clId="{FFA957B1-5B45-4E76-87A7-6A8D0BBB5CDD}" dt="2025-10-09T11:06:35.356" v="112" actId="1076"/>
          <ac:spMkLst>
            <pc:docMk/>
            <pc:sldMk cId="119565566" sldId="266"/>
            <ac:spMk id="17" creationId="{A2D8319E-720A-18DD-80DC-649B25814C2E}"/>
          </ac:spMkLst>
        </pc:spChg>
        <pc:picChg chg="add mod">
          <ac:chgData name="Vermeij M.J. (Maarten)" userId="c4e91ca6-cd37-4f99-92f4-f84325c3d697" providerId="ADAL" clId="{FFA957B1-5B45-4E76-87A7-6A8D0BBB5CDD}" dt="2025-10-09T11:06:30.642" v="110" actId="1076"/>
          <ac:picMkLst>
            <pc:docMk/>
            <pc:sldMk cId="119565566" sldId="266"/>
            <ac:picMk id="5" creationId="{60EEBC13-8E00-2300-A542-92AE20A5ECC4}"/>
          </ac:picMkLst>
        </pc:picChg>
        <pc:picChg chg="add mod">
          <ac:chgData name="Vermeij M.J. (Maarten)" userId="c4e91ca6-cd37-4f99-92f4-f84325c3d697" providerId="ADAL" clId="{FFA957B1-5B45-4E76-87A7-6A8D0BBB5CDD}" dt="2025-10-09T11:04:15.019" v="85" actId="1076"/>
          <ac:picMkLst>
            <pc:docMk/>
            <pc:sldMk cId="119565566" sldId="266"/>
            <ac:picMk id="6" creationId="{66B47277-1E5A-AD40-3CD2-5E664340FE4B}"/>
          </ac:picMkLst>
        </pc:picChg>
        <pc:picChg chg="add mod">
          <ac:chgData name="Vermeij M.J. (Maarten)" userId="c4e91ca6-cd37-4f99-92f4-f84325c3d697" providerId="ADAL" clId="{FFA957B1-5B45-4E76-87A7-6A8D0BBB5CDD}" dt="2025-10-09T11:04:18.235" v="87" actId="1076"/>
          <ac:picMkLst>
            <pc:docMk/>
            <pc:sldMk cId="119565566" sldId="266"/>
            <ac:picMk id="10" creationId="{D8041D59-FF14-8A75-79B8-14C1F7D0389B}"/>
          </ac:picMkLst>
        </pc:picChg>
        <pc:picChg chg="add mod">
          <ac:chgData name="Vermeij M.J. (Maarten)" userId="c4e91ca6-cd37-4f99-92f4-f84325c3d697" providerId="ADAL" clId="{FFA957B1-5B45-4E76-87A7-6A8D0BBB5CDD}" dt="2025-10-09T11:06:31.740" v="111" actId="1076"/>
          <ac:picMkLst>
            <pc:docMk/>
            <pc:sldMk cId="119565566" sldId="266"/>
            <ac:picMk id="15" creationId="{6E23C008-3BF5-49C4-6254-1BFC2519C5DA}"/>
          </ac:picMkLst>
        </pc:picChg>
        <pc:picChg chg="add mod">
          <ac:chgData name="Vermeij M.J. (Maarten)" userId="c4e91ca6-cd37-4f99-92f4-f84325c3d697" providerId="ADAL" clId="{FFA957B1-5B45-4E76-87A7-6A8D0BBB5CDD}" dt="2025-10-09T11:06:35.356" v="112" actId="1076"/>
          <ac:picMkLst>
            <pc:docMk/>
            <pc:sldMk cId="119565566" sldId="266"/>
            <ac:picMk id="16" creationId="{D599B2FA-4714-D81C-E5FF-527AB26B8316}"/>
          </ac:picMkLst>
        </pc:picChg>
        <pc:picChg chg="mod">
          <ac:chgData name="Vermeij M.J. (Maarten)" userId="c4e91ca6-cd37-4f99-92f4-f84325c3d697" providerId="ADAL" clId="{FFA957B1-5B45-4E76-87A7-6A8D0BBB5CDD}" dt="2025-10-09T11:06:45.028" v="115" actId="1076"/>
          <ac:picMkLst>
            <pc:docMk/>
            <pc:sldMk cId="119565566" sldId="266"/>
            <ac:picMk id="5124" creationId="{E1C17090-DB54-B9DF-F38B-814032658EA2}"/>
          </ac:picMkLst>
        </pc:picChg>
        <pc:picChg chg="add del mod">
          <ac:chgData name="Vermeij M.J. (Maarten)" userId="c4e91ca6-cd37-4f99-92f4-f84325c3d697" providerId="ADAL" clId="{FFA957B1-5B45-4E76-87A7-6A8D0BBB5CDD}" dt="2025-10-09T11:10:18.127" v="119" actId="21"/>
          <ac:picMkLst>
            <pc:docMk/>
            <pc:sldMk cId="119565566" sldId="266"/>
            <ac:picMk id="6146" creationId="{C3D1A5EB-6846-083B-DCF9-E74071A4EE35}"/>
          </ac:picMkLst>
        </pc:picChg>
        <pc:cxnChg chg="mod">
          <ac:chgData name="Vermeij M.J. (Maarten)" userId="c4e91ca6-cd37-4f99-92f4-f84325c3d697" providerId="ADAL" clId="{FFA957B1-5B45-4E76-87A7-6A8D0BBB5CDD}" dt="2025-10-09T11:04:23.093" v="89" actId="14100"/>
          <ac:cxnSpMkLst>
            <pc:docMk/>
            <pc:sldMk cId="119565566" sldId="266"/>
            <ac:cxnSpMk id="8" creationId="{066290D3-6294-8A8A-7CEC-D92F77781349}"/>
          </ac:cxnSpMkLst>
        </pc:cxnChg>
        <pc:cxnChg chg="mod">
          <ac:chgData name="Vermeij M.J. (Maarten)" userId="c4e91ca6-cd37-4f99-92f4-f84325c3d697" providerId="ADAL" clId="{FFA957B1-5B45-4E76-87A7-6A8D0BBB5CDD}" dt="2025-10-09T11:04:21.083" v="88" actId="14100"/>
          <ac:cxnSpMkLst>
            <pc:docMk/>
            <pc:sldMk cId="119565566" sldId="266"/>
            <ac:cxnSpMk id="9" creationId="{2AAAC2FD-BE6C-8328-0007-6F42B02137E2}"/>
          </ac:cxnSpMkLst>
        </pc:cxnChg>
      </pc:sldChg>
      <pc:sldChg chg="addSp delSp modSp add mod">
        <pc:chgData name="Vermeij M.J. (Maarten)" userId="c4e91ca6-cd37-4f99-92f4-f84325c3d697" providerId="ADAL" clId="{FFA957B1-5B45-4E76-87A7-6A8D0BBB5CDD}" dt="2025-10-09T11:43:56.128" v="1233"/>
        <pc:sldMkLst>
          <pc:docMk/>
          <pc:sldMk cId="4280328532" sldId="267"/>
        </pc:sldMkLst>
        <pc:spChg chg="mod">
          <ac:chgData name="Vermeij M.J. (Maarten)" userId="c4e91ca6-cd37-4f99-92f4-f84325c3d697" providerId="ADAL" clId="{FFA957B1-5B45-4E76-87A7-6A8D0BBB5CDD}" dt="2025-10-09T11:43:56.128" v="1233"/>
          <ac:spMkLst>
            <pc:docMk/>
            <pc:sldMk cId="4280328532" sldId="267"/>
            <ac:spMk id="2" creationId="{E9AF7067-EF96-2490-D2FD-387B1BCA5449}"/>
          </ac:spMkLst>
        </pc:spChg>
        <pc:spChg chg="mod">
          <ac:chgData name="Vermeij M.J. (Maarten)" userId="c4e91ca6-cd37-4f99-92f4-f84325c3d697" providerId="ADAL" clId="{FFA957B1-5B45-4E76-87A7-6A8D0BBB5CDD}" dt="2025-10-09T11:43:56.128" v="1233"/>
          <ac:spMkLst>
            <pc:docMk/>
            <pc:sldMk cId="4280328532" sldId="267"/>
            <ac:spMk id="3" creationId="{A0B103D6-BC4C-B9CF-0383-1587F879E07B}"/>
          </ac:spMkLst>
        </pc:spChg>
        <pc:spChg chg="add mod">
          <ac:chgData name="Vermeij M.J. (Maarten)" userId="c4e91ca6-cd37-4f99-92f4-f84325c3d697" providerId="ADAL" clId="{FFA957B1-5B45-4E76-87A7-6A8D0BBB5CDD}" dt="2025-10-09T11:38:10.421" v="1021" actId="20577"/>
          <ac:spMkLst>
            <pc:docMk/>
            <pc:sldMk cId="4280328532" sldId="267"/>
            <ac:spMk id="13" creationId="{C4861E03-6EBA-B1CA-E042-8320312D1770}"/>
          </ac:spMkLst>
        </pc:spChg>
        <pc:picChg chg="del">
          <ac:chgData name="Vermeij M.J. (Maarten)" userId="c4e91ca6-cd37-4f99-92f4-f84325c3d697" providerId="ADAL" clId="{FFA957B1-5B45-4E76-87A7-6A8D0BBB5CDD}" dt="2025-10-09T11:10:24.512" v="121" actId="478"/>
          <ac:picMkLst>
            <pc:docMk/>
            <pc:sldMk cId="4280328532" sldId="267"/>
            <ac:picMk id="5124" creationId="{DBF158E0-9D57-0D69-C84E-FA3497431974}"/>
          </ac:picMkLst>
        </pc:picChg>
        <pc:picChg chg="add mod">
          <ac:chgData name="Vermeij M.J. (Maarten)" userId="c4e91ca6-cd37-4f99-92f4-f84325c3d697" providerId="ADAL" clId="{FFA957B1-5B45-4E76-87A7-6A8D0BBB5CDD}" dt="2025-10-09T11:10:27.211" v="123" actId="1076"/>
          <ac:picMkLst>
            <pc:docMk/>
            <pc:sldMk cId="4280328532" sldId="267"/>
            <ac:picMk id="6146" creationId="{C3D1A5EB-6846-083B-DCF9-E74071A4EE35}"/>
          </ac:picMkLst>
        </pc:picChg>
      </pc:sldChg>
      <pc:sldChg chg="addSp delSp modSp new mod">
        <pc:chgData name="Vermeij M.J. (Maarten)" userId="c4e91ca6-cd37-4f99-92f4-f84325c3d697" providerId="ADAL" clId="{FFA957B1-5B45-4E76-87A7-6A8D0BBB5CDD}" dt="2025-10-09T11:37:07.156" v="1012" actId="14100"/>
        <pc:sldMkLst>
          <pc:docMk/>
          <pc:sldMk cId="3807151761" sldId="268"/>
        </pc:sldMkLst>
        <pc:spChg chg="del">
          <ac:chgData name="Vermeij M.J. (Maarten)" userId="c4e91ca6-cd37-4f99-92f4-f84325c3d697" providerId="ADAL" clId="{FFA957B1-5B45-4E76-87A7-6A8D0BBB5CDD}" dt="2025-10-09T11:23:43.347" v="152" actId="478"/>
          <ac:spMkLst>
            <pc:docMk/>
            <pc:sldMk cId="3807151761" sldId="268"/>
            <ac:spMk id="2" creationId="{0341FAEF-455C-8CB0-BDB2-EC482695AEDF}"/>
          </ac:spMkLst>
        </pc:spChg>
        <pc:spChg chg="del">
          <ac:chgData name="Vermeij M.J. (Maarten)" userId="c4e91ca6-cd37-4f99-92f4-f84325c3d697" providerId="ADAL" clId="{FFA957B1-5B45-4E76-87A7-6A8D0BBB5CDD}" dt="2025-10-09T11:23:27.472" v="151" actId="478"/>
          <ac:spMkLst>
            <pc:docMk/>
            <pc:sldMk cId="3807151761" sldId="268"/>
            <ac:spMk id="3" creationId="{D6A2C03C-5AC6-3105-2D92-9890549E3357}"/>
          </ac:spMkLst>
        </pc:spChg>
        <pc:spChg chg="add mod">
          <ac:chgData name="Vermeij M.J. (Maarten)" userId="c4e91ca6-cd37-4f99-92f4-f84325c3d697" providerId="ADAL" clId="{FFA957B1-5B45-4E76-87A7-6A8D0BBB5CDD}" dt="2025-10-09T11:36:51.318" v="994" actId="1076"/>
          <ac:spMkLst>
            <pc:docMk/>
            <pc:sldMk cId="3807151761" sldId="268"/>
            <ac:spMk id="5" creationId="{24317181-8065-54E7-A5A8-437E211FAD94}"/>
          </ac:spMkLst>
        </pc:spChg>
        <pc:spChg chg="add mod">
          <ac:chgData name="Vermeij M.J. (Maarten)" userId="c4e91ca6-cd37-4f99-92f4-f84325c3d697" providerId="ADAL" clId="{FFA957B1-5B45-4E76-87A7-6A8D0BBB5CDD}" dt="2025-10-09T11:37:07.156" v="1012" actId="14100"/>
          <ac:spMkLst>
            <pc:docMk/>
            <pc:sldMk cId="3807151761" sldId="268"/>
            <ac:spMk id="6" creationId="{365939B7-05BA-0307-061C-F1DA177B7FD8}"/>
          </ac:spMkLst>
        </pc:spChg>
        <pc:picChg chg="add mod">
          <ac:chgData name="Vermeij M.J. (Maarten)" userId="c4e91ca6-cd37-4f99-92f4-f84325c3d697" providerId="ADAL" clId="{FFA957B1-5B45-4E76-87A7-6A8D0BBB5CDD}" dt="2025-10-09T11:25:06.529" v="164"/>
          <ac:picMkLst>
            <pc:docMk/>
            <pc:sldMk cId="3807151761" sldId="268"/>
            <ac:picMk id="4" creationId="{9C74A0F1-B567-B46B-EB66-F1581670A998}"/>
          </ac:picMkLst>
        </pc:picChg>
        <pc:picChg chg="add mod">
          <ac:chgData name="Vermeij M.J. (Maarten)" userId="c4e91ca6-cd37-4f99-92f4-f84325c3d697" providerId="ADAL" clId="{FFA957B1-5B45-4E76-87A7-6A8D0BBB5CDD}" dt="2025-10-09T11:25:28.643" v="171" actId="1076"/>
          <ac:picMkLst>
            <pc:docMk/>
            <pc:sldMk cId="3807151761" sldId="268"/>
            <ac:picMk id="7170" creationId="{010C495D-44C7-265E-2E94-D2F4F1392943}"/>
          </ac:picMkLst>
        </pc:picChg>
        <pc:picChg chg="add del mod">
          <ac:chgData name="Vermeij M.J. (Maarten)" userId="c4e91ca6-cd37-4f99-92f4-f84325c3d697" providerId="ADAL" clId="{FFA957B1-5B45-4E76-87A7-6A8D0BBB5CDD}" dt="2025-10-09T11:25:04.424" v="163" actId="21"/>
          <ac:picMkLst>
            <pc:docMk/>
            <pc:sldMk cId="3807151761" sldId="268"/>
            <ac:picMk id="7172" creationId="{9C74A0F1-B567-B46B-EB66-F1581670A998}"/>
          </ac:picMkLst>
        </pc:picChg>
      </pc:sldChg>
      <pc:sldChg chg="addSp delSp modSp new mod">
        <pc:chgData name="Vermeij M.J. (Maarten)" userId="c4e91ca6-cd37-4f99-92f4-f84325c3d697" providerId="ADAL" clId="{FFA957B1-5B45-4E76-87A7-6A8D0BBB5CDD}" dt="2025-10-09T11:25:15.651" v="168" actId="1076"/>
        <pc:sldMkLst>
          <pc:docMk/>
          <pc:sldMk cId="2737805709" sldId="269"/>
        </pc:sldMkLst>
        <pc:spChg chg="del">
          <ac:chgData name="Vermeij M.J. (Maarten)" userId="c4e91ca6-cd37-4f99-92f4-f84325c3d697" providerId="ADAL" clId="{FFA957B1-5B45-4E76-87A7-6A8D0BBB5CDD}" dt="2025-10-09T11:25:13.379" v="167" actId="478"/>
          <ac:spMkLst>
            <pc:docMk/>
            <pc:sldMk cId="2737805709" sldId="269"/>
            <ac:spMk id="2" creationId="{FF2D005A-23FC-FAC8-75B1-6EFD2F3DBB55}"/>
          </ac:spMkLst>
        </pc:spChg>
        <pc:spChg chg="del">
          <ac:chgData name="Vermeij M.J. (Maarten)" userId="c4e91ca6-cd37-4f99-92f4-f84325c3d697" providerId="ADAL" clId="{FFA957B1-5B45-4E76-87A7-6A8D0BBB5CDD}" dt="2025-10-09T11:25:11.515" v="166"/>
          <ac:spMkLst>
            <pc:docMk/>
            <pc:sldMk cId="2737805709" sldId="269"/>
            <ac:spMk id="3" creationId="{4EF8872B-7FF8-BD68-E4A8-F7A4A21953A7}"/>
          </ac:spMkLst>
        </pc:spChg>
        <pc:picChg chg="add mod">
          <ac:chgData name="Vermeij M.J. (Maarten)" userId="c4e91ca6-cd37-4f99-92f4-f84325c3d697" providerId="ADAL" clId="{FFA957B1-5B45-4E76-87A7-6A8D0BBB5CDD}" dt="2025-10-09T11:25:15.651" v="168" actId="1076"/>
          <ac:picMkLst>
            <pc:docMk/>
            <pc:sldMk cId="2737805709" sldId="269"/>
            <ac:picMk id="4" creationId="{09784484-BED8-E13B-D015-0D6CB96055C7}"/>
          </ac:picMkLst>
        </pc:picChg>
      </pc:sldChg>
      <pc:sldChg chg="addSp delSp modSp add mod">
        <pc:chgData name="Vermeij M.J. (Maarten)" userId="c4e91ca6-cd37-4f99-92f4-f84325c3d697" providerId="ADAL" clId="{FFA957B1-5B45-4E76-87A7-6A8D0BBB5CDD}" dt="2025-10-09T11:43:56.128" v="1233"/>
        <pc:sldMkLst>
          <pc:docMk/>
          <pc:sldMk cId="3521248742" sldId="270"/>
        </pc:sldMkLst>
        <pc:spChg chg="add mod">
          <ac:chgData name="Vermeij M.J. (Maarten)" userId="c4e91ca6-cd37-4f99-92f4-f84325c3d697" providerId="ADAL" clId="{FFA957B1-5B45-4E76-87A7-6A8D0BBB5CDD}" dt="2025-10-09T11:43:56.128" v="1233"/>
          <ac:spMkLst>
            <pc:docMk/>
            <pc:sldMk cId="3521248742" sldId="270"/>
            <ac:spMk id="2" creationId="{F739479D-0676-F4B4-DBCF-553C04236BA4}"/>
          </ac:spMkLst>
        </pc:spChg>
        <pc:picChg chg="del">
          <ac:chgData name="Vermeij M.J. (Maarten)" userId="c4e91ca6-cd37-4f99-92f4-f84325c3d697" providerId="ADAL" clId="{FFA957B1-5B45-4E76-87A7-6A8D0BBB5CDD}" dt="2025-10-09T11:34:57.535" v="960" actId="478"/>
          <ac:picMkLst>
            <pc:docMk/>
            <pc:sldMk cId="3521248742" sldId="270"/>
            <ac:picMk id="4" creationId="{F98A4E27-AF9E-23C9-C976-D9E71D4C88F6}"/>
          </ac:picMkLst>
        </pc:picChg>
        <pc:picChg chg="add mod modCrop">
          <ac:chgData name="Vermeij M.J. (Maarten)" userId="c4e91ca6-cd37-4f99-92f4-f84325c3d697" providerId="ADAL" clId="{FFA957B1-5B45-4E76-87A7-6A8D0BBB5CDD}" dt="2025-10-09T11:35:09.084" v="963" actId="732"/>
          <ac:picMkLst>
            <pc:docMk/>
            <pc:sldMk cId="3521248742" sldId="270"/>
            <ac:picMk id="5" creationId="{3324DF68-6121-99BD-899D-EA7E20007C88}"/>
          </ac:picMkLst>
        </pc:picChg>
      </pc:sldChg>
      <pc:sldChg chg="delSp modSp add mod ord">
        <pc:chgData name="Vermeij M.J. (Maarten)" userId="c4e91ca6-cd37-4f99-92f4-f84325c3d697" providerId="ADAL" clId="{FFA957B1-5B45-4E76-87A7-6A8D0BBB5CDD}" dt="2025-10-09T11:46:23.675" v="1351" actId="1076"/>
        <pc:sldMkLst>
          <pc:docMk/>
          <pc:sldMk cId="4122627260" sldId="592"/>
        </pc:sldMkLst>
        <pc:spChg chg="del mod">
          <ac:chgData name="Vermeij M.J. (Maarten)" userId="c4e91ca6-cd37-4f99-92f4-f84325c3d697" providerId="ADAL" clId="{FFA957B1-5B45-4E76-87A7-6A8D0BBB5CDD}" dt="2025-10-09T11:46:03.239" v="1345"/>
          <ac:spMkLst>
            <pc:docMk/>
            <pc:sldMk cId="4122627260" sldId="592"/>
            <ac:spMk id="6" creationId="{280FC6D7-BB37-412F-9F5B-5D4BE6B547C2}"/>
          </ac:spMkLst>
        </pc:spChg>
        <pc:spChg chg="mod">
          <ac:chgData name="Vermeij M.J. (Maarten)" userId="c4e91ca6-cd37-4f99-92f4-f84325c3d697" providerId="ADAL" clId="{FFA957B1-5B45-4E76-87A7-6A8D0BBB5CDD}" dt="2025-10-09T11:45:15.095" v="1337" actId="403"/>
          <ac:spMkLst>
            <pc:docMk/>
            <pc:sldMk cId="4122627260" sldId="592"/>
            <ac:spMk id="8" creationId="{9C09FB66-48D1-4B5C-B727-ECBCF947EB79}"/>
          </ac:spMkLst>
        </pc:spChg>
        <pc:picChg chg="mod">
          <ac:chgData name="Vermeij M.J. (Maarten)" userId="c4e91ca6-cd37-4f99-92f4-f84325c3d697" providerId="ADAL" clId="{FFA957B1-5B45-4E76-87A7-6A8D0BBB5CDD}" dt="2025-10-09T11:46:23.675" v="1351" actId="1076"/>
          <ac:picMkLst>
            <pc:docMk/>
            <pc:sldMk cId="4122627260" sldId="592"/>
            <ac:picMk id="7" creationId="{4625C33F-69EF-41F3-BB5C-A3671F21FE3B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B41F19-CF46-4F2A-8345-3F9DFD60577B}" type="datetimeFigureOut">
              <a:rPr lang="nl-NL" smtClean="0"/>
              <a:t>9-10-2025</a:t>
            </a:fld>
            <a:endParaRPr lang="nl-NL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15381F-2F70-4135-B74A-9F042D345FD0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230053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D393BD4-7306-439F-B5EF-7DBDB85D5260}" type="slidenum">
              <a:rPr kumimoji="0" lang="nl-N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nl-NL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612077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15381F-2F70-4135-B74A-9F042D345FD0}" type="slidenum">
              <a:rPr lang="nl-NL" smtClean="0"/>
              <a:t>8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648285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551F8AB-66AB-E7F2-C09F-777FB8F947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20047767-5D13-670D-CEC6-3B575C3FD1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3153C23A-B10B-2452-A504-9D941F1BEE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F208F-AC32-405B-A4B7-4E156689BB60}" type="datetimeFigureOut">
              <a:rPr lang="nl-NL" smtClean="0"/>
              <a:t>9-10-2025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47AB1E08-9031-6FA6-5EE0-F67CE65D51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3E4F05CE-6146-29E6-6198-5773250BC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31339-F68C-497A-9F1B-497D2BEE7B60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0108510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7A6867F-AC63-AF87-C202-EEF3851B66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7CD24B3B-9B84-0010-C4B3-F791956578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13C84CB7-5060-C29B-EE7F-D5A073DA73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F208F-AC32-405B-A4B7-4E156689BB60}" type="datetimeFigureOut">
              <a:rPr lang="nl-NL" smtClean="0"/>
              <a:t>9-10-2025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755D7273-8FA2-CC8C-FF1C-A8D3462FF9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BBBAB851-0DF1-0E43-1685-D66D924F3A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31339-F68C-497A-9F1B-497D2BEE7B60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9280412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B3A2947-D390-4ACE-5DDF-DE7B71719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E6BA9C45-D42C-AAB7-5853-FAE82AE30A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D233DCE6-EFCC-E118-751C-6E03178A76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F208F-AC32-405B-A4B7-4E156689BB60}" type="datetimeFigureOut">
              <a:rPr lang="nl-NL" smtClean="0"/>
              <a:t>9-10-2025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048AB617-617D-B34C-1CF7-F2082CDB35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151AFCB2-802E-7734-C061-A71F477037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31339-F68C-497A-9F1B-497D2BEE7B60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3845053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E521F4C-0B31-EB3F-9C26-E1ACF90B7E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A17D74E5-F73A-CA31-021F-78A9082059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6557F44D-631D-6AF4-D1E4-BEBF050DA0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2B017379-34D6-F1D5-2E5F-9207A75575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F208F-AC32-405B-A4B7-4E156689BB60}" type="datetimeFigureOut">
              <a:rPr lang="nl-NL" smtClean="0"/>
              <a:t>9-10-2025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14E701F5-197C-BBE8-9824-069052750D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FDDDB3CA-594C-00A5-DBF7-5A1AB9F89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31339-F68C-497A-9F1B-497D2BEE7B60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939633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7C68BDB-390F-6E0C-0B6F-38EB93228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7E50B056-D5CD-C3CA-8850-2AD26EF9ED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DC2F7DAD-4346-35C3-A879-03878A0A93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ABAE754D-735E-AED6-AEEE-F0EDBB2C2B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3A1663AE-2390-1795-C344-9ABF38F42D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3BE0B189-458F-4317-91EE-EF1C51113A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F208F-AC32-405B-A4B7-4E156689BB60}" type="datetimeFigureOut">
              <a:rPr lang="nl-NL" smtClean="0"/>
              <a:t>9-10-2025</a:t>
            </a:fld>
            <a:endParaRPr lang="nl-NL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D6C2527A-FDDF-74AF-785B-7A95C7113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1BB0C999-0EF2-93F6-3B8B-EAC5AFE99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31339-F68C-497A-9F1B-497D2BEE7B60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140237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CA01DED-33CC-04F5-9489-A510E9FF98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8D2F83BB-1CA8-F93B-9501-A8C3974A1F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F208F-AC32-405B-A4B7-4E156689BB60}" type="datetimeFigureOut">
              <a:rPr lang="nl-NL" smtClean="0"/>
              <a:t>9-10-2025</a:t>
            </a:fld>
            <a:endParaRPr lang="nl-NL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1289710A-857B-0ACF-5582-587FBC05A7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D2258A5A-9919-CEA9-9A62-C3847A16F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31339-F68C-497A-9F1B-497D2BEE7B60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416987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3F0A558E-DD4F-4BDB-D100-FD509D0226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F208F-AC32-405B-A4B7-4E156689BB60}" type="datetimeFigureOut">
              <a:rPr lang="nl-NL" smtClean="0"/>
              <a:t>9-10-2025</a:t>
            </a:fld>
            <a:endParaRPr lang="nl-NL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439E19A1-7B1B-F499-717F-E24D8EBCA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B7F8D9B2-E166-2D4A-E5DE-D8F6BFE5B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31339-F68C-497A-9F1B-497D2BEE7B60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8387959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483FBC8-AFC5-6521-1334-06350A9CD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C63E5A81-B21A-B01F-C952-8F8983F731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94129D46-2A2F-0748-887C-CA739C9A56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5EC67065-5864-BCF2-1C39-39CBED30B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F208F-AC32-405B-A4B7-4E156689BB60}" type="datetimeFigureOut">
              <a:rPr lang="nl-NL" smtClean="0"/>
              <a:t>9-10-2025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F5C62A41-178A-FD88-4A8A-15DC5EB03A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4ED06FDD-FAED-B8DE-1C89-A234DF9D2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31339-F68C-497A-9F1B-497D2BEE7B60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5962996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D049A0F-7B23-4481-A341-2953687847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5CBE338A-8F02-9571-793A-4D1F79FABB2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10DBFD5A-D35E-1D69-564C-8A381F1BDB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E3E11BE1-2CD0-7F0D-9052-8460FCC6E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F208F-AC32-405B-A4B7-4E156689BB60}" type="datetimeFigureOut">
              <a:rPr lang="nl-NL" smtClean="0"/>
              <a:t>9-10-2025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AB2222EF-7CDC-0726-E38E-97A3BD3E2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39F072CC-5BB6-2629-3FD8-F535775705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31339-F68C-497A-9F1B-497D2BEE7B60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3582453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3C1E85E-6B91-8612-6F47-11C4D063D5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1999F5D6-5C88-8B6C-091F-0B3A9F5B17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9245E04F-7906-8BF2-2AB7-6491915286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F208F-AC32-405B-A4B7-4E156689BB60}" type="datetimeFigureOut">
              <a:rPr lang="nl-NL" smtClean="0"/>
              <a:t>9-10-2025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34019477-E9B9-C06B-343E-9453B40A95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12B38956-EF05-FA8A-719F-0348A65520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31339-F68C-497A-9F1B-497D2BEE7B60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4251212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>
            <a:extLst>
              <a:ext uri="{FF2B5EF4-FFF2-40B4-BE49-F238E27FC236}">
                <a16:creationId xmlns:a16="http://schemas.microsoft.com/office/drawing/2014/main" id="{551F0431-261E-6FE9-B6DD-13E9FF933F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F90852EC-FBEE-2280-16D6-A96450B789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1C24DFD3-8FFD-4423-877E-59E348B075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F208F-AC32-405B-A4B7-4E156689BB60}" type="datetimeFigureOut">
              <a:rPr lang="nl-NL" smtClean="0"/>
              <a:t>9-10-2025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94E6AD82-663B-ACCC-1D3C-BAE18EBF7C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D92AB560-E08B-3E1F-0905-A072C34B1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31339-F68C-497A-9F1B-497D2BEE7B60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3908669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eldia Groene Tekst">
    <p:bg bwMode="gray">
      <p:bgPr>
        <a:solidFill>
          <a:srgbClr val="EF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F4061EBA-0B2E-4379-92FD-557BF5227AE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1060583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F4061EBA-0B2E-4379-92FD-557BF5227AE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812C39E2-55AC-4906-A48C-42CF1598EC9E}"/>
              </a:ext>
            </a:extLst>
          </p:cNvPr>
          <p:cNvSpPr/>
          <p:nvPr userDrawn="1"/>
        </p:nvSpPr>
        <p:spPr>
          <a:xfrm>
            <a:off x="0" y="4343397"/>
            <a:ext cx="12192000" cy="25146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ADD11DA-5A79-4B90-9D84-1DE8CDE2733E}"/>
              </a:ext>
            </a:extLst>
          </p:cNvPr>
          <p:cNvSpPr/>
          <p:nvPr userDrawn="1"/>
        </p:nvSpPr>
        <p:spPr>
          <a:xfrm>
            <a:off x="0" y="0"/>
            <a:ext cx="12192000" cy="43433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cxnSp>
        <p:nvCxnSpPr>
          <p:cNvPr id="11" name="Rechte verbindingslijn 10">
            <a:extLst>
              <a:ext uri="{FF2B5EF4-FFF2-40B4-BE49-F238E27FC236}">
                <a16:creationId xmlns:a16="http://schemas.microsoft.com/office/drawing/2014/main" id="{0561D809-9D06-4339-905E-57D15BF52D5F}"/>
              </a:ext>
            </a:extLst>
          </p:cNvPr>
          <p:cNvCxnSpPr/>
          <p:nvPr userDrawn="1"/>
        </p:nvCxnSpPr>
        <p:spPr>
          <a:xfrm>
            <a:off x="371475" y="5687728"/>
            <a:ext cx="11449050" cy="0"/>
          </a:xfrm>
          <a:prstGeom prst="line">
            <a:avLst/>
          </a:prstGeom>
          <a:ln w="349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el 1">
            <a:extLst>
              <a:ext uri="{FF2B5EF4-FFF2-40B4-BE49-F238E27FC236}">
                <a16:creationId xmlns:a16="http://schemas.microsoft.com/office/drawing/2014/main" id="{C64C0D87-9DD0-440C-96F2-F1EA822656A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23454" y="352892"/>
            <a:ext cx="11533584" cy="957955"/>
          </a:xfrm>
        </p:spPr>
        <p:txBody>
          <a:bodyPr vert="horz" anchor="t" anchorCtr="0"/>
          <a:lstStyle>
            <a:lvl1pPr algn="l">
              <a:lnSpc>
                <a:spcPct val="83000"/>
              </a:lnSpc>
              <a:defRPr sz="7500" b="0">
                <a:solidFill>
                  <a:schemeClr val="bg2"/>
                </a:solidFill>
                <a:latin typeface="+mj-lt"/>
              </a:defRPr>
            </a:lvl1pPr>
          </a:lstStyle>
          <a:p>
            <a:r>
              <a:rPr lang="nl-NL"/>
              <a:t>Klik om stijl te bewerken.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99ED989A-7D39-4965-A5D1-BCEF82645BA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03275" y="5072484"/>
            <a:ext cx="10585450" cy="315792"/>
          </a:xfrm>
        </p:spPr>
        <p:txBody>
          <a:bodyPr wrap="square">
            <a:spAutoFit/>
          </a:bodyPr>
          <a:lstStyle>
            <a:lvl1pPr marL="0" indent="0" algn="l">
              <a:buNone/>
              <a:defRPr sz="21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bewerken.</a:t>
            </a:r>
          </a:p>
        </p:txBody>
      </p:sp>
      <p:pic>
        <p:nvPicPr>
          <p:cNvPr id="16" name="Afbeelding 15" descr="Afbeelding met tekst&#10;&#10;Automatisch gegenereerde beschrijving">
            <a:extLst>
              <a:ext uri="{FF2B5EF4-FFF2-40B4-BE49-F238E27FC236}">
                <a16:creationId xmlns:a16="http://schemas.microsoft.com/office/drawing/2014/main" id="{A5B25EEC-5C10-4B91-A1FF-261E73075107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067377" y="5966486"/>
            <a:ext cx="2736000" cy="497454"/>
          </a:xfrm>
          <a:prstGeom prst="rect">
            <a:avLst/>
          </a:prstGeom>
        </p:spPr>
      </p:pic>
      <p:sp>
        <p:nvSpPr>
          <p:cNvPr id="13" name="Tijdelijke aanduiding voor afbeelding 21">
            <a:extLst>
              <a:ext uri="{FF2B5EF4-FFF2-40B4-BE49-F238E27FC236}">
                <a16:creationId xmlns:a16="http://schemas.microsoft.com/office/drawing/2014/main" id="{989804DF-032F-48FB-A547-ECD28162E2F0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380049" y="1469722"/>
            <a:ext cx="11423328" cy="3437556"/>
          </a:xfrm>
          <a:custGeom>
            <a:avLst/>
            <a:gdLst>
              <a:gd name="connsiteX0" fmla="*/ 0 w 12192000"/>
              <a:gd name="connsiteY0" fmla="*/ 0 h 5481227"/>
              <a:gd name="connsiteX1" fmla="*/ 12192000 w 12192000"/>
              <a:gd name="connsiteY1" fmla="*/ 0 h 5481227"/>
              <a:gd name="connsiteX2" fmla="*/ 12192000 w 12192000"/>
              <a:gd name="connsiteY2" fmla="*/ 5481227 h 5481227"/>
              <a:gd name="connsiteX3" fmla="*/ 12191999 w 12192000"/>
              <a:gd name="connsiteY3" fmla="*/ 5481227 h 5481227"/>
              <a:gd name="connsiteX4" fmla="*/ 12191999 w 12192000"/>
              <a:gd name="connsiteY4" fmla="*/ 5301208 h 5481227"/>
              <a:gd name="connsiteX5" fmla="*/ 11820524 w 12192000"/>
              <a:gd name="connsiteY5" fmla="*/ 5301208 h 5481227"/>
              <a:gd name="connsiteX6" fmla="*/ 11820524 w 12192000"/>
              <a:gd name="connsiteY6" fmla="*/ 4730197 h 5481227"/>
              <a:gd name="connsiteX7" fmla="*/ 371473 w 12192000"/>
              <a:gd name="connsiteY7" fmla="*/ 4730197 h 5481227"/>
              <a:gd name="connsiteX8" fmla="*/ 371473 w 12192000"/>
              <a:gd name="connsiteY8" fmla="*/ 5301208 h 5481227"/>
              <a:gd name="connsiteX9" fmla="*/ 0 w 12192000"/>
              <a:gd name="connsiteY9" fmla="*/ 5301208 h 5481227"/>
              <a:gd name="connsiteX0" fmla="*/ 0 w 12192000"/>
              <a:gd name="connsiteY0" fmla="*/ 0 h 5481227"/>
              <a:gd name="connsiteX1" fmla="*/ 12192000 w 12192000"/>
              <a:gd name="connsiteY1" fmla="*/ 0 h 5481227"/>
              <a:gd name="connsiteX2" fmla="*/ 12192000 w 12192000"/>
              <a:gd name="connsiteY2" fmla="*/ 5481227 h 5481227"/>
              <a:gd name="connsiteX3" fmla="*/ 12191999 w 12192000"/>
              <a:gd name="connsiteY3" fmla="*/ 5301208 h 5481227"/>
              <a:gd name="connsiteX4" fmla="*/ 11820524 w 12192000"/>
              <a:gd name="connsiteY4" fmla="*/ 5301208 h 5481227"/>
              <a:gd name="connsiteX5" fmla="*/ 11820524 w 12192000"/>
              <a:gd name="connsiteY5" fmla="*/ 4730197 h 5481227"/>
              <a:gd name="connsiteX6" fmla="*/ 371473 w 12192000"/>
              <a:gd name="connsiteY6" fmla="*/ 4730197 h 5481227"/>
              <a:gd name="connsiteX7" fmla="*/ 371473 w 12192000"/>
              <a:gd name="connsiteY7" fmla="*/ 5301208 h 5481227"/>
              <a:gd name="connsiteX8" fmla="*/ 0 w 12192000"/>
              <a:gd name="connsiteY8" fmla="*/ 5301208 h 5481227"/>
              <a:gd name="connsiteX9" fmla="*/ 0 w 12192000"/>
              <a:gd name="connsiteY9" fmla="*/ 0 h 5481227"/>
              <a:gd name="connsiteX0" fmla="*/ 0 w 12192000"/>
              <a:gd name="connsiteY0" fmla="*/ 0 h 5301208"/>
              <a:gd name="connsiteX1" fmla="*/ 12192000 w 12192000"/>
              <a:gd name="connsiteY1" fmla="*/ 0 h 5301208"/>
              <a:gd name="connsiteX2" fmla="*/ 12191999 w 12192000"/>
              <a:gd name="connsiteY2" fmla="*/ 5301208 h 5301208"/>
              <a:gd name="connsiteX3" fmla="*/ 11820524 w 12192000"/>
              <a:gd name="connsiteY3" fmla="*/ 5301208 h 5301208"/>
              <a:gd name="connsiteX4" fmla="*/ 11820524 w 12192000"/>
              <a:gd name="connsiteY4" fmla="*/ 4730197 h 5301208"/>
              <a:gd name="connsiteX5" fmla="*/ 371473 w 12192000"/>
              <a:gd name="connsiteY5" fmla="*/ 4730197 h 5301208"/>
              <a:gd name="connsiteX6" fmla="*/ 371473 w 12192000"/>
              <a:gd name="connsiteY6" fmla="*/ 5301208 h 5301208"/>
              <a:gd name="connsiteX7" fmla="*/ 0 w 12192000"/>
              <a:gd name="connsiteY7" fmla="*/ 5301208 h 5301208"/>
              <a:gd name="connsiteX8" fmla="*/ 0 w 12192000"/>
              <a:gd name="connsiteY8" fmla="*/ 0 h 5301208"/>
              <a:gd name="connsiteX0" fmla="*/ 0 w 12192000"/>
              <a:gd name="connsiteY0" fmla="*/ 0 h 5301208"/>
              <a:gd name="connsiteX1" fmla="*/ 12192000 w 12192000"/>
              <a:gd name="connsiteY1" fmla="*/ 0 h 5301208"/>
              <a:gd name="connsiteX2" fmla="*/ 12191999 w 12192000"/>
              <a:gd name="connsiteY2" fmla="*/ 5301208 h 5301208"/>
              <a:gd name="connsiteX3" fmla="*/ 11820524 w 12192000"/>
              <a:gd name="connsiteY3" fmla="*/ 5301208 h 5301208"/>
              <a:gd name="connsiteX4" fmla="*/ 11820524 w 12192000"/>
              <a:gd name="connsiteY4" fmla="*/ 4730197 h 5301208"/>
              <a:gd name="connsiteX5" fmla="*/ 371473 w 12192000"/>
              <a:gd name="connsiteY5" fmla="*/ 5301208 h 5301208"/>
              <a:gd name="connsiteX6" fmla="*/ 0 w 12192000"/>
              <a:gd name="connsiteY6" fmla="*/ 5301208 h 5301208"/>
              <a:gd name="connsiteX7" fmla="*/ 0 w 12192000"/>
              <a:gd name="connsiteY7" fmla="*/ 0 h 5301208"/>
              <a:gd name="connsiteX0" fmla="*/ 0 w 12192000"/>
              <a:gd name="connsiteY0" fmla="*/ 0 h 5301208"/>
              <a:gd name="connsiteX1" fmla="*/ 12192000 w 12192000"/>
              <a:gd name="connsiteY1" fmla="*/ 0 h 5301208"/>
              <a:gd name="connsiteX2" fmla="*/ 12191999 w 12192000"/>
              <a:gd name="connsiteY2" fmla="*/ 5301208 h 5301208"/>
              <a:gd name="connsiteX3" fmla="*/ 11820524 w 12192000"/>
              <a:gd name="connsiteY3" fmla="*/ 5301208 h 5301208"/>
              <a:gd name="connsiteX4" fmla="*/ 371473 w 12192000"/>
              <a:gd name="connsiteY4" fmla="*/ 5301208 h 5301208"/>
              <a:gd name="connsiteX5" fmla="*/ 0 w 12192000"/>
              <a:gd name="connsiteY5" fmla="*/ 5301208 h 5301208"/>
              <a:gd name="connsiteX6" fmla="*/ 0 w 12192000"/>
              <a:gd name="connsiteY6" fmla="*/ 0 h 5301208"/>
              <a:gd name="connsiteX0" fmla="*/ 0 w 12192000"/>
              <a:gd name="connsiteY0" fmla="*/ 0 h 5301208"/>
              <a:gd name="connsiteX1" fmla="*/ 12192000 w 12192000"/>
              <a:gd name="connsiteY1" fmla="*/ 0 h 5301208"/>
              <a:gd name="connsiteX2" fmla="*/ 12191999 w 12192000"/>
              <a:gd name="connsiteY2" fmla="*/ 5301208 h 5301208"/>
              <a:gd name="connsiteX3" fmla="*/ 371473 w 12192000"/>
              <a:gd name="connsiteY3" fmla="*/ 5301208 h 5301208"/>
              <a:gd name="connsiteX4" fmla="*/ 0 w 12192000"/>
              <a:gd name="connsiteY4" fmla="*/ 5301208 h 5301208"/>
              <a:gd name="connsiteX5" fmla="*/ 0 w 12192000"/>
              <a:gd name="connsiteY5" fmla="*/ 0 h 5301208"/>
              <a:gd name="connsiteX0" fmla="*/ 0 w 12192000"/>
              <a:gd name="connsiteY0" fmla="*/ 0 h 5301208"/>
              <a:gd name="connsiteX1" fmla="*/ 12192000 w 12192000"/>
              <a:gd name="connsiteY1" fmla="*/ 0 h 5301208"/>
              <a:gd name="connsiteX2" fmla="*/ 12191999 w 12192000"/>
              <a:gd name="connsiteY2" fmla="*/ 5301208 h 5301208"/>
              <a:gd name="connsiteX3" fmla="*/ 0 w 12192000"/>
              <a:gd name="connsiteY3" fmla="*/ 5301208 h 5301208"/>
              <a:gd name="connsiteX4" fmla="*/ 0 w 12192000"/>
              <a:gd name="connsiteY4" fmla="*/ 0 h 53012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2000" h="5301208">
                <a:moveTo>
                  <a:pt x="0" y="0"/>
                </a:moveTo>
                <a:lnTo>
                  <a:pt x="12192000" y="0"/>
                </a:lnTo>
                <a:cubicBezTo>
                  <a:pt x="12192000" y="1767069"/>
                  <a:pt x="12191999" y="3534139"/>
                  <a:pt x="12191999" y="5301208"/>
                </a:cubicBezTo>
                <a:lnTo>
                  <a:pt x="0" y="530120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</p:spPr>
        <p:txBody>
          <a:bodyPr wrap="square" tIns="1044000" anchor="ctr" anchorCtr="0">
            <a:noAutofit/>
          </a:bodyPr>
          <a:lstStyle>
            <a:lvl1pPr algn="ctr">
              <a:buNone/>
              <a:defRPr sz="1800">
                <a:solidFill>
                  <a:schemeClr val="accent3">
                    <a:lumMod val="25000"/>
                  </a:schemeClr>
                </a:solidFill>
              </a:defRPr>
            </a:lvl1pPr>
          </a:lstStyle>
          <a:p>
            <a:r>
              <a:rPr lang="nl-NL"/>
              <a:t>Klik op het icoon om een afbeelding in te voegen.</a:t>
            </a:r>
          </a:p>
        </p:txBody>
      </p:sp>
    </p:spTree>
    <p:extLst>
      <p:ext uri="{BB962C8B-B14F-4D97-AF65-F5344CB8AC3E}">
        <p14:creationId xmlns:p14="http://schemas.microsoft.com/office/powerpoint/2010/main" val="53078185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DEB74F9E-1C7F-70F2-F837-8E96BBF21F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DF59E51C-ADEB-7D3F-B54F-B760A16A78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3A056AD5-BCF1-0298-92A1-E45FED0592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68F208F-AC32-405B-A4B7-4E156689BB60}" type="datetimeFigureOut">
              <a:rPr lang="nl-NL" smtClean="0"/>
              <a:t>9-10-2025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EC0BA7EA-3672-8898-6717-D8018E23B9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CD745F67-5559-F943-FB44-65401EA565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D31339-F68C-497A-9F1B-497D2BEE7B60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471341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jpeg"/><Relationship Id="rId4" Type="http://schemas.openxmlformats.org/officeDocument/2006/relationships/image" Target="../media/image11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jpeg"/><Relationship Id="rId5" Type="http://schemas.openxmlformats.org/officeDocument/2006/relationships/image" Target="../media/image10.png"/><Relationship Id="rId4" Type="http://schemas.openxmlformats.org/officeDocument/2006/relationships/image" Target="../media/image15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7" Type="http://schemas.openxmlformats.org/officeDocument/2006/relationships/image" Target="../media/image16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jpeg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ndertitel 4">
            <a:extLst>
              <a:ext uri="{FF2B5EF4-FFF2-40B4-BE49-F238E27FC236}">
                <a16:creationId xmlns:a16="http://schemas.microsoft.com/office/drawing/2014/main" id="{9C09FB66-48D1-4B5C-B727-ECBCF947EB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2522" y="4905969"/>
            <a:ext cx="11059517" cy="1409617"/>
          </a:xfrm>
        </p:spPr>
        <p:txBody>
          <a:bodyPr vert="horz" wrap="square" lIns="0" tIns="0" rIns="0" bIns="0" rtlCol="0" anchor="t">
            <a:spAutoFit/>
          </a:bodyPr>
          <a:lstStyle/>
          <a:p>
            <a:r>
              <a:rPr lang="nl-NL" sz="1800" b="1" dirty="0">
                <a:latin typeface="Bolder Light"/>
                <a:cs typeface="Calibri Light"/>
              </a:rPr>
              <a:t>Datum: 9 Oktober 2025</a:t>
            </a:r>
          </a:p>
          <a:p>
            <a:r>
              <a:rPr lang="nl-NL" sz="1800" b="1" dirty="0" err="1">
                <a:latin typeface="Bolder Light"/>
                <a:cs typeface="Calibri Light"/>
              </a:rPr>
              <a:t>Use</a:t>
            </a:r>
            <a:r>
              <a:rPr lang="nl-NL" sz="1800" b="1" dirty="0">
                <a:latin typeface="Bolder Light"/>
                <a:cs typeface="Calibri Light"/>
              </a:rPr>
              <a:t> case: </a:t>
            </a:r>
            <a:r>
              <a:rPr lang="nl-NL" sz="1800" b="1" dirty="0" err="1">
                <a:latin typeface="Bolder Light"/>
                <a:cs typeface="Calibri Light"/>
              </a:rPr>
              <a:t>Webbased</a:t>
            </a:r>
            <a:r>
              <a:rPr lang="nl-NL" sz="1800" b="1" dirty="0">
                <a:latin typeface="Bolder Light"/>
                <a:cs typeface="Calibri Light"/>
              </a:rPr>
              <a:t> </a:t>
            </a:r>
            <a:r>
              <a:rPr lang="nl-NL" sz="1800" b="1" dirty="0" err="1">
                <a:latin typeface="Bolder Light"/>
                <a:cs typeface="Calibri Light"/>
              </a:rPr>
              <a:t>Spatial</a:t>
            </a:r>
            <a:r>
              <a:rPr lang="nl-NL" sz="1800" b="1" dirty="0">
                <a:latin typeface="Bolder Light"/>
                <a:cs typeface="Calibri Light"/>
              </a:rPr>
              <a:t> </a:t>
            </a:r>
            <a:r>
              <a:rPr lang="nl-NL" sz="1800" b="1" dirty="0" err="1">
                <a:latin typeface="Bolder Light"/>
                <a:cs typeface="Calibri Light"/>
              </a:rPr>
              <a:t>Join</a:t>
            </a:r>
            <a:endParaRPr lang="nl-NL" sz="1800" b="1" dirty="0">
              <a:latin typeface="Bolder Light"/>
              <a:cs typeface="Calibri Light"/>
            </a:endParaRPr>
          </a:p>
          <a:p>
            <a:endParaRPr lang="nl-NL" sz="1800" dirty="0">
              <a:latin typeface="Bolder Light" panose="00000400000000000000" pitchFamily="2" charset="0"/>
            </a:endParaRPr>
          </a:p>
          <a:p>
            <a:r>
              <a:rPr lang="nl-NL" sz="2000" dirty="0">
                <a:latin typeface="Bolder Light"/>
              </a:rPr>
              <a:t>Maarten Vermeij</a:t>
            </a:r>
          </a:p>
        </p:txBody>
      </p:sp>
      <p:pic>
        <p:nvPicPr>
          <p:cNvPr id="7" name="Tijdelijke aanduiding voor afbeelding 6" descr="Afbeelding met lucht, water, buiten, boot&#10;&#10;Automatisch gegenereerde beschrijving">
            <a:extLst>
              <a:ext uri="{FF2B5EF4-FFF2-40B4-BE49-F238E27FC236}">
                <a16:creationId xmlns:a16="http://schemas.microsoft.com/office/drawing/2014/main" id="{4625C33F-69EF-41F3-BB5C-A3671F21FE3B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" r="3"/>
          <a:stretch/>
        </p:blipFill>
        <p:spPr>
          <a:xfrm>
            <a:off x="-498159" y="0"/>
            <a:ext cx="13188318" cy="4383463"/>
          </a:xfrm>
        </p:spPr>
      </p:pic>
    </p:spTree>
    <p:extLst>
      <p:ext uri="{BB962C8B-B14F-4D97-AF65-F5344CB8AC3E}">
        <p14:creationId xmlns:p14="http://schemas.microsoft.com/office/powerpoint/2010/main" val="41226272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4FB23E4-B965-461B-23C5-DB18696048D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l-NL" dirty="0"/>
              <a:t>Web-</a:t>
            </a:r>
            <a:r>
              <a:rPr lang="nl-NL" dirty="0" err="1"/>
              <a:t>based</a:t>
            </a:r>
            <a:r>
              <a:rPr lang="nl-NL" dirty="0"/>
              <a:t> </a:t>
            </a:r>
            <a:r>
              <a:rPr lang="nl-NL" dirty="0" err="1"/>
              <a:t>Spatial</a:t>
            </a:r>
            <a:r>
              <a:rPr lang="nl-NL" dirty="0"/>
              <a:t> </a:t>
            </a:r>
            <a:r>
              <a:rPr lang="nl-NL" dirty="0" err="1"/>
              <a:t>Join</a:t>
            </a:r>
            <a:r>
              <a:rPr lang="nl-NL" dirty="0"/>
              <a:t> </a:t>
            </a:r>
            <a:r>
              <a:rPr lang="nl-NL" dirty="0" err="1"/>
              <a:t>Challenges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5813353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 descr="All About Green Roofs — PSCI">
            <a:extLst>
              <a:ext uri="{FF2B5EF4-FFF2-40B4-BE49-F238E27FC236}">
                <a16:creationId xmlns:a16="http://schemas.microsoft.com/office/drawing/2014/main" id="{7C4E848F-3C40-F1C2-8F18-9E787D1AA1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5950" y="4562669"/>
            <a:ext cx="5100735" cy="22953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E31DFF9C-D63C-C87A-78F7-138987DC39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Real-World Question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4D732C6D-A236-5E49-28B8-ADF79B0BED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8800"/>
            <a:ext cx="10515600" cy="50292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l-NL" b="1" dirty="0" err="1"/>
              <a:t>Give</a:t>
            </a:r>
            <a:r>
              <a:rPr lang="nl-NL" b="1" dirty="0"/>
              <a:t> </a:t>
            </a:r>
            <a:r>
              <a:rPr lang="nl-NL" b="1" dirty="0" err="1"/>
              <a:t>an</a:t>
            </a:r>
            <a:r>
              <a:rPr lang="nl-NL" b="1" dirty="0"/>
              <a:t> </a:t>
            </a:r>
            <a:r>
              <a:rPr lang="nl-NL" b="1" dirty="0" err="1"/>
              <a:t>overview</a:t>
            </a:r>
            <a:r>
              <a:rPr lang="nl-NL" b="1" dirty="0"/>
              <a:t> of buildings </a:t>
            </a:r>
            <a:r>
              <a:rPr lang="nl-NL" b="1" dirty="0" err="1"/>
              <a:t>with</a:t>
            </a:r>
            <a:r>
              <a:rPr lang="nl-NL" b="1" dirty="0"/>
              <a:t> green </a:t>
            </a:r>
            <a:r>
              <a:rPr lang="nl-NL" b="1" dirty="0" err="1"/>
              <a:t>roofs</a:t>
            </a:r>
            <a:r>
              <a:rPr lang="nl-NL" b="1" dirty="0"/>
              <a:t> in </a:t>
            </a:r>
            <a:r>
              <a:rPr lang="nl-NL" b="1" dirty="0" err="1"/>
              <a:t>the</a:t>
            </a:r>
            <a:r>
              <a:rPr lang="nl-NL" b="1" dirty="0"/>
              <a:t> </a:t>
            </a:r>
            <a:r>
              <a:rPr lang="nl-NL" b="1" dirty="0" err="1"/>
              <a:t>city</a:t>
            </a:r>
            <a:r>
              <a:rPr lang="nl-NL" b="1" dirty="0"/>
              <a:t>. </a:t>
            </a:r>
          </a:p>
          <a:p>
            <a:r>
              <a:rPr lang="nl-NL" dirty="0"/>
              <a:t>	</a:t>
            </a:r>
            <a:r>
              <a:rPr lang="nl-NL" dirty="0" err="1"/>
              <a:t>Indicate</a:t>
            </a:r>
            <a:r>
              <a:rPr lang="nl-NL" dirty="0"/>
              <a:t> </a:t>
            </a:r>
            <a:r>
              <a:rPr lang="nl-NL" dirty="0" err="1"/>
              <a:t>which</a:t>
            </a:r>
            <a:r>
              <a:rPr lang="nl-NL" dirty="0"/>
              <a:t> buildings have green </a:t>
            </a:r>
            <a:r>
              <a:rPr lang="nl-NL" dirty="0" err="1"/>
              <a:t>roofs</a:t>
            </a:r>
            <a:r>
              <a:rPr lang="nl-NL" dirty="0"/>
              <a:t>, </a:t>
            </a:r>
          </a:p>
          <a:p>
            <a:r>
              <a:rPr lang="nl-NL" dirty="0"/>
              <a:t>	How large </a:t>
            </a:r>
            <a:r>
              <a:rPr lang="nl-NL" dirty="0" err="1"/>
              <a:t>the</a:t>
            </a:r>
            <a:r>
              <a:rPr lang="nl-NL" dirty="0"/>
              <a:t> green roof area of </a:t>
            </a:r>
            <a:r>
              <a:rPr lang="nl-NL" dirty="0" err="1"/>
              <a:t>each</a:t>
            </a:r>
            <a:r>
              <a:rPr lang="nl-NL" dirty="0"/>
              <a:t> building is</a:t>
            </a:r>
          </a:p>
          <a:p>
            <a:r>
              <a:rPr lang="nl-NL" dirty="0"/>
              <a:t>	</a:t>
            </a:r>
            <a:r>
              <a:rPr lang="nl-NL" dirty="0" err="1"/>
              <a:t>Aggragate</a:t>
            </a:r>
            <a:r>
              <a:rPr lang="nl-NL" dirty="0"/>
              <a:t> </a:t>
            </a:r>
            <a:r>
              <a:rPr lang="nl-NL" dirty="0" err="1"/>
              <a:t>values</a:t>
            </a:r>
            <a:endParaRPr lang="nl-NL" dirty="0"/>
          </a:p>
          <a:p>
            <a:r>
              <a:rPr lang="nl-NL" dirty="0"/>
              <a:t>	Track changes over time (does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number</a:t>
            </a:r>
            <a:r>
              <a:rPr lang="nl-NL" dirty="0"/>
              <a:t> </a:t>
            </a:r>
            <a:r>
              <a:rPr lang="nl-NL" dirty="0" err="1"/>
              <a:t>and</a:t>
            </a:r>
            <a:r>
              <a:rPr lang="nl-NL" dirty="0"/>
              <a:t> area 	</a:t>
            </a:r>
            <a:r>
              <a:rPr lang="nl-NL" dirty="0" err="1"/>
              <a:t>increase</a:t>
            </a:r>
            <a:r>
              <a:rPr lang="nl-NL" dirty="0"/>
              <a:t>/</a:t>
            </a:r>
            <a:r>
              <a:rPr lang="nl-NL" dirty="0" err="1"/>
              <a:t>decrease</a:t>
            </a:r>
            <a:r>
              <a:rPr lang="nl-NL" dirty="0"/>
              <a:t> change over time)</a:t>
            </a:r>
          </a:p>
        </p:txBody>
      </p:sp>
    </p:spTree>
    <p:extLst>
      <p:ext uri="{BB962C8B-B14F-4D97-AF65-F5344CB8AC3E}">
        <p14:creationId xmlns:p14="http://schemas.microsoft.com/office/powerpoint/2010/main" val="32128842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1576782-2533-6A21-50D3-3F5FAFA21B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Real-World  Solution</a:t>
            </a:r>
          </a:p>
        </p:txBody>
      </p:sp>
      <p:sp>
        <p:nvSpPr>
          <p:cNvPr id="4" name="Tijdelijke aanduiding voor inhoud 2">
            <a:extLst>
              <a:ext uri="{FF2B5EF4-FFF2-40B4-BE49-F238E27FC236}">
                <a16:creationId xmlns:a16="http://schemas.microsoft.com/office/drawing/2014/main" id="{BA1C04BB-2818-A379-2C5A-FCDA430A8A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nl-NL" dirty="0"/>
              <a:t>Dataset 1: Green </a:t>
            </a:r>
            <a:r>
              <a:rPr lang="nl-NL" dirty="0" err="1"/>
              <a:t>Roofs</a:t>
            </a:r>
            <a:r>
              <a:rPr lang="nl-NL" dirty="0"/>
              <a:t> (~10.000)</a:t>
            </a:r>
          </a:p>
          <a:p>
            <a:pPr marL="0" indent="0">
              <a:buNone/>
            </a:pPr>
            <a:r>
              <a:rPr lang="nl-NL" dirty="0"/>
              <a:t>	</a:t>
            </a:r>
            <a:r>
              <a:rPr lang="nl-NL" dirty="0" err="1"/>
              <a:t>Automated</a:t>
            </a:r>
            <a:r>
              <a:rPr lang="nl-NL" dirty="0"/>
              <a:t> </a:t>
            </a:r>
            <a:r>
              <a:rPr lang="nl-NL" dirty="0" err="1"/>
              <a:t>detection</a:t>
            </a:r>
            <a:r>
              <a:rPr lang="nl-NL" dirty="0"/>
              <a:t> of “groene daken”  “green </a:t>
            </a:r>
            <a:r>
              <a:rPr lang="nl-NL" dirty="0" err="1"/>
              <a:t>roofs</a:t>
            </a:r>
            <a:r>
              <a:rPr lang="nl-NL" dirty="0"/>
              <a:t>”</a:t>
            </a:r>
          </a:p>
          <a:p>
            <a:pPr marL="0" indent="0">
              <a:buNone/>
            </a:pPr>
            <a:r>
              <a:rPr lang="nl-NL" dirty="0"/>
              <a:t>	</a:t>
            </a:r>
            <a:r>
              <a:rPr lang="nl-NL" dirty="0" err="1"/>
              <a:t>results</a:t>
            </a:r>
            <a:r>
              <a:rPr lang="nl-NL" dirty="0"/>
              <a:t> in a dataset </a:t>
            </a:r>
            <a:r>
              <a:rPr lang="nl-NL" dirty="0" err="1"/>
              <a:t>with</a:t>
            </a:r>
            <a:r>
              <a:rPr lang="nl-NL" dirty="0"/>
              <a:t> </a:t>
            </a:r>
            <a:r>
              <a:rPr lang="nl-NL" dirty="0" err="1"/>
              <a:t>polygons</a:t>
            </a:r>
            <a:r>
              <a:rPr lang="nl-NL" dirty="0"/>
              <a:t> </a:t>
            </a:r>
            <a:r>
              <a:rPr lang="nl-NL" dirty="0" err="1"/>
              <a:t>indicating</a:t>
            </a:r>
            <a:r>
              <a:rPr lang="nl-NL" dirty="0"/>
              <a:t> </a:t>
            </a:r>
            <a:r>
              <a:rPr lang="nl-NL" dirty="0" err="1"/>
              <a:t>positive</a:t>
            </a:r>
            <a:r>
              <a:rPr lang="nl-NL" dirty="0"/>
              <a:t> 	</a:t>
            </a:r>
            <a:r>
              <a:rPr lang="nl-NL" dirty="0" err="1"/>
              <a:t>detection</a:t>
            </a:r>
            <a:endParaRPr lang="nl-NL" dirty="0"/>
          </a:p>
          <a:p>
            <a:pPr marL="0" indent="0">
              <a:buNone/>
            </a:pPr>
            <a:endParaRPr lang="nl-NL" dirty="0"/>
          </a:p>
          <a:p>
            <a:pPr marL="0" indent="0">
              <a:buNone/>
            </a:pPr>
            <a:r>
              <a:rPr lang="nl-NL" dirty="0"/>
              <a:t>Dataset 2: Buildings (Rotterdam ~300.000, Netherlands 		~10.000.000</a:t>
            </a:r>
          </a:p>
          <a:p>
            <a:pPr marL="0" indent="0">
              <a:buNone/>
            </a:pPr>
            <a:r>
              <a:rPr lang="nl-NL" dirty="0"/>
              <a:t>	-Rotterdam ~300.000 </a:t>
            </a:r>
            <a:r>
              <a:rPr lang="nl-NL" dirty="0" err="1"/>
              <a:t>polygons</a:t>
            </a:r>
            <a:r>
              <a:rPr lang="nl-NL" dirty="0"/>
              <a:t> </a:t>
            </a:r>
          </a:p>
          <a:p>
            <a:pPr marL="0" indent="0">
              <a:buNone/>
            </a:pP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6586706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Character used to separate the decimal from the integer">
            <a:extLst>
              <a:ext uri="{FF2B5EF4-FFF2-40B4-BE49-F238E27FC236}">
                <a16:creationId xmlns:a16="http://schemas.microsoft.com/office/drawing/2014/main" id="{567DBCE7-ED43-7547-ED62-A63772C245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5854" y="920727"/>
            <a:ext cx="6851262" cy="47771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815964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Locatie van de gemeente Rotterdam (gemeentegrenzen CBS 2016)">
            <a:extLst>
              <a:ext uri="{FF2B5EF4-FFF2-40B4-BE49-F238E27FC236}">
                <a16:creationId xmlns:a16="http://schemas.microsoft.com/office/drawing/2014/main" id="{010C495D-44C7-265E-2E94-D2F4F13929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9030" y="732841"/>
            <a:ext cx="8319990" cy="55466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kstballon: rechthoek 4">
            <a:extLst>
              <a:ext uri="{FF2B5EF4-FFF2-40B4-BE49-F238E27FC236}">
                <a16:creationId xmlns:a16="http://schemas.microsoft.com/office/drawing/2014/main" id="{24317181-8065-54E7-A5A8-437E211FAD94}"/>
              </a:ext>
            </a:extLst>
          </p:cNvPr>
          <p:cNvSpPr/>
          <p:nvPr/>
        </p:nvSpPr>
        <p:spPr>
          <a:xfrm>
            <a:off x="3163077" y="1866122"/>
            <a:ext cx="1698171" cy="933062"/>
          </a:xfrm>
          <a:prstGeom prst="wedgeRectCallout">
            <a:avLst>
              <a:gd name="adj1" fmla="val 97811"/>
              <a:gd name="adj2" fmla="val 93182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/>
              <a:t>~300.000 buildings</a:t>
            </a:r>
          </a:p>
        </p:txBody>
      </p:sp>
      <p:sp>
        <p:nvSpPr>
          <p:cNvPr id="6" name="Tekstballon: rechthoek 5">
            <a:extLst>
              <a:ext uri="{FF2B5EF4-FFF2-40B4-BE49-F238E27FC236}">
                <a16:creationId xmlns:a16="http://schemas.microsoft.com/office/drawing/2014/main" id="{365939B7-05BA-0307-061C-F1DA177B7FD8}"/>
              </a:ext>
            </a:extLst>
          </p:cNvPr>
          <p:cNvSpPr/>
          <p:nvPr/>
        </p:nvSpPr>
        <p:spPr>
          <a:xfrm>
            <a:off x="9784896" y="2573109"/>
            <a:ext cx="1698171" cy="933062"/>
          </a:xfrm>
          <a:prstGeom prst="wedgeRectCallout">
            <a:avLst>
              <a:gd name="adj1" fmla="val -105486"/>
              <a:gd name="adj2" fmla="val 213182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/>
              <a:t>~10.000.000 buildings</a:t>
            </a:r>
          </a:p>
        </p:txBody>
      </p:sp>
    </p:spTree>
    <p:extLst>
      <p:ext uri="{BB962C8B-B14F-4D97-AF65-F5344CB8AC3E}">
        <p14:creationId xmlns:p14="http://schemas.microsoft.com/office/powerpoint/2010/main" val="38071517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Basisregistraties Adressen en Gebouwen - Het importeren van Kadaster BAG data in een Oracle Database Screen Shot 2013 01 17 at 10.42.50">
            <a:extLst>
              <a:ext uri="{FF2B5EF4-FFF2-40B4-BE49-F238E27FC236}">
                <a16:creationId xmlns:a16="http://schemas.microsoft.com/office/drawing/2014/main" id="{09784484-BED8-E13B-D015-0D6CB96055C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2067" y="1452400"/>
            <a:ext cx="9118740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378057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8B2E96-3977-5ED4-3B04-2CBE2068C8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inhoud 1">
            <a:extLst>
              <a:ext uri="{FF2B5EF4-FFF2-40B4-BE49-F238E27FC236}">
                <a16:creationId xmlns:a16="http://schemas.microsoft.com/office/drawing/2014/main" id="{F739479D-0676-F4B4-DBCF-553C04236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nl-NL"/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3324DF68-6121-99BD-899D-EA7E20007C8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939" b="5791"/>
          <a:stretch>
            <a:fillRect/>
          </a:stretch>
        </p:blipFill>
        <p:spPr>
          <a:xfrm>
            <a:off x="0" y="410546"/>
            <a:ext cx="12192000" cy="5915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12487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0073CAB-D939-293E-377C-5D7C5EFCF6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Let’s</a:t>
            </a:r>
            <a:r>
              <a:rPr lang="nl-NL" dirty="0"/>
              <a:t> </a:t>
            </a:r>
            <a:r>
              <a:rPr lang="nl-NL" dirty="0" err="1"/>
              <a:t>join</a:t>
            </a:r>
            <a:endParaRPr lang="nl-NL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0AC97253-9CD5-B6C6-39B7-5BA5F03A4D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nl-NL" dirty="0"/>
              <a:t>Dataset 1:</a:t>
            </a:r>
          </a:p>
          <a:p>
            <a:pPr marL="0" indent="0">
              <a:buNone/>
            </a:pPr>
            <a:r>
              <a:rPr lang="nl-NL" dirty="0"/>
              <a:t>10.000 records</a:t>
            </a:r>
          </a:p>
          <a:p>
            <a:pPr marL="0" indent="0">
              <a:buNone/>
            </a:pPr>
            <a:endParaRPr lang="nl-NL" dirty="0"/>
          </a:p>
          <a:p>
            <a:pPr marL="0" indent="0">
              <a:buNone/>
            </a:pPr>
            <a:r>
              <a:rPr lang="nl-NL" dirty="0"/>
              <a:t>Dataset 2: </a:t>
            </a:r>
          </a:p>
          <a:p>
            <a:pPr marL="0" indent="0">
              <a:buNone/>
            </a:pPr>
            <a:r>
              <a:rPr lang="nl-NL" dirty="0"/>
              <a:t>300.000 records</a:t>
            </a:r>
          </a:p>
          <a:p>
            <a:pPr marL="0" indent="0">
              <a:buNone/>
            </a:pP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1923518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D006AB-8E1D-E88E-85B4-625D8C5D9D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04600F3-D3D5-4DA5-156D-3B8F8CAD4C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Let’s</a:t>
            </a:r>
            <a:r>
              <a:rPr lang="nl-NL" dirty="0"/>
              <a:t> </a:t>
            </a:r>
            <a:r>
              <a:rPr lang="nl-NL" dirty="0" err="1"/>
              <a:t>join</a:t>
            </a:r>
            <a:endParaRPr lang="nl-NL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39A08747-4D1E-9AB6-8EE2-8B41CD93EE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nl-NL" dirty="0"/>
              <a:t>Dataset 1:</a:t>
            </a:r>
          </a:p>
          <a:p>
            <a:pPr marL="0" indent="0">
              <a:buNone/>
            </a:pPr>
            <a:r>
              <a:rPr lang="nl-NL" dirty="0"/>
              <a:t>10.000 records</a:t>
            </a:r>
          </a:p>
          <a:p>
            <a:pPr marL="0" indent="0">
              <a:buNone/>
            </a:pPr>
            <a:endParaRPr lang="nl-NL" dirty="0"/>
          </a:p>
          <a:p>
            <a:pPr marL="0" indent="0">
              <a:buNone/>
            </a:pPr>
            <a:r>
              <a:rPr lang="nl-NL" dirty="0"/>
              <a:t>Dataset 2: </a:t>
            </a:r>
          </a:p>
          <a:p>
            <a:pPr marL="0" indent="0">
              <a:buNone/>
            </a:pPr>
            <a:r>
              <a:rPr lang="nl-NL" dirty="0"/>
              <a:t>300.000 records</a:t>
            </a:r>
          </a:p>
          <a:p>
            <a:pPr marL="0" indent="0">
              <a:buNone/>
            </a:pPr>
            <a:endParaRPr lang="nl-NL" dirty="0"/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7B4BA506-CB9D-99B1-352A-EC8CD5E90B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3064" y="35458"/>
            <a:ext cx="2383376" cy="12106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GeoPackage">
            <a:extLst>
              <a:ext uri="{FF2B5EF4-FFF2-40B4-BE49-F238E27FC236}">
                <a16:creationId xmlns:a16="http://schemas.microsoft.com/office/drawing/2014/main" id="{1D47F89A-1A10-597D-F636-97CB72FE4C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81856" y="1246062"/>
            <a:ext cx="2145792" cy="16039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GeoPackage">
            <a:extLst>
              <a:ext uri="{FF2B5EF4-FFF2-40B4-BE49-F238E27FC236}">
                <a16:creationId xmlns:a16="http://schemas.microsoft.com/office/drawing/2014/main" id="{202BC1D9-F82D-B8C1-33AC-E1E7C87EE9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81856" y="3730979"/>
            <a:ext cx="2145792" cy="16039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QGis &amp; marXact - marXact Kennisbank">
            <a:extLst>
              <a:ext uri="{FF2B5EF4-FFF2-40B4-BE49-F238E27FC236}">
                <a16:creationId xmlns:a16="http://schemas.microsoft.com/office/drawing/2014/main" id="{3A030B66-CCFF-2136-8383-C2EAE1F535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9353" y="2738247"/>
            <a:ext cx="2583942" cy="7651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GeoPackage">
            <a:extLst>
              <a:ext uri="{FF2B5EF4-FFF2-40B4-BE49-F238E27FC236}">
                <a16:creationId xmlns:a16="http://schemas.microsoft.com/office/drawing/2014/main" id="{D7C10B52-71CB-DCE8-E8C7-D99CE6A315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49256" y="2318831"/>
            <a:ext cx="2145792" cy="16039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" name="Rechte verbindingslijn met pijl 7">
            <a:extLst>
              <a:ext uri="{FF2B5EF4-FFF2-40B4-BE49-F238E27FC236}">
                <a16:creationId xmlns:a16="http://schemas.microsoft.com/office/drawing/2014/main" id="{CFB96E89-2DB4-D5E5-05F8-B0E1B4A29E50}"/>
              </a:ext>
            </a:extLst>
          </p:cNvPr>
          <p:cNvCxnSpPr/>
          <p:nvPr/>
        </p:nvCxnSpPr>
        <p:spPr>
          <a:xfrm>
            <a:off x="6327648" y="2415941"/>
            <a:ext cx="535165" cy="322306"/>
          </a:xfrm>
          <a:prstGeom prst="straightConnector1">
            <a:avLst/>
          </a:prstGeom>
          <a:ln w="53975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Rechte verbindingslijn met pijl 8">
            <a:extLst>
              <a:ext uri="{FF2B5EF4-FFF2-40B4-BE49-F238E27FC236}">
                <a16:creationId xmlns:a16="http://schemas.microsoft.com/office/drawing/2014/main" id="{64493695-A4BF-6EA1-7970-BA24D4C8B23B}"/>
              </a:ext>
            </a:extLst>
          </p:cNvPr>
          <p:cNvCxnSpPr>
            <a:cxnSpLocks/>
          </p:cNvCxnSpPr>
          <p:nvPr/>
        </p:nvCxnSpPr>
        <p:spPr>
          <a:xfrm flipV="1">
            <a:off x="6306706" y="3626976"/>
            <a:ext cx="441565" cy="421144"/>
          </a:xfrm>
          <a:prstGeom prst="straightConnector1">
            <a:avLst/>
          </a:prstGeom>
          <a:ln w="53975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Rechte verbindingslijn met pijl 10">
            <a:extLst>
              <a:ext uri="{FF2B5EF4-FFF2-40B4-BE49-F238E27FC236}">
                <a16:creationId xmlns:a16="http://schemas.microsoft.com/office/drawing/2014/main" id="{E6CA711C-A532-5E6F-4E4A-6DAE6622C357}"/>
              </a:ext>
            </a:extLst>
          </p:cNvPr>
          <p:cNvCxnSpPr>
            <a:cxnSpLocks/>
          </p:cNvCxnSpPr>
          <p:nvPr/>
        </p:nvCxnSpPr>
        <p:spPr>
          <a:xfrm>
            <a:off x="9485493" y="3007856"/>
            <a:ext cx="434473" cy="0"/>
          </a:xfrm>
          <a:prstGeom prst="straightConnector1">
            <a:avLst/>
          </a:prstGeom>
          <a:ln w="53975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66533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34DEF2-6087-913F-D66F-0FC77F8025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3FE5A73-0345-CA22-35F4-D5B3EBA3EC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Let’s</a:t>
            </a:r>
            <a:r>
              <a:rPr lang="nl-NL" dirty="0"/>
              <a:t> </a:t>
            </a:r>
            <a:r>
              <a:rPr lang="nl-NL" dirty="0" err="1"/>
              <a:t>join</a:t>
            </a:r>
            <a:endParaRPr lang="nl-NL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AED5FFC6-00E6-EAF8-1ED1-BDB683D97F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nl-NL" dirty="0"/>
              <a:t>Dataset 1:</a:t>
            </a:r>
          </a:p>
          <a:p>
            <a:pPr marL="0" indent="0">
              <a:buNone/>
            </a:pPr>
            <a:r>
              <a:rPr lang="nl-NL" dirty="0"/>
              <a:t>10.000 records</a:t>
            </a:r>
          </a:p>
          <a:p>
            <a:pPr marL="0" indent="0">
              <a:buNone/>
            </a:pPr>
            <a:endParaRPr lang="nl-NL" dirty="0"/>
          </a:p>
          <a:p>
            <a:pPr marL="0" indent="0">
              <a:buNone/>
            </a:pPr>
            <a:r>
              <a:rPr lang="nl-NL" dirty="0"/>
              <a:t>Dataset 2: </a:t>
            </a:r>
          </a:p>
          <a:p>
            <a:pPr marL="0" indent="0">
              <a:buNone/>
            </a:pPr>
            <a:r>
              <a:rPr lang="nl-NL" dirty="0"/>
              <a:t>300.000 records</a:t>
            </a:r>
          </a:p>
          <a:p>
            <a:pPr marL="0" indent="0">
              <a:buNone/>
            </a:pPr>
            <a:endParaRPr lang="nl-NL" dirty="0"/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FA9A1F58-3479-8B42-5F6A-9B8C270035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3064" y="35458"/>
            <a:ext cx="2383376" cy="12106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GeoPackage">
            <a:extLst>
              <a:ext uri="{FF2B5EF4-FFF2-40B4-BE49-F238E27FC236}">
                <a16:creationId xmlns:a16="http://schemas.microsoft.com/office/drawing/2014/main" id="{379CF382-65A1-1DE3-31DC-3620ABD6E5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81856" y="1246062"/>
            <a:ext cx="2145792" cy="16039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GeoPackage">
            <a:extLst>
              <a:ext uri="{FF2B5EF4-FFF2-40B4-BE49-F238E27FC236}">
                <a16:creationId xmlns:a16="http://schemas.microsoft.com/office/drawing/2014/main" id="{09F68F98-53CB-A862-EC2F-BB2976AA1A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81856" y="3730979"/>
            <a:ext cx="2145792" cy="16039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QGis &amp; marXact - marXact Kennisbank">
            <a:extLst>
              <a:ext uri="{FF2B5EF4-FFF2-40B4-BE49-F238E27FC236}">
                <a16:creationId xmlns:a16="http://schemas.microsoft.com/office/drawing/2014/main" id="{1A6E8C63-B46C-44BA-FBAD-91398C3580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9353" y="2738247"/>
            <a:ext cx="2583942" cy="7651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GeoPackage">
            <a:extLst>
              <a:ext uri="{FF2B5EF4-FFF2-40B4-BE49-F238E27FC236}">
                <a16:creationId xmlns:a16="http://schemas.microsoft.com/office/drawing/2014/main" id="{C7B7E6F8-13F4-BD67-1862-935266CD27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49256" y="2318831"/>
            <a:ext cx="2145792" cy="16039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" name="Rechte verbindingslijn met pijl 7">
            <a:extLst>
              <a:ext uri="{FF2B5EF4-FFF2-40B4-BE49-F238E27FC236}">
                <a16:creationId xmlns:a16="http://schemas.microsoft.com/office/drawing/2014/main" id="{1C779267-FD46-521C-421E-3CD71267435D}"/>
              </a:ext>
            </a:extLst>
          </p:cNvPr>
          <p:cNvCxnSpPr/>
          <p:nvPr/>
        </p:nvCxnSpPr>
        <p:spPr>
          <a:xfrm>
            <a:off x="6327648" y="2415941"/>
            <a:ext cx="535165" cy="322306"/>
          </a:xfrm>
          <a:prstGeom prst="straightConnector1">
            <a:avLst/>
          </a:prstGeom>
          <a:ln w="53975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Rechte verbindingslijn met pijl 8">
            <a:extLst>
              <a:ext uri="{FF2B5EF4-FFF2-40B4-BE49-F238E27FC236}">
                <a16:creationId xmlns:a16="http://schemas.microsoft.com/office/drawing/2014/main" id="{7215AB7F-9686-4BDC-4C35-5E720893B160}"/>
              </a:ext>
            </a:extLst>
          </p:cNvPr>
          <p:cNvCxnSpPr>
            <a:cxnSpLocks/>
          </p:cNvCxnSpPr>
          <p:nvPr/>
        </p:nvCxnSpPr>
        <p:spPr>
          <a:xfrm flipV="1">
            <a:off x="6306706" y="3626976"/>
            <a:ext cx="441565" cy="421144"/>
          </a:xfrm>
          <a:prstGeom prst="straightConnector1">
            <a:avLst/>
          </a:prstGeom>
          <a:ln w="53975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Rechte verbindingslijn met pijl 10">
            <a:extLst>
              <a:ext uri="{FF2B5EF4-FFF2-40B4-BE49-F238E27FC236}">
                <a16:creationId xmlns:a16="http://schemas.microsoft.com/office/drawing/2014/main" id="{B9D0CC68-90CF-672E-CC6E-87BA88138BC6}"/>
              </a:ext>
            </a:extLst>
          </p:cNvPr>
          <p:cNvCxnSpPr>
            <a:cxnSpLocks/>
          </p:cNvCxnSpPr>
          <p:nvPr/>
        </p:nvCxnSpPr>
        <p:spPr>
          <a:xfrm>
            <a:off x="9485493" y="3007856"/>
            <a:ext cx="434473" cy="0"/>
          </a:xfrm>
          <a:prstGeom prst="straightConnector1">
            <a:avLst/>
          </a:prstGeom>
          <a:ln w="53975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054" name="Picture 6" descr="5 Things Happy People Do (That You Can, Too!)">
            <a:extLst>
              <a:ext uri="{FF2B5EF4-FFF2-40B4-BE49-F238E27FC236}">
                <a16:creationId xmlns:a16="http://schemas.microsoft.com/office/drawing/2014/main" id="{CAF8FD45-1515-02E1-B49F-BDE790740A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02464" y="4329113"/>
            <a:ext cx="2466975" cy="184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600671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57A8DC-6197-8C6E-1013-9F16CA61F0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FCA668F-028F-D4D5-8E1B-50AE9E5551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Let’s</a:t>
            </a:r>
            <a:r>
              <a:rPr lang="nl-NL" dirty="0"/>
              <a:t> </a:t>
            </a:r>
            <a:r>
              <a:rPr lang="nl-NL" dirty="0" err="1"/>
              <a:t>join</a:t>
            </a:r>
            <a:endParaRPr lang="nl-NL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3A113FB9-3098-7F8F-6EDA-CDBEA2BD00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nl-NL" dirty="0"/>
              <a:t>Dataset 1:</a:t>
            </a:r>
          </a:p>
          <a:p>
            <a:pPr marL="0" indent="0">
              <a:buNone/>
            </a:pPr>
            <a:r>
              <a:rPr lang="nl-NL" dirty="0"/>
              <a:t>10.000 records</a:t>
            </a:r>
          </a:p>
          <a:p>
            <a:pPr marL="0" indent="0">
              <a:buNone/>
            </a:pPr>
            <a:endParaRPr lang="nl-NL" dirty="0"/>
          </a:p>
          <a:p>
            <a:pPr marL="0" indent="0">
              <a:buNone/>
            </a:pPr>
            <a:endParaRPr lang="nl-NL" dirty="0"/>
          </a:p>
          <a:p>
            <a:pPr marL="0" indent="0">
              <a:buNone/>
            </a:pPr>
            <a:endParaRPr lang="nl-NL" dirty="0"/>
          </a:p>
          <a:p>
            <a:pPr marL="0" indent="0">
              <a:buNone/>
            </a:pPr>
            <a:r>
              <a:rPr lang="nl-NL" dirty="0"/>
              <a:t>Dataset 2: </a:t>
            </a:r>
          </a:p>
          <a:p>
            <a:pPr marL="0" indent="0">
              <a:buNone/>
            </a:pPr>
            <a:r>
              <a:rPr lang="nl-NL" dirty="0"/>
              <a:t>300.000 records</a:t>
            </a:r>
          </a:p>
          <a:p>
            <a:pPr marL="0" indent="0">
              <a:buNone/>
            </a:pPr>
            <a:endParaRPr lang="nl-NL" dirty="0"/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92AAF149-380A-4768-E5A6-7DD44997D3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3064" y="35458"/>
            <a:ext cx="2383376" cy="12106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QGis &amp; marXact - marXact Kennisbank">
            <a:extLst>
              <a:ext uri="{FF2B5EF4-FFF2-40B4-BE49-F238E27FC236}">
                <a16:creationId xmlns:a16="http://schemas.microsoft.com/office/drawing/2014/main" id="{DF9AEDBC-A08A-7F83-3F57-7D6322EB3A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62813" y="2797655"/>
            <a:ext cx="2583942" cy="7651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" name="Rechte verbindingslijn met pijl 7">
            <a:extLst>
              <a:ext uri="{FF2B5EF4-FFF2-40B4-BE49-F238E27FC236}">
                <a16:creationId xmlns:a16="http://schemas.microsoft.com/office/drawing/2014/main" id="{44DDD123-36E6-1F90-70DE-31460B829DBC}"/>
              </a:ext>
            </a:extLst>
          </p:cNvPr>
          <p:cNvCxnSpPr/>
          <p:nvPr/>
        </p:nvCxnSpPr>
        <p:spPr>
          <a:xfrm>
            <a:off x="6327648" y="2415941"/>
            <a:ext cx="535165" cy="322306"/>
          </a:xfrm>
          <a:prstGeom prst="straightConnector1">
            <a:avLst/>
          </a:prstGeom>
          <a:ln w="53975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Rechte verbindingslijn met pijl 8">
            <a:extLst>
              <a:ext uri="{FF2B5EF4-FFF2-40B4-BE49-F238E27FC236}">
                <a16:creationId xmlns:a16="http://schemas.microsoft.com/office/drawing/2014/main" id="{206A4B97-49CF-8075-86F7-640D2E0BDB43}"/>
              </a:ext>
            </a:extLst>
          </p:cNvPr>
          <p:cNvCxnSpPr>
            <a:cxnSpLocks/>
          </p:cNvCxnSpPr>
          <p:nvPr/>
        </p:nvCxnSpPr>
        <p:spPr>
          <a:xfrm flipV="1">
            <a:off x="6306706" y="3626976"/>
            <a:ext cx="441565" cy="421144"/>
          </a:xfrm>
          <a:prstGeom prst="straightConnector1">
            <a:avLst/>
          </a:prstGeom>
          <a:ln w="53975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Rechte verbindingslijn met pijl 10">
            <a:extLst>
              <a:ext uri="{FF2B5EF4-FFF2-40B4-BE49-F238E27FC236}">
                <a16:creationId xmlns:a16="http://schemas.microsoft.com/office/drawing/2014/main" id="{44E602B2-F557-2289-7ACA-0FA43103F2AB}"/>
              </a:ext>
            </a:extLst>
          </p:cNvPr>
          <p:cNvCxnSpPr>
            <a:cxnSpLocks/>
          </p:cNvCxnSpPr>
          <p:nvPr/>
        </p:nvCxnSpPr>
        <p:spPr>
          <a:xfrm>
            <a:off x="9597460" y="3174297"/>
            <a:ext cx="434473" cy="0"/>
          </a:xfrm>
          <a:prstGeom prst="straightConnector1">
            <a:avLst/>
          </a:prstGeom>
          <a:ln w="53975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126" name="Picture 6" descr="Webservices - ZooEasy">
            <a:extLst>
              <a:ext uri="{FF2B5EF4-FFF2-40B4-BE49-F238E27FC236}">
                <a16:creationId xmlns:a16="http://schemas.microsoft.com/office/drawing/2014/main" id="{6ECCC47A-303B-DC90-2559-04CD8EBE6B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7961" y="3802698"/>
            <a:ext cx="1664687" cy="14249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6" descr="Webservices - ZooEasy">
            <a:extLst>
              <a:ext uri="{FF2B5EF4-FFF2-40B4-BE49-F238E27FC236}">
                <a16:creationId xmlns:a16="http://schemas.microsoft.com/office/drawing/2014/main" id="{6CE51E81-DD05-7829-5DC3-9F2C98A3E2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7166" y="1533540"/>
            <a:ext cx="1664688" cy="14249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kstvak 14">
            <a:extLst>
              <a:ext uri="{FF2B5EF4-FFF2-40B4-BE49-F238E27FC236}">
                <a16:creationId xmlns:a16="http://schemas.microsoft.com/office/drawing/2014/main" id="{0D8F1B1E-B37B-19BB-7BF3-FE625686B68E}"/>
              </a:ext>
            </a:extLst>
          </p:cNvPr>
          <p:cNvSpPr txBox="1"/>
          <p:nvPr/>
        </p:nvSpPr>
        <p:spPr>
          <a:xfrm>
            <a:off x="3984718" y="5055957"/>
            <a:ext cx="13495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/>
              <a:t>WFS / API Features</a:t>
            </a:r>
          </a:p>
        </p:txBody>
      </p:sp>
      <p:sp>
        <p:nvSpPr>
          <p:cNvPr id="16" name="Tekstvak 15">
            <a:extLst>
              <a:ext uri="{FF2B5EF4-FFF2-40B4-BE49-F238E27FC236}">
                <a16:creationId xmlns:a16="http://schemas.microsoft.com/office/drawing/2014/main" id="{661D987E-D277-BC49-186C-2E40B0A27B0F}"/>
              </a:ext>
            </a:extLst>
          </p:cNvPr>
          <p:cNvSpPr txBox="1"/>
          <p:nvPr/>
        </p:nvSpPr>
        <p:spPr>
          <a:xfrm>
            <a:off x="4063064" y="2797655"/>
            <a:ext cx="13495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/>
              <a:t>WFS / API Features</a:t>
            </a:r>
          </a:p>
        </p:txBody>
      </p:sp>
      <p:pic>
        <p:nvPicPr>
          <p:cNvPr id="5128" name="Picture 8" descr="vraagteken – Stichting Doe Maar Zo!">
            <a:extLst>
              <a:ext uri="{FF2B5EF4-FFF2-40B4-BE49-F238E27FC236}">
                <a16:creationId xmlns:a16="http://schemas.microsoft.com/office/drawing/2014/main" id="{3747580C-0DDE-E9E0-2973-9C3B136108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20849" y="2225974"/>
            <a:ext cx="1611574" cy="16115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786036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D3A7F3-4147-56AC-E274-380F7802CD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350D0DE-FA11-53AE-B5DC-CAE4B56C75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Let’s</a:t>
            </a:r>
            <a:r>
              <a:rPr lang="nl-NL" dirty="0"/>
              <a:t> </a:t>
            </a:r>
            <a:r>
              <a:rPr lang="nl-NL" dirty="0" err="1"/>
              <a:t>join</a:t>
            </a:r>
            <a:endParaRPr lang="nl-NL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E9368F33-FBAC-A988-420B-DE788489EC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nl-NL" dirty="0"/>
              <a:t>Dataset 1:</a:t>
            </a:r>
          </a:p>
          <a:p>
            <a:pPr marL="0" indent="0">
              <a:buNone/>
            </a:pPr>
            <a:r>
              <a:rPr lang="nl-NL" dirty="0"/>
              <a:t>10.000 records</a:t>
            </a:r>
          </a:p>
          <a:p>
            <a:pPr marL="0" indent="0">
              <a:buNone/>
            </a:pPr>
            <a:endParaRPr lang="nl-NL" dirty="0"/>
          </a:p>
          <a:p>
            <a:pPr marL="0" indent="0">
              <a:buNone/>
            </a:pPr>
            <a:endParaRPr lang="nl-NL" dirty="0"/>
          </a:p>
          <a:p>
            <a:pPr marL="0" indent="0">
              <a:buNone/>
            </a:pPr>
            <a:endParaRPr lang="nl-NL" dirty="0"/>
          </a:p>
          <a:p>
            <a:pPr marL="0" indent="0">
              <a:buNone/>
            </a:pPr>
            <a:r>
              <a:rPr lang="nl-NL" dirty="0"/>
              <a:t>Dataset 2: </a:t>
            </a:r>
          </a:p>
          <a:p>
            <a:pPr marL="0" indent="0">
              <a:buNone/>
            </a:pPr>
            <a:r>
              <a:rPr lang="nl-NL" dirty="0"/>
              <a:t>300.000 records</a:t>
            </a:r>
          </a:p>
          <a:p>
            <a:pPr marL="0" indent="0">
              <a:buNone/>
            </a:pPr>
            <a:endParaRPr lang="nl-NL" dirty="0"/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4F718C34-CFA6-A17E-AD8A-BEFDBECB62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3064" y="35458"/>
            <a:ext cx="2383376" cy="12106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QGis &amp; marXact - marXact Kennisbank">
            <a:extLst>
              <a:ext uri="{FF2B5EF4-FFF2-40B4-BE49-F238E27FC236}">
                <a16:creationId xmlns:a16="http://schemas.microsoft.com/office/drawing/2014/main" id="{79677EE6-EEEE-28B1-3318-9AE4880DD3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9353" y="2738247"/>
            <a:ext cx="2583942" cy="7651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" name="Rechte verbindingslijn met pijl 7">
            <a:extLst>
              <a:ext uri="{FF2B5EF4-FFF2-40B4-BE49-F238E27FC236}">
                <a16:creationId xmlns:a16="http://schemas.microsoft.com/office/drawing/2014/main" id="{066290D3-6294-8A8A-7CEC-D92F77781349}"/>
              </a:ext>
            </a:extLst>
          </p:cNvPr>
          <p:cNvCxnSpPr>
            <a:cxnSpLocks/>
          </p:cNvCxnSpPr>
          <p:nvPr/>
        </p:nvCxnSpPr>
        <p:spPr>
          <a:xfrm>
            <a:off x="6093392" y="2220686"/>
            <a:ext cx="769421" cy="517561"/>
          </a:xfrm>
          <a:prstGeom prst="straightConnector1">
            <a:avLst/>
          </a:prstGeom>
          <a:ln w="53975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Rechte verbindingslijn met pijl 8">
            <a:extLst>
              <a:ext uri="{FF2B5EF4-FFF2-40B4-BE49-F238E27FC236}">
                <a16:creationId xmlns:a16="http://schemas.microsoft.com/office/drawing/2014/main" id="{2AAAC2FD-BE6C-8328-0007-6F42B02137E2}"/>
              </a:ext>
            </a:extLst>
          </p:cNvPr>
          <p:cNvCxnSpPr>
            <a:cxnSpLocks/>
          </p:cNvCxnSpPr>
          <p:nvPr/>
        </p:nvCxnSpPr>
        <p:spPr>
          <a:xfrm flipV="1">
            <a:off x="6228276" y="3626976"/>
            <a:ext cx="519995" cy="693097"/>
          </a:xfrm>
          <a:prstGeom prst="straightConnector1">
            <a:avLst/>
          </a:prstGeom>
          <a:ln w="53975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Rechte verbindingslijn met pijl 10">
            <a:extLst>
              <a:ext uri="{FF2B5EF4-FFF2-40B4-BE49-F238E27FC236}">
                <a16:creationId xmlns:a16="http://schemas.microsoft.com/office/drawing/2014/main" id="{237F19B7-D084-2870-E791-8B8267EE1D18}"/>
              </a:ext>
            </a:extLst>
          </p:cNvPr>
          <p:cNvCxnSpPr>
            <a:cxnSpLocks/>
          </p:cNvCxnSpPr>
          <p:nvPr/>
        </p:nvCxnSpPr>
        <p:spPr>
          <a:xfrm>
            <a:off x="9485493" y="3007856"/>
            <a:ext cx="434473" cy="0"/>
          </a:xfrm>
          <a:prstGeom prst="straightConnector1">
            <a:avLst/>
          </a:prstGeom>
          <a:ln w="53975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124" name="Picture 4" descr="Drinking Coffee While Reading Book - Stock Photos | Motion Array">
            <a:extLst>
              <a:ext uri="{FF2B5EF4-FFF2-40B4-BE49-F238E27FC236}">
                <a16:creationId xmlns:a16="http://schemas.microsoft.com/office/drawing/2014/main" id="{E1C17090-DB54-B9DF-F38B-814032658E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6440" y="4498470"/>
            <a:ext cx="3404040" cy="22652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GeoPackage">
            <a:extLst>
              <a:ext uri="{FF2B5EF4-FFF2-40B4-BE49-F238E27FC236}">
                <a16:creationId xmlns:a16="http://schemas.microsoft.com/office/drawing/2014/main" id="{60EEBC13-8E00-2300-A542-92AE20A5EC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57501" y="2727151"/>
            <a:ext cx="1631590" cy="12196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6" descr="Webservices - ZooEasy">
            <a:extLst>
              <a:ext uri="{FF2B5EF4-FFF2-40B4-BE49-F238E27FC236}">
                <a16:creationId xmlns:a16="http://schemas.microsoft.com/office/drawing/2014/main" id="{66B47277-1E5A-AD40-3CD2-5E664340FE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9665" y="1307896"/>
            <a:ext cx="1664688" cy="14249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kstvak 6">
            <a:extLst>
              <a:ext uri="{FF2B5EF4-FFF2-40B4-BE49-F238E27FC236}">
                <a16:creationId xmlns:a16="http://schemas.microsoft.com/office/drawing/2014/main" id="{27B7D965-7906-3410-8D15-9FAE19ED12AE}"/>
              </a:ext>
            </a:extLst>
          </p:cNvPr>
          <p:cNvSpPr txBox="1"/>
          <p:nvPr/>
        </p:nvSpPr>
        <p:spPr>
          <a:xfrm>
            <a:off x="4435563" y="2572011"/>
            <a:ext cx="13495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/>
              <a:t>WFS / API Features</a:t>
            </a:r>
          </a:p>
        </p:txBody>
      </p:sp>
      <p:pic>
        <p:nvPicPr>
          <p:cNvPr id="10" name="Picture 6" descr="Webservices - ZooEasy">
            <a:extLst>
              <a:ext uri="{FF2B5EF4-FFF2-40B4-BE49-F238E27FC236}">
                <a16:creationId xmlns:a16="http://schemas.microsoft.com/office/drawing/2014/main" id="{D8041D59-FF14-8A75-79B8-14C1F7D038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9038" y="3742429"/>
            <a:ext cx="1664688" cy="14249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kstvak 11">
            <a:extLst>
              <a:ext uri="{FF2B5EF4-FFF2-40B4-BE49-F238E27FC236}">
                <a16:creationId xmlns:a16="http://schemas.microsoft.com/office/drawing/2014/main" id="{2E9160E2-2913-9CE0-3D27-1E4332AEEC23}"/>
              </a:ext>
            </a:extLst>
          </p:cNvPr>
          <p:cNvSpPr txBox="1"/>
          <p:nvPr/>
        </p:nvSpPr>
        <p:spPr>
          <a:xfrm>
            <a:off x="4534936" y="5006544"/>
            <a:ext cx="13495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/>
              <a:t>WFS / API Features</a:t>
            </a:r>
          </a:p>
        </p:txBody>
      </p:sp>
      <p:pic>
        <p:nvPicPr>
          <p:cNvPr id="15" name="Picture 8" descr="vraagteken – Stichting Doe Maar Zo!">
            <a:extLst>
              <a:ext uri="{FF2B5EF4-FFF2-40B4-BE49-F238E27FC236}">
                <a16:creationId xmlns:a16="http://schemas.microsoft.com/office/drawing/2014/main" id="{6E23C008-3BF5-49C4-6254-1BFC2519C5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79771" y="1616738"/>
            <a:ext cx="992366" cy="9923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6" descr="Webservices - ZooEasy">
            <a:extLst>
              <a:ext uri="{FF2B5EF4-FFF2-40B4-BE49-F238E27FC236}">
                <a16:creationId xmlns:a16="http://schemas.microsoft.com/office/drawing/2014/main" id="{D599B2FA-4714-D81C-E5FF-527AB26B83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66750" y="1452438"/>
            <a:ext cx="1045895" cy="8952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kstvak 16">
            <a:extLst>
              <a:ext uri="{FF2B5EF4-FFF2-40B4-BE49-F238E27FC236}">
                <a16:creationId xmlns:a16="http://schemas.microsoft.com/office/drawing/2014/main" id="{A2D8319E-720A-18DD-80DC-649B25814C2E}"/>
              </a:ext>
            </a:extLst>
          </p:cNvPr>
          <p:cNvSpPr txBox="1"/>
          <p:nvPr/>
        </p:nvSpPr>
        <p:spPr>
          <a:xfrm>
            <a:off x="11081883" y="2259031"/>
            <a:ext cx="96669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100" dirty="0"/>
              <a:t>WFS / API Features</a:t>
            </a:r>
          </a:p>
        </p:txBody>
      </p:sp>
    </p:spTree>
    <p:extLst>
      <p:ext uri="{BB962C8B-B14F-4D97-AF65-F5344CB8AC3E}">
        <p14:creationId xmlns:p14="http://schemas.microsoft.com/office/powerpoint/2010/main" val="1195655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647A12-CEFC-88E5-FE7A-7944AF0B57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9AF7067-EF96-2490-D2FD-387B1BCA5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Let’s</a:t>
            </a:r>
            <a:r>
              <a:rPr lang="nl-NL" dirty="0"/>
              <a:t> </a:t>
            </a:r>
            <a:r>
              <a:rPr lang="nl-NL" dirty="0" err="1"/>
              <a:t>join</a:t>
            </a:r>
            <a:endParaRPr lang="nl-NL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A0B103D6-BC4C-B9CF-0383-1587F879E0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nl-NL" dirty="0"/>
              <a:t>Dataset 1:</a:t>
            </a:r>
          </a:p>
          <a:p>
            <a:pPr marL="0" indent="0">
              <a:buNone/>
            </a:pPr>
            <a:r>
              <a:rPr lang="nl-NL" dirty="0"/>
              <a:t>10.000 records</a:t>
            </a:r>
          </a:p>
          <a:p>
            <a:pPr marL="0" indent="0">
              <a:buNone/>
            </a:pPr>
            <a:endParaRPr lang="nl-NL" dirty="0"/>
          </a:p>
          <a:p>
            <a:pPr marL="0" indent="0">
              <a:buNone/>
            </a:pPr>
            <a:endParaRPr lang="nl-NL" dirty="0"/>
          </a:p>
          <a:p>
            <a:pPr marL="0" indent="0">
              <a:buNone/>
            </a:pPr>
            <a:endParaRPr lang="nl-NL" dirty="0"/>
          </a:p>
          <a:p>
            <a:pPr marL="0" indent="0">
              <a:buNone/>
            </a:pPr>
            <a:r>
              <a:rPr lang="nl-NL" dirty="0"/>
              <a:t>Dataset 2: </a:t>
            </a:r>
          </a:p>
          <a:p>
            <a:pPr marL="0" indent="0">
              <a:buNone/>
            </a:pPr>
            <a:r>
              <a:rPr lang="nl-NL" dirty="0"/>
              <a:t>10.000.000 records</a:t>
            </a:r>
          </a:p>
          <a:p>
            <a:pPr marL="0" indent="0">
              <a:buNone/>
            </a:pPr>
            <a:endParaRPr lang="nl-NL" dirty="0"/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D879AA7D-9DB1-F19F-7884-BA38BC59F8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3064" y="35458"/>
            <a:ext cx="2383376" cy="12106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QGis &amp; marXact - marXact Kennisbank">
            <a:extLst>
              <a:ext uri="{FF2B5EF4-FFF2-40B4-BE49-F238E27FC236}">
                <a16:creationId xmlns:a16="http://schemas.microsoft.com/office/drawing/2014/main" id="{DD3D8DB1-C545-CA7C-D36F-372766FA66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9353" y="2738247"/>
            <a:ext cx="2583942" cy="7651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" name="Rechte verbindingslijn met pijl 7">
            <a:extLst>
              <a:ext uri="{FF2B5EF4-FFF2-40B4-BE49-F238E27FC236}">
                <a16:creationId xmlns:a16="http://schemas.microsoft.com/office/drawing/2014/main" id="{97A2CC1B-6327-4070-F245-AB0BD7A4A98B}"/>
              </a:ext>
            </a:extLst>
          </p:cNvPr>
          <p:cNvCxnSpPr>
            <a:cxnSpLocks/>
          </p:cNvCxnSpPr>
          <p:nvPr/>
        </p:nvCxnSpPr>
        <p:spPr>
          <a:xfrm>
            <a:off x="6093392" y="2220686"/>
            <a:ext cx="769421" cy="517561"/>
          </a:xfrm>
          <a:prstGeom prst="straightConnector1">
            <a:avLst/>
          </a:prstGeom>
          <a:ln w="53975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Rechte verbindingslijn met pijl 8">
            <a:extLst>
              <a:ext uri="{FF2B5EF4-FFF2-40B4-BE49-F238E27FC236}">
                <a16:creationId xmlns:a16="http://schemas.microsoft.com/office/drawing/2014/main" id="{7F5DF4F3-5CF1-38CF-67AA-71163CFABB54}"/>
              </a:ext>
            </a:extLst>
          </p:cNvPr>
          <p:cNvCxnSpPr>
            <a:cxnSpLocks/>
          </p:cNvCxnSpPr>
          <p:nvPr/>
        </p:nvCxnSpPr>
        <p:spPr>
          <a:xfrm flipV="1">
            <a:off x="6228276" y="3626976"/>
            <a:ext cx="519995" cy="693097"/>
          </a:xfrm>
          <a:prstGeom prst="straightConnector1">
            <a:avLst/>
          </a:prstGeom>
          <a:ln w="53975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Rechte verbindingslijn met pijl 10">
            <a:extLst>
              <a:ext uri="{FF2B5EF4-FFF2-40B4-BE49-F238E27FC236}">
                <a16:creationId xmlns:a16="http://schemas.microsoft.com/office/drawing/2014/main" id="{7965AD70-4C8C-E5B2-12E0-07127B4B782E}"/>
              </a:ext>
            </a:extLst>
          </p:cNvPr>
          <p:cNvCxnSpPr>
            <a:cxnSpLocks/>
          </p:cNvCxnSpPr>
          <p:nvPr/>
        </p:nvCxnSpPr>
        <p:spPr>
          <a:xfrm>
            <a:off x="9485493" y="3007856"/>
            <a:ext cx="434473" cy="0"/>
          </a:xfrm>
          <a:prstGeom prst="straightConnector1">
            <a:avLst/>
          </a:prstGeom>
          <a:ln w="53975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2" descr="GeoPackage">
            <a:extLst>
              <a:ext uri="{FF2B5EF4-FFF2-40B4-BE49-F238E27FC236}">
                <a16:creationId xmlns:a16="http://schemas.microsoft.com/office/drawing/2014/main" id="{CDAECBD3-2635-EE19-3F1D-0037A2B4B9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57501" y="2727151"/>
            <a:ext cx="1631590" cy="12196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6" descr="Webservices - ZooEasy">
            <a:extLst>
              <a:ext uri="{FF2B5EF4-FFF2-40B4-BE49-F238E27FC236}">
                <a16:creationId xmlns:a16="http://schemas.microsoft.com/office/drawing/2014/main" id="{325CE6E9-AF4D-E38C-5387-3E6DEFF6CE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9665" y="1307896"/>
            <a:ext cx="1664688" cy="14249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kstvak 6">
            <a:extLst>
              <a:ext uri="{FF2B5EF4-FFF2-40B4-BE49-F238E27FC236}">
                <a16:creationId xmlns:a16="http://schemas.microsoft.com/office/drawing/2014/main" id="{5FC96D87-2405-2649-9BE9-88B7660A2FF6}"/>
              </a:ext>
            </a:extLst>
          </p:cNvPr>
          <p:cNvSpPr txBox="1"/>
          <p:nvPr/>
        </p:nvSpPr>
        <p:spPr>
          <a:xfrm>
            <a:off x="4435563" y="2572011"/>
            <a:ext cx="13495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/>
              <a:t>WFS / API Features</a:t>
            </a:r>
          </a:p>
        </p:txBody>
      </p:sp>
      <p:pic>
        <p:nvPicPr>
          <p:cNvPr id="10" name="Picture 6" descr="Webservices - ZooEasy">
            <a:extLst>
              <a:ext uri="{FF2B5EF4-FFF2-40B4-BE49-F238E27FC236}">
                <a16:creationId xmlns:a16="http://schemas.microsoft.com/office/drawing/2014/main" id="{67757361-ED69-72AC-5CC2-B81C48D624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9038" y="3742429"/>
            <a:ext cx="1664688" cy="14249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kstvak 11">
            <a:extLst>
              <a:ext uri="{FF2B5EF4-FFF2-40B4-BE49-F238E27FC236}">
                <a16:creationId xmlns:a16="http://schemas.microsoft.com/office/drawing/2014/main" id="{2039165D-9FD9-EF46-A36B-2A60B8DDEE80}"/>
              </a:ext>
            </a:extLst>
          </p:cNvPr>
          <p:cNvSpPr txBox="1"/>
          <p:nvPr/>
        </p:nvSpPr>
        <p:spPr>
          <a:xfrm>
            <a:off x="4534936" y="5006544"/>
            <a:ext cx="13495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/>
              <a:t>WFS / API Features</a:t>
            </a:r>
          </a:p>
        </p:txBody>
      </p:sp>
      <p:pic>
        <p:nvPicPr>
          <p:cNvPr id="15" name="Picture 8" descr="vraagteken – Stichting Doe Maar Zo!">
            <a:extLst>
              <a:ext uri="{FF2B5EF4-FFF2-40B4-BE49-F238E27FC236}">
                <a16:creationId xmlns:a16="http://schemas.microsoft.com/office/drawing/2014/main" id="{31FA94A2-C540-1C01-ED3D-B45E621704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79771" y="1616738"/>
            <a:ext cx="992366" cy="9923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6" descr="Webservices - ZooEasy">
            <a:extLst>
              <a:ext uri="{FF2B5EF4-FFF2-40B4-BE49-F238E27FC236}">
                <a16:creationId xmlns:a16="http://schemas.microsoft.com/office/drawing/2014/main" id="{5250A82A-C1A3-CBB1-A9BC-D543AAD63B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66750" y="1452438"/>
            <a:ext cx="1045895" cy="8952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kstvak 16">
            <a:extLst>
              <a:ext uri="{FF2B5EF4-FFF2-40B4-BE49-F238E27FC236}">
                <a16:creationId xmlns:a16="http://schemas.microsoft.com/office/drawing/2014/main" id="{C4CE0424-6F76-97F6-20E4-263099489515}"/>
              </a:ext>
            </a:extLst>
          </p:cNvPr>
          <p:cNvSpPr txBox="1"/>
          <p:nvPr/>
        </p:nvSpPr>
        <p:spPr>
          <a:xfrm>
            <a:off x="11081883" y="2259031"/>
            <a:ext cx="96669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100" dirty="0"/>
              <a:t>WFS / API Features</a:t>
            </a:r>
          </a:p>
        </p:txBody>
      </p:sp>
      <p:pic>
        <p:nvPicPr>
          <p:cNvPr id="6146" name="Picture 2" descr="Woman Looking Out Window Pictures | Download Free Images on Unsplash">
            <a:extLst>
              <a:ext uri="{FF2B5EF4-FFF2-40B4-BE49-F238E27FC236}">
                <a16:creationId xmlns:a16="http://schemas.microsoft.com/office/drawing/2014/main" id="{C3D1A5EB-6846-083B-DCF9-E74071A4EE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61089" y="4460858"/>
            <a:ext cx="3195347" cy="21733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kstballon: rechthoek 12">
            <a:extLst>
              <a:ext uri="{FF2B5EF4-FFF2-40B4-BE49-F238E27FC236}">
                <a16:creationId xmlns:a16="http://schemas.microsoft.com/office/drawing/2014/main" id="{C4861E03-6EBA-B1CA-E042-8320312D1770}"/>
              </a:ext>
            </a:extLst>
          </p:cNvPr>
          <p:cNvSpPr/>
          <p:nvPr/>
        </p:nvSpPr>
        <p:spPr>
          <a:xfrm>
            <a:off x="838200" y="5767938"/>
            <a:ext cx="3818913" cy="1034467"/>
          </a:xfrm>
          <a:prstGeom prst="wedgeRectCallout">
            <a:avLst>
              <a:gd name="adj1" fmla="val -16494"/>
              <a:gd name="adj2" fmla="val -92639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/>
              <a:t>PDOK: “</a:t>
            </a:r>
            <a:r>
              <a:rPr lang="nl-NL" dirty="0" err="1"/>
              <a:t>You</a:t>
            </a:r>
            <a:r>
              <a:rPr lang="nl-NL" dirty="0"/>
              <a:t> are </a:t>
            </a:r>
            <a:r>
              <a:rPr lang="nl-NL" dirty="0" err="1"/>
              <a:t>requesting</a:t>
            </a:r>
            <a:r>
              <a:rPr lang="nl-NL" dirty="0"/>
              <a:t> more </a:t>
            </a:r>
            <a:r>
              <a:rPr lang="nl-NL" dirty="0" err="1"/>
              <a:t>than</a:t>
            </a:r>
            <a:r>
              <a:rPr lang="nl-NL" dirty="0"/>
              <a:t> 50.000 records. </a:t>
            </a:r>
            <a:r>
              <a:rPr lang="nl-NL" dirty="0" err="1"/>
              <a:t>Please</a:t>
            </a:r>
            <a:r>
              <a:rPr lang="nl-NL" dirty="0"/>
              <a:t> </a:t>
            </a:r>
            <a:r>
              <a:rPr lang="nl-NL" dirty="0" err="1"/>
              <a:t>consider</a:t>
            </a:r>
            <a:r>
              <a:rPr lang="nl-NL" dirty="0"/>
              <a:t> </a:t>
            </a:r>
            <a:r>
              <a:rPr lang="nl-NL" dirty="0" err="1"/>
              <a:t>using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download”</a:t>
            </a:r>
          </a:p>
        </p:txBody>
      </p:sp>
    </p:spTree>
    <p:extLst>
      <p:ext uri="{BB962C8B-B14F-4D97-AF65-F5344CB8AC3E}">
        <p14:creationId xmlns:p14="http://schemas.microsoft.com/office/powerpoint/2010/main" val="42803285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C6A2AC8-83C2-5482-18C5-9969EFEE0C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What</a:t>
            </a:r>
            <a:r>
              <a:rPr lang="nl-NL" dirty="0"/>
              <a:t> is </a:t>
            </a:r>
            <a:r>
              <a:rPr lang="nl-NL" dirty="0" err="1"/>
              <a:t>the</a:t>
            </a:r>
            <a:r>
              <a:rPr lang="nl-NL" dirty="0"/>
              <a:t> best way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spatially</a:t>
            </a:r>
            <a:r>
              <a:rPr lang="nl-NL" dirty="0"/>
              <a:t> </a:t>
            </a:r>
            <a:r>
              <a:rPr lang="nl-NL" dirty="0" err="1"/>
              <a:t>join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datasets over </a:t>
            </a:r>
            <a:r>
              <a:rPr lang="nl-NL" dirty="0" err="1"/>
              <a:t>webservices</a:t>
            </a:r>
            <a:r>
              <a:rPr lang="nl-NL" dirty="0"/>
              <a:t>?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1538239A-733F-8F79-3DD9-D4F77D31E8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7111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nl-NL" dirty="0" err="1"/>
              <a:t>Given</a:t>
            </a:r>
            <a:r>
              <a:rPr lang="nl-NL" dirty="0"/>
              <a:t> </a:t>
            </a:r>
            <a:r>
              <a:rPr lang="nl-NL" dirty="0" err="1"/>
              <a:t>that</a:t>
            </a:r>
            <a:r>
              <a:rPr lang="nl-NL" dirty="0"/>
              <a:t>:</a:t>
            </a:r>
          </a:p>
          <a:p>
            <a:pPr lvl="1"/>
            <a:r>
              <a:rPr lang="nl-NL" dirty="0"/>
              <a:t>We </a:t>
            </a:r>
            <a:r>
              <a:rPr lang="nl-NL" dirty="0" err="1"/>
              <a:t>promote</a:t>
            </a:r>
            <a:r>
              <a:rPr lang="nl-NL" dirty="0"/>
              <a:t> service </a:t>
            </a:r>
            <a:r>
              <a:rPr lang="nl-NL" dirty="0" err="1"/>
              <a:t>oriented</a:t>
            </a:r>
            <a:r>
              <a:rPr lang="nl-NL" dirty="0"/>
              <a:t> </a:t>
            </a:r>
            <a:r>
              <a:rPr lang="nl-NL" dirty="0" err="1"/>
              <a:t>architectures</a:t>
            </a:r>
            <a:endParaRPr lang="nl-NL" dirty="0"/>
          </a:p>
          <a:p>
            <a:pPr lvl="1"/>
            <a:r>
              <a:rPr lang="nl-NL" dirty="0"/>
              <a:t>We </a:t>
            </a:r>
            <a:r>
              <a:rPr lang="nl-NL" dirty="0" err="1"/>
              <a:t>promote</a:t>
            </a:r>
            <a:r>
              <a:rPr lang="nl-NL" dirty="0"/>
              <a:t> </a:t>
            </a:r>
            <a:r>
              <a:rPr lang="nl-NL" dirty="0" err="1"/>
              <a:t>federated</a:t>
            </a:r>
            <a:r>
              <a:rPr lang="nl-NL" dirty="0"/>
              <a:t> data </a:t>
            </a:r>
            <a:r>
              <a:rPr lang="nl-NL" dirty="0" err="1"/>
              <a:t>architectures</a:t>
            </a:r>
            <a:endParaRPr lang="nl-NL" dirty="0"/>
          </a:p>
          <a:p>
            <a:endParaRPr lang="nl-NL" dirty="0"/>
          </a:p>
          <a:p>
            <a:r>
              <a:rPr lang="nl-NL" dirty="0" err="1"/>
              <a:t>What</a:t>
            </a:r>
            <a:r>
              <a:rPr lang="nl-NL" dirty="0"/>
              <a:t> are </a:t>
            </a:r>
            <a:r>
              <a:rPr lang="nl-NL" b="1" dirty="0" err="1"/>
              <a:t>usable</a:t>
            </a:r>
            <a:r>
              <a:rPr lang="nl-NL" dirty="0"/>
              <a:t> </a:t>
            </a:r>
            <a:r>
              <a:rPr lang="nl-NL" dirty="0" err="1"/>
              <a:t>solutions</a:t>
            </a:r>
            <a:r>
              <a:rPr lang="nl-NL" dirty="0"/>
              <a:t>/</a:t>
            </a:r>
            <a:r>
              <a:rPr lang="nl-NL" dirty="0" err="1"/>
              <a:t>patterns</a:t>
            </a:r>
            <a:r>
              <a:rPr lang="nl-NL" dirty="0"/>
              <a:t> </a:t>
            </a:r>
            <a:r>
              <a:rPr lang="nl-NL" dirty="0" err="1"/>
              <a:t>for</a:t>
            </a:r>
            <a:r>
              <a:rPr lang="nl-NL" dirty="0"/>
              <a:t> </a:t>
            </a:r>
            <a:r>
              <a:rPr lang="nl-NL" dirty="0" err="1"/>
              <a:t>spatially</a:t>
            </a:r>
            <a:r>
              <a:rPr lang="nl-NL" dirty="0"/>
              <a:t> </a:t>
            </a:r>
            <a:r>
              <a:rPr lang="nl-NL" dirty="0" err="1"/>
              <a:t>joining</a:t>
            </a:r>
            <a:r>
              <a:rPr lang="nl-NL" dirty="0"/>
              <a:t> datasets </a:t>
            </a:r>
            <a:r>
              <a:rPr lang="nl-NL" dirty="0" err="1"/>
              <a:t>using</a:t>
            </a:r>
            <a:r>
              <a:rPr lang="nl-NL" dirty="0"/>
              <a:t> </a:t>
            </a:r>
            <a:r>
              <a:rPr lang="nl-NL" dirty="0" err="1"/>
              <a:t>webservices</a:t>
            </a:r>
            <a:r>
              <a:rPr lang="nl-NL" dirty="0"/>
              <a:t>? </a:t>
            </a:r>
          </a:p>
          <a:p>
            <a:r>
              <a:rPr lang="nl-NL" dirty="0" err="1"/>
              <a:t>What</a:t>
            </a:r>
            <a:r>
              <a:rPr lang="nl-NL" dirty="0"/>
              <a:t> are practical </a:t>
            </a:r>
            <a:r>
              <a:rPr lang="nl-NL" dirty="0" err="1"/>
              <a:t>limits</a:t>
            </a:r>
            <a:r>
              <a:rPr lang="nl-NL" dirty="0"/>
              <a:t> </a:t>
            </a:r>
            <a:r>
              <a:rPr lang="nl-NL" dirty="0" err="1"/>
              <a:t>when</a:t>
            </a:r>
            <a:r>
              <a:rPr lang="nl-NL" dirty="0"/>
              <a:t> </a:t>
            </a:r>
            <a:r>
              <a:rPr lang="nl-NL" dirty="0" err="1"/>
              <a:t>applying</a:t>
            </a:r>
            <a:r>
              <a:rPr lang="nl-NL" dirty="0"/>
              <a:t> </a:t>
            </a:r>
            <a:r>
              <a:rPr lang="nl-NL" dirty="0" err="1"/>
              <a:t>webservices</a:t>
            </a:r>
            <a:r>
              <a:rPr lang="nl-NL" dirty="0"/>
              <a:t>?</a:t>
            </a:r>
          </a:p>
          <a:p>
            <a:r>
              <a:rPr lang="nl-NL" dirty="0"/>
              <a:t>Are downloads </a:t>
            </a:r>
            <a:r>
              <a:rPr lang="nl-NL" dirty="0" err="1"/>
              <a:t>avoidable</a:t>
            </a:r>
            <a:r>
              <a:rPr lang="nl-NL" dirty="0"/>
              <a:t>? </a:t>
            </a:r>
            <a:r>
              <a:rPr lang="nl-NL" dirty="0" err="1"/>
              <a:t>If</a:t>
            </a:r>
            <a:r>
              <a:rPr lang="nl-NL" dirty="0"/>
              <a:t> </a:t>
            </a:r>
            <a:r>
              <a:rPr lang="nl-NL" dirty="0" err="1"/>
              <a:t>so</a:t>
            </a:r>
            <a:r>
              <a:rPr lang="nl-NL" dirty="0"/>
              <a:t>, </a:t>
            </a:r>
            <a:r>
              <a:rPr lang="nl-NL" dirty="0" err="1"/>
              <a:t>how</a:t>
            </a:r>
            <a:r>
              <a:rPr lang="nl-NL" dirty="0"/>
              <a:t> do we present these </a:t>
            </a:r>
            <a:r>
              <a:rPr lang="nl-NL" dirty="0" err="1"/>
              <a:t>consistenly</a:t>
            </a:r>
            <a:r>
              <a:rPr lang="nl-NL" dirty="0"/>
              <a:t> in </a:t>
            </a:r>
            <a:r>
              <a:rPr lang="nl-NL" dirty="0" err="1"/>
              <a:t>relation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webservices</a:t>
            </a:r>
            <a:r>
              <a:rPr lang="nl-NL" dirty="0"/>
              <a:t>?</a:t>
            </a:r>
          </a:p>
          <a:p>
            <a:r>
              <a:rPr lang="nl-NL" dirty="0" err="1"/>
              <a:t>If</a:t>
            </a:r>
            <a:r>
              <a:rPr lang="nl-NL" dirty="0"/>
              <a:t> downloads are </a:t>
            </a:r>
            <a:r>
              <a:rPr lang="nl-NL" dirty="0" err="1"/>
              <a:t>still</a:t>
            </a:r>
            <a:r>
              <a:rPr lang="nl-NL" dirty="0"/>
              <a:t> </a:t>
            </a:r>
            <a:r>
              <a:rPr lang="nl-NL" dirty="0" err="1"/>
              <a:t>necessary</a:t>
            </a:r>
            <a:r>
              <a:rPr lang="nl-NL" dirty="0"/>
              <a:t>, </a:t>
            </a:r>
            <a:r>
              <a:rPr lang="nl-NL" dirty="0" err="1"/>
              <a:t>how</a:t>
            </a:r>
            <a:r>
              <a:rPr lang="nl-NL" dirty="0"/>
              <a:t> do we </a:t>
            </a:r>
            <a:r>
              <a:rPr lang="nl-NL" dirty="0" err="1"/>
              <a:t>nudge</a:t>
            </a:r>
            <a:r>
              <a:rPr lang="nl-NL" dirty="0"/>
              <a:t> users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webservices</a:t>
            </a:r>
            <a:r>
              <a:rPr lang="nl-NL" dirty="0"/>
              <a:t> </a:t>
            </a:r>
            <a:r>
              <a:rPr lang="nl-NL" dirty="0" err="1"/>
              <a:t>when</a:t>
            </a:r>
            <a:r>
              <a:rPr lang="nl-NL" dirty="0"/>
              <a:t> these are “</a:t>
            </a:r>
            <a:r>
              <a:rPr lang="nl-NL" dirty="0" err="1"/>
              <a:t>better</a:t>
            </a:r>
            <a:r>
              <a:rPr lang="nl-NL" dirty="0"/>
              <a:t>”?</a:t>
            </a:r>
          </a:p>
          <a:p>
            <a:endParaRPr lang="nl-NL" dirty="0"/>
          </a:p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95520863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63</TotalTime>
  <Words>339</Words>
  <Application>Microsoft Office PowerPoint</Application>
  <PresentationFormat>Breedbeeld</PresentationFormat>
  <Paragraphs>82</Paragraphs>
  <Slides>15</Slides>
  <Notes>2</Notes>
  <HiddenSlides>0</HiddenSlides>
  <MMClips>0</MMClips>
  <ScaleCrop>false</ScaleCrop>
  <HeadingPairs>
    <vt:vector size="8" baseType="variant">
      <vt:variant>
        <vt:lpstr>Gebruikte lettertypen</vt:lpstr>
      </vt:variant>
      <vt:variant>
        <vt:i4>4</vt:i4>
      </vt:variant>
      <vt:variant>
        <vt:lpstr>Thema</vt:lpstr>
      </vt:variant>
      <vt:variant>
        <vt:i4>1</vt:i4>
      </vt:variant>
      <vt:variant>
        <vt:lpstr>Ingesloten OLE-bronprogramma's</vt:lpstr>
      </vt:variant>
      <vt:variant>
        <vt:i4>1</vt:i4>
      </vt:variant>
      <vt:variant>
        <vt:lpstr>Diatitels</vt:lpstr>
      </vt:variant>
      <vt:variant>
        <vt:i4>15</vt:i4>
      </vt:variant>
    </vt:vector>
  </HeadingPairs>
  <TitlesOfParts>
    <vt:vector size="21" baseType="lpstr">
      <vt:lpstr>Aptos</vt:lpstr>
      <vt:lpstr>Aptos Display</vt:lpstr>
      <vt:lpstr>Arial</vt:lpstr>
      <vt:lpstr>Bolder Light</vt:lpstr>
      <vt:lpstr>Kantoorthema</vt:lpstr>
      <vt:lpstr>think-cell Slide</vt:lpstr>
      <vt:lpstr>PowerPoint-presentatie</vt:lpstr>
      <vt:lpstr>Web-based Spatial Join Challenges</vt:lpstr>
      <vt:lpstr>Real-World Question</vt:lpstr>
      <vt:lpstr>Real-World  Solution</vt:lpstr>
      <vt:lpstr>PowerPoint-presentatie</vt:lpstr>
      <vt:lpstr>PowerPoint-presentatie</vt:lpstr>
      <vt:lpstr>PowerPoint-presentatie</vt:lpstr>
      <vt:lpstr>PowerPoint-presentatie</vt:lpstr>
      <vt:lpstr>Let’s join</vt:lpstr>
      <vt:lpstr>Let’s join</vt:lpstr>
      <vt:lpstr>Let’s join</vt:lpstr>
      <vt:lpstr>Let’s join</vt:lpstr>
      <vt:lpstr>Let’s join</vt:lpstr>
      <vt:lpstr>Let’s join</vt:lpstr>
      <vt:lpstr>What is the best way to spatially join to datasets over webservices?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Vermeij M.J. (Maarten)</dc:creator>
  <cp:lastModifiedBy>Vermeij M.J. (Maarten)</cp:lastModifiedBy>
  <cp:revision>1</cp:revision>
  <dcterms:created xsi:type="dcterms:W3CDTF">2025-10-09T10:21:53Z</dcterms:created>
  <dcterms:modified xsi:type="dcterms:W3CDTF">2025-10-09T11:55:02Z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ea871968-df67-4817-ac85-f4a5f5ebb5dd_Enabled">
    <vt:lpwstr>true</vt:lpwstr>
  </property>
  <property fmtid="{D5CDD505-2E9C-101B-9397-08002B2CF9AE}" pid="3" name="MSIP_Label_ea871968-df67-4817-ac85-f4a5f5ebb5dd_SetDate">
    <vt:lpwstr>2025-10-09T10:51:22Z</vt:lpwstr>
  </property>
  <property fmtid="{D5CDD505-2E9C-101B-9397-08002B2CF9AE}" pid="4" name="MSIP_Label_ea871968-df67-4817-ac85-f4a5f5ebb5dd_Method">
    <vt:lpwstr>Standard</vt:lpwstr>
  </property>
  <property fmtid="{D5CDD505-2E9C-101B-9397-08002B2CF9AE}" pid="5" name="MSIP_Label_ea871968-df67-4817-ac85-f4a5f5ebb5dd_Name">
    <vt:lpwstr>Bedrijfsvertrouwelijk</vt:lpwstr>
  </property>
  <property fmtid="{D5CDD505-2E9C-101B-9397-08002B2CF9AE}" pid="6" name="MSIP_Label_ea871968-df67-4817-ac85-f4a5f5ebb5dd_SiteId">
    <vt:lpwstr>49c4cd82-8f65-4d6a-9a3b-0ecd07c0cf5b</vt:lpwstr>
  </property>
  <property fmtid="{D5CDD505-2E9C-101B-9397-08002B2CF9AE}" pid="7" name="MSIP_Label_ea871968-df67-4817-ac85-f4a5f5ebb5dd_ActionId">
    <vt:lpwstr>1b55bda0-c82b-49d3-bfab-931f1369b259</vt:lpwstr>
  </property>
  <property fmtid="{D5CDD505-2E9C-101B-9397-08002B2CF9AE}" pid="8" name="MSIP_Label_ea871968-df67-4817-ac85-f4a5f5ebb5dd_ContentBits">
    <vt:lpwstr>0</vt:lpwstr>
  </property>
  <property fmtid="{D5CDD505-2E9C-101B-9397-08002B2CF9AE}" pid="9" name="MSIP_Label_ea871968-df67-4817-ac85-f4a5f5ebb5dd_Tag">
    <vt:lpwstr>10, 3, 0, 1</vt:lpwstr>
  </property>
</Properties>
</file>