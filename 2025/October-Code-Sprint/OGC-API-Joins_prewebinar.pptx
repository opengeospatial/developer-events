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80" r:id="rId6"/>
    <p:sldId id="286" r:id="rId7"/>
    <p:sldId id="287" r:id="rId8"/>
    <p:sldId id="288" r:id="rId9"/>
    <p:sldId id="290" r:id="rId10"/>
    <p:sldId id="289" r:id="rId11"/>
    <p:sldId id="285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D26751-577A-4F99-816D-EA7170B94177}" v="46" dt="2025-10-08T14:28:16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er Bresters" userId="d30d9955-e363-46ba-b2a0-06bc24d6299f" providerId="ADAL" clId="{FCD26751-577A-4F99-816D-EA7170B94177}"/>
    <pc:docChg chg="custSel addSld delSld modSld sldOrd">
      <pc:chgData name="Pieter Bresters" userId="d30d9955-e363-46ba-b2a0-06bc24d6299f" providerId="ADAL" clId="{FCD26751-577A-4F99-816D-EA7170B94177}" dt="2025-10-08T14:28:42.743" v="1194" actId="478"/>
      <pc:docMkLst>
        <pc:docMk/>
      </pc:docMkLst>
      <pc:sldChg chg="modSp mod">
        <pc:chgData name="Pieter Bresters" userId="d30d9955-e363-46ba-b2a0-06bc24d6299f" providerId="ADAL" clId="{FCD26751-577A-4F99-816D-EA7170B94177}" dt="2025-10-08T14:21:43.708" v="1058"/>
        <pc:sldMkLst>
          <pc:docMk/>
          <pc:sldMk cId="1730279639" sldId="256"/>
        </pc:sldMkLst>
        <pc:spChg chg="mod">
          <ac:chgData name="Pieter Bresters" userId="d30d9955-e363-46ba-b2a0-06bc24d6299f" providerId="ADAL" clId="{FCD26751-577A-4F99-816D-EA7170B94177}" dt="2025-10-08T14:21:43.708" v="1058"/>
          <ac:spMkLst>
            <pc:docMk/>
            <pc:sldMk cId="1730279639" sldId="256"/>
            <ac:spMk id="5" creationId="{70269E31-8424-519E-A74C-0E96976EA105}"/>
          </ac:spMkLst>
        </pc:spChg>
      </pc:sldChg>
      <pc:sldChg chg="addSp delSp modSp mod">
        <pc:chgData name="Pieter Bresters" userId="d30d9955-e363-46ba-b2a0-06bc24d6299f" providerId="ADAL" clId="{FCD26751-577A-4F99-816D-EA7170B94177}" dt="2025-10-08T14:28:42.743" v="1194" actId="478"/>
        <pc:sldMkLst>
          <pc:docMk/>
          <pc:sldMk cId="2131356100" sldId="280"/>
        </pc:sldMkLst>
        <pc:spChg chg="mod">
          <ac:chgData name="Pieter Bresters" userId="d30d9955-e363-46ba-b2a0-06bc24d6299f" providerId="ADAL" clId="{FCD26751-577A-4F99-816D-EA7170B94177}" dt="2025-10-08T14:28:16.951" v="1193"/>
          <ac:spMkLst>
            <pc:docMk/>
            <pc:sldMk cId="2131356100" sldId="280"/>
            <ac:spMk id="6" creationId="{D94B1534-C953-6DDA-1C05-1A6112A19F92}"/>
          </ac:spMkLst>
        </pc:spChg>
        <pc:picChg chg="add del mod">
          <ac:chgData name="Pieter Bresters" userId="d30d9955-e363-46ba-b2a0-06bc24d6299f" providerId="ADAL" clId="{FCD26751-577A-4F99-816D-EA7170B94177}" dt="2025-10-08T14:28:42.743" v="1194" actId="478"/>
          <ac:picMkLst>
            <pc:docMk/>
            <pc:sldMk cId="2131356100" sldId="280"/>
            <ac:picMk id="2" creationId="{155CA2CB-5C77-2AC8-F1BD-BBA7E1440650}"/>
          </ac:picMkLst>
        </pc:picChg>
      </pc:sldChg>
      <pc:sldChg chg="new del">
        <pc:chgData name="Pieter Bresters" userId="d30d9955-e363-46ba-b2a0-06bc24d6299f" providerId="ADAL" clId="{FCD26751-577A-4F99-816D-EA7170B94177}" dt="2025-10-08T13:23:20.806" v="1" actId="47"/>
        <pc:sldMkLst>
          <pc:docMk/>
          <pc:sldMk cId="180561472" sldId="286"/>
        </pc:sldMkLst>
      </pc:sldChg>
      <pc:sldChg chg="addSp delSp modSp add mod">
        <pc:chgData name="Pieter Bresters" userId="d30d9955-e363-46ba-b2a0-06bc24d6299f" providerId="ADAL" clId="{FCD26751-577A-4F99-816D-EA7170B94177}" dt="2025-10-08T13:32:53.817" v="129" actId="1076"/>
        <pc:sldMkLst>
          <pc:docMk/>
          <pc:sldMk cId="3751068406" sldId="286"/>
        </pc:sldMkLst>
        <pc:spChg chg="add del mod">
          <ac:chgData name="Pieter Bresters" userId="d30d9955-e363-46ba-b2a0-06bc24d6299f" providerId="ADAL" clId="{FCD26751-577A-4F99-816D-EA7170B94177}" dt="2025-10-08T13:26:22.269" v="13" actId="478"/>
          <ac:spMkLst>
            <pc:docMk/>
            <pc:sldMk cId="3751068406" sldId="286"/>
            <ac:spMk id="3" creationId="{BED058AF-BC55-8CDD-5006-174BE376A1BF}"/>
          </ac:spMkLst>
        </pc:spChg>
        <pc:spChg chg="mod">
          <ac:chgData name="Pieter Bresters" userId="d30d9955-e363-46ba-b2a0-06bc24d6299f" providerId="ADAL" clId="{FCD26751-577A-4F99-816D-EA7170B94177}" dt="2025-10-08T13:28:21.145" v="36" actId="14100"/>
          <ac:spMkLst>
            <pc:docMk/>
            <pc:sldMk cId="3751068406" sldId="286"/>
            <ac:spMk id="4" creationId="{F056820E-D8F8-58A0-68C1-59387B38F0C7}"/>
          </ac:spMkLst>
        </pc:spChg>
        <pc:spChg chg="add mod">
          <ac:chgData name="Pieter Bresters" userId="d30d9955-e363-46ba-b2a0-06bc24d6299f" providerId="ADAL" clId="{FCD26751-577A-4F99-816D-EA7170B94177}" dt="2025-10-08T13:32:38.424" v="127" actId="27636"/>
          <ac:spMkLst>
            <pc:docMk/>
            <pc:sldMk cId="3751068406" sldId="286"/>
            <ac:spMk id="5" creationId="{03F99A8A-95D6-EDDC-B99D-C3BB5D004B4A}"/>
          </ac:spMkLst>
        </pc:spChg>
        <pc:spChg chg="del">
          <ac:chgData name="Pieter Bresters" userId="d30d9955-e363-46ba-b2a0-06bc24d6299f" providerId="ADAL" clId="{FCD26751-577A-4F99-816D-EA7170B94177}" dt="2025-10-08T13:24:50.199" v="8" actId="478"/>
          <ac:spMkLst>
            <pc:docMk/>
            <pc:sldMk cId="3751068406" sldId="286"/>
            <ac:spMk id="6" creationId="{CA730BA4-3700-10E1-7E6F-C053A5DA5A3A}"/>
          </ac:spMkLst>
        </pc:spChg>
        <pc:spChg chg="add mod">
          <ac:chgData name="Pieter Bresters" userId="d30d9955-e363-46ba-b2a0-06bc24d6299f" providerId="ADAL" clId="{FCD26751-577A-4F99-816D-EA7170B94177}" dt="2025-10-08T13:32:14.896" v="105" actId="1076"/>
          <ac:spMkLst>
            <pc:docMk/>
            <pc:sldMk cId="3751068406" sldId="286"/>
            <ac:spMk id="11" creationId="{4DE92FA7-29C5-AFB0-B5AD-CEDBFA7BD20B}"/>
          </ac:spMkLst>
        </pc:spChg>
        <pc:spChg chg="add mod">
          <ac:chgData name="Pieter Bresters" userId="d30d9955-e363-46ba-b2a0-06bc24d6299f" providerId="ADAL" clId="{FCD26751-577A-4F99-816D-EA7170B94177}" dt="2025-10-08T13:26:18.797" v="12" actId="1076"/>
          <ac:spMkLst>
            <pc:docMk/>
            <pc:sldMk cId="3751068406" sldId="286"/>
            <ac:spMk id="12" creationId="{EB8DA03F-C7D2-C0F7-A6BB-122A01394FDA}"/>
          </ac:spMkLst>
        </pc:spChg>
        <pc:spChg chg="add mod">
          <ac:chgData name="Pieter Bresters" userId="d30d9955-e363-46ba-b2a0-06bc24d6299f" providerId="ADAL" clId="{FCD26751-577A-4F99-816D-EA7170B94177}" dt="2025-10-08T13:27:55.117" v="32" actId="1076"/>
          <ac:spMkLst>
            <pc:docMk/>
            <pc:sldMk cId="3751068406" sldId="286"/>
            <ac:spMk id="19" creationId="{BF9947A0-CCC5-A90F-6C55-9B4E26C40650}"/>
          </ac:spMkLst>
        </pc:spChg>
        <pc:spChg chg="add mod">
          <ac:chgData name="Pieter Bresters" userId="d30d9955-e363-46ba-b2a0-06bc24d6299f" providerId="ADAL" clId="{FCD26751-577A-4F99-816D-EA7170B94177}" dt="2025-10-08T13:32:53.817" v="129" actId="1076"/>
          <ac:spMkLst>
            <pc:docMk/>
            <pc:sldMk cId="3751068406" sldId="286"/>
            <ac:spMk id="20" creationId="{8CA500A9-3DFF-8970-0A91-EFE06DA6FAEF}"/>
          </ac:spMkLst>
        </pc:spChg>
        <pc:picChg chg="add mod">
          <ac:chgData name="Pieter Bresters" userId="d30d9955-e363-46ba-b2a0-06bc24d6299f" providerId="ADAL" clId="{FCD26751-577A-4F99-816D-EA7170B94177}" dt="2025-10-08T13:29:52.551" v="59" actId="1076"/>
          <ac:picMkLst>
            <pc:docMk/>
            <pc:sldMk cId="3751068406" sldId="286"/>
            <ac:picMk id="7" creationId="{021B3AE6-180A-C973-3F97-B8C1AE8E9078}"/>
          </ac:picMkLst>
        </pc:picChg>
        <pc:picChg chg="mod">
          <ac:chgData name="Pieter Bresters" userId="d30d9955-e363-46ba-b2a0-06bc24d6299f" providerId="ADAL" clId="{FCD26751-577A-4F99-816D-EA7170B94177}" dt="2025-10-08T13:28:53.994" v="40" actId="1076"/>
          <ac:picMkLst>
            <pc:docMk/>
            <pc:sldMk cId="3751068406" sldId="286"/>
            <ac:picMk id="8" creationId="{B033554D-86D3-BCE8-2C6C-36ED7A7B123E}"/>
          </ac:picMkLst>
        </pc:picChg>
        <pc:picChg chg="add mod">
          <ac:chgData name="Pieter Bresters" userId="d30d9955-e363-46ba-b2a0-06bc24d6299f" providerId="ADAL" clId="{FCD26751-577A-4F99-816D-EA7170B94177}" dt="2025-10-08T13:26:26.789" v="14" actId="1076"/>
          <ac:picMkLst>
            <pc:docMk/>
            <pc:sldMk cId="3751068406" sldId="286"/>
            <ac:picMk id="9" creationId="{2EE8DB0C-4CD8-D3FA-9F70-74AA8F61BBEC}"/>
          </ac:picMkLst>
        </pc:picChg>
        <pc:picChg chg="mod">
          <ac:chgData name="Pieter Bresters" userId="d30d9955-e363-46ba-b2a0-06bc24d6299f" providerId="ADAL" clId="{FCD26751-577A-4F99-816D-EA7170B94177}" dt="2025-10-08T13:26:40.341" v="17" actId="1076"/>
          <ac:picMkLst>
            <pc:docMk/>
            <pc:sldMk cId="3751068406" sldId="286"/>
            <ac:picMk id="10" creationId="{11966AFB-EFAC-C4C9-CEF7-8A14336F502A}"/>
          </ac:picMkLst>
        </pc:picChg>
        <pc:picChg chg="add mod">
          <ac:chgData name="Pieter Bresters" userId="d30d9955-e363-46ba-b2a0-06bc24d6299f" providerId="ADAL" clId="{FCD26751-577A-4F99-816D-EA7170B94177}" dt="2025-10-08T13:30:06.948" v="65" actId="1076"/>
          <ac:picMkLst>
            <pc:docMk/>
            <pc:sldMk cId="3751068406" sldId="286"/>
            <ac:picMk id="16" creationId="{1F561DEB-F8E4-F6C0-609F-44EC526C91F4}"/>
          </ac:picMkLst>
        </pc:picChg>
        <pc:picChg chg="add mod">
          <ac:chgData name="Pieter Bresters" userId="d30d9955-e363-46ba-b2a0-06bc24d6299f" providerId="ADAL" clId="{FCD26751-577A-4F99-816D-EA7170B94177}" dt="2025-10-08T13:26:58.008" v="21" actId="1076"/>
          <ac:picMkLst>
            <pc:docMk/>
            <pc:sldMk cId="3751068406" sldId="286"/>
            <ac:picMk id="17" creationId="{D6CB5920-105A-D04C-0D1B-D0970EE314E0}"/>
          </ac:picMkLst>
        </pc:picChg>
        <pc:picChg chg="add mod">
          <ac:chgData name="Pieter Bresters" userId="d30d9955-e363-46ba-b2a0-06bc24d6299f" providerId="ADAL" clId="{FCD26751-577A-4F99-816D-EA7170B94177}" dt="2025-10-08T13:30:01.583" v="62" actId="1076"/>
          <ac:picMkLst>
            <pc:docMk/>
            <pc:sldMk cId="3751068406" sldId="286"/>
            <ac:picMk id="18" creationId="{D922F3A8-9725-0C17-62BD-89B8634DAB84}"/>
          </ac:picMkLst>
        </pc:picChg>
        <pc:cxnChg chg="mod">
          <ac:chgData name="Pieter Bresters" userId="d30d9955-e363-46ba-b2a0-06bc24d6299f" providerId="ADAL" clId="{FCD26751-577A-4F99-816D-EA7170B94177}" dt="2025-10-08T13:26:31.003" v="15" actId="1076"/>
          <ac:cxnSpMkLst>
            <pc:docMk/>
            <pc:sldMk cId="3751068406" sldId="286"/>
            <ac:cxnSpMk id="13" creationId="{3C1FF7F5-6523-6AD5-DC48-B8DB6C983B6F}"/>
          </ac:cxnSpMkLst>
        </pc:cxnChg>
        <pc:cxnChg chg="mod">
          <ac:chgData name="Pieter Bresters" userId="d30d9955-e363-46ba-b2a0-06bc24d6299f" providerId="ADAL" clId="{FCD26751-577A-4F99-816D-EA7170B94177}" dt="2025-10-08T13:26:44.855" v="18" actId="1076"/>
          <ac:cxnSpMkLst>
            <pc:docMk/>
            <pc:sldMk cId="3751068406" sldId="286"/>
            <ac:cxnSpMk id="14" creationId="{1BF5B6F2-F9FD-4A22-4AF6-898F06CEA54B}"/>
          </ac:cxnSpMkLst>
        </pc:cxnChg>
        <pc:cxnChg chg="mod">
          <ac:chgData name="Pieter Bresters" userId="d30d9955-e363-46ba-b2a0-06bc24d6299f" providerId="ADAL" clId="{FCD26751-577A-4F99-816D-EA7170B94177}" dt="2025-10-08T13:26:55.949" v="20" actId="1076"/>
          <ac:cxnSpMkLst>
            <pc:docMk/>
            <pc:sldMk cId="3751068406" sldId="286"/>
            <ac:cxnSpMk id="15" creationId="{6DE9077C-DA87-C7A7-A0DE-9838E0CA9075}"/>
          </ac:cxnSpMkLst>
        </pc:cxnChg>
        <pc:cxnChg chg="add mod">
          <ac:chgData name="Pieter Bresters" userId="d30d9955-e363-46ba-b2a0-06bc24d6299f" providerId="ADAL" clId="{FCD26751-577A-4F99-816D-EA7170B94177}" dt="2025-10-08T13:29:30.743" v="56" actId="14100"/>
          <ac:cxnSpMkLst>
            <pc:docMk/>
            <pc:sldMk cId="3751068406" sldId="286"/>
            <ac:cxnSpMk id="21" creationId="{139EF095-EA6C-A77C-A969-A9E01AAC095A}"/>
          </ac:cxnSpMkLst>
        </pc:cxnChg>
        <pc:cxnChg chg="add mod">
          <ac:chgData name="Pieter Bresters" userId="d30d9955-e363-46ba-b2a0-06bc24d6299f" providerId="ADAL" clId="{FCD26751-577A-4F99-816D-EA7170B94177}" dt="2025-10-08T13:31:13.613" v="72" actId="14100"/>
          <ac:cxnSpMkLst>
            <pc:docMk/>
            <pc:sldMk cId="3751068406" sldId="286"/>
            <ac:cxnSpMk id="23" creationId="{6985CD95-212B-87C8-003E-68BB24CFC395}"/>
          </ac:cxnSpMkLst>
        </pc:cxnChg>
        <pc:cxnChg chg="add mod">
          <ac:chgData name="Pieter Bresters" userId="d30d9955-e363-46ba-b2a0-06bc24d6299f" providerId="ADAL" clId="{FCD26751-577A-4F99-816D-EA7170B94177}" dt="2025-10-08T13:30:26.066" v="69" actId="14100"/>
          <ac:cxnSpMkLst>
            <pc:docMk/>
            <pc:sldMk cId="3751068406" sldId="286"/>
            <ac:cxnSpMk id="24" creationId="{32CE0849-1F8F-6C57-8DF5-7856F79B574A}"/>
          </ac:cxnSpMkLst>
        </pc:cxnChg>
        <pc:cxnChg chg="add mod">
          <ac:chgData name="Pieter Bresters" userId="d30d9955-e363-46ba-b2a0-06bc24d6299f" providerId="ADAL" clId="{FCD26751-577A-4F99-816D-EA7170B94177}" dt="2025-10-08T13:31:01.370" v="70"/>
          <ac:cxnSpMkLst>
            <pc:docMk/>
            <pc:sldMk cId="3751068406" sldId="286"/>
            <ac:cxnSpMk id="27" creationId="{88C502F5-34A7-FB0F-AF89-F567B6EA7973}"/>
          </ac:cxnSpMkLst>
        </pc:cxnChg>
      </pc:sldChg>
      <pc:sldChg chg="modSp add mod">
        <pc:chgData name="Pieter Bresters" userId="d30d9955-e363-46ba-b2a0-06bc24d6299f" providerId="ADAL" clId="{FCD26751-577A-4F99-816D-EA7170B94177}" dt="2025-10-08T14:24:58.834" v="1169" actId="20577"/>
        <pc:sldMkLst>
          <pc:docMk/>
          <pc:sldMk cId="3549544825" sldId="287"/>
        </pc:sldMkLst>
        <pc:spChg chg="mod">
          <ac:chgData name="Pieter Bresters" userId="d30d9955-e363-46ba-b2a0-06bc24d6299f" providerId="ADAL" clId="{FCD26751-577A-4F99-816D-EA7170B94177}" dt="2025-10-08T13:33:56.877" v="130"/>
          <ac:spMkLst>
            <pc:docMk/>
            <pc:sldMk cId="3549544825" sldId="287"/>
            <ac:spMk id="4" creationId="{5268AA2D-B7AE-0EDA-7B2D-DE633938AE37}"/>
          </ac:spMkLst>
        </pc:spChg>
        <pc:spChg chg="mod">
          <ac:chgData name="Pieter Bresters" userId="d30d9955-e363-46ba-b2a0-06bc24d6299f" providerId="ADAL" clId="{FCD26751-577A-4F99-816D-EA7170B94177}" dt="2025-10-08T14:24:58.834" v="1169" actId="20577"/>
          <ac:spMkLst>
            <pc:docMk/>
            <pc:sldMk cId="3549544825" sldId="287"/>
            <ac:spMk id="6" creationId="{8B0F4EAE-871A-879D-E57E-6EF3A4733B80}"/>
          </ac:spMkLst>
        </pc:spChg>
      </pc:sldChg>
      <pc:sldChg chg="addSp modSp add mod">
        <pc:chgData name="Pieter Bresters" userId="d30d9955-e363-46ba-b2a0-06bc24d6299f" providerId="ADAL" clId="{FCD26751-577A-4F99-816D-EA7170B94177}" dt="2025-10-08T13:49:31.677" v="600" actId="20577"/>
        <pc:sldMkLst>
          <pc:docMk/>
          <pc:sldMk cId="2072599548" sldId="288"/>
        </pc:sldMkLst>
        <pc:spChg chg="mod">
          <ac:chgData name="Pieter Bresters" userId="d30d9955-e363-46ba-b2a0-06bc24d6299f" providerId="ADAL" clId="{FCD26751-577A-4F99-816D-EA7170B94177}" dt="2025-10-08T13:43:48.336" v="475" actId="20577"/>
          <ac:spMkLst>
            <pc:docMk/>
            <pc:sldMk cId="2072599548" sldId="288"/>
            <ac:spMk id="4" creationId="{D6CD0E2A-1786-250D-9BD3-947C4510111C}"/>
          </ac:spMkLst>
        </pc:spChg>
        <pc:spChg chg="add mod">
          <ac:chgData name="Pieter Bresters" userId="d30d9955-e363-46ba-b2a0-06bc24d6299f" providerId="ADAL" clId="{FCD26751-577A-4F99-816D-EA7170B94177}" dt="2025-10-08T13:49:31.677" v="600" actId="20577"/>
          <ac:spMkLst>
            <pc:docMk/>
            <pc:sldMk cId="2072599548" sldId="288"/>
            <ac:spMk id="5" creationId="{D0334C28-A638-57A8-4643-11A255F82A91}"/>
          </ac:spMkLst>
        </pc:spChg>
        <pc:spChg chg="mod">
          <ac:chgData name="Pieter Bresters" userId="d30d9955-e363-46ba-b2a0-06bc24d6299f" providerId="ADAL" clId="{FCD26751-577A-4F99-816D-EA7170B94177}" dt="2025-10-08T13:47:03.105" v="509" actId="6549"/>
          <ac:spMkLst>
            <pc:docMk/>
            <pc:sldMk cId="2072599548" sldId="288"/>
            <ac:spMk id="6" creationId="{E123F336-EEB0-D7A6-4982-C5343226F5D7}"/>
          </ac:spMkLst>
        </pc:spChg>
        <pc:picChg chg="add mod">
          <ac:chgData name="Pieter Bresters" userId="d30d9955-e363-46ba-b2a0-06bc24d6299f" providerId="ADAL" clId="{FCD26751-577A-4F99-816D-EA7170B94177}" dt="2025-10-08T13:47:17.950" v="512" actId="1076"/>
          <ac:picMkLst>
            <pc:docMk/>
            <pc:sldMk cId="2072599548" sldId="288"/>
            <ac:picMk id="3" creationId="{06854952-627E-9080-9A22-35C4422D8137}"/>
          </ac:picMkLst>
        </pc:picChg>
      </pc:sldChg>
      <pc:sldChg chg="modSp add mod">
        <pc:chgData name="Pieter Bresters" userId="d30d9955-e363-46ba-b2a0-06bc24d6299f" providerId="ADAL" clId="{FCD26751-577A-4F99-816D-EA7170B94177}" dt="2025-10-08T14:17:13.096" v="1049" actId="27636"/>
        <pc:sldMkLst>
          <pc:docMk/>
          <pc:sldMk cId="106609999" sldId="289"/>
        </pc:sldMkLst>
        <pc:spChg chg="mod">
          <ac:chgData name="Pieter Bresters" userId="d30d9955-e363-46ba-b2a0-06bc24d6299f" providerId="ADAL" clId="{FCD26751-577A-4F99-816D-EA7170B94177}" dt="2025-10-08T13:50:49.059" v="637" actId="6549"/>
          <ac:spMkLst>
            <pc:docMk/>
            <pc:sldMk cId="106609999" sldId="289"/>
            <ac:spMk id="4" creationId="{1924272D-BAC8-DBFD-D460-79641D5DC7FD}"/>
          </ac:spMkLst>
        </pc:spChg>
        <pc:spChg chg="mod">
          <ac:chgData name="Pieter Bresters" userId="d30d9955-e363-46ba-b2a0-06bc24d6299f" providerId="ADAL" clId="{FCD26751-577A-4F99-816D-EA7170B94177}" dt="2025-10-08T14:17:13.096" v="1049" actId="27636"/>
          <ac:spMkLst>
            <pc:docMk/>
            <pc:sldMk cId="106609999" sldId="289"/>
            <ac:spMk id="6" creationId="{5AA4564D-038D-502B-42B0-BA73973AFE31}"/>
          </ac:spMkLst>
        </pc:spChg>
      </pc:sldChg>
      <pc:sldChg chg="modSp add mod ord">
        <pc:chgData name="Pieter Bresters" userId="d30d9955-e363-46ba-b2a0-06bc24d6299f" providerId="ADAL" clId="{FCD26751-577A-4F99-816D-EA7170B94177}" dt="2025-10-08T14:15:03.693" v="1047" actId="20577"/>
        <pc:sldMkLst>
          <pc:docMk/>
          <pc:sldMk cId="3436801060" sldId="290"/>
        </pc:sldMkLst>
        <pc:spChg chg="mod">
          <ac:chgData name="Pieter Bresters" userId="d30d9955-e363-46ba-b2a0-06bc24d6299f" providerId="ADAL" clId="{FCD26751-577A-4F99-816D-EA7170B94177}" dt="2025-10-08T14:13:55.872" v="1020" actId="20577"/>
          <ac:spMkLst>
            <pc:docMk/>
            <pc:sldMk cId="3436801060" sldId="290"/>
            <ac:spMk id="4" creationId="{AA3CFD74-F70C-9802-FEE9-361D9F17D7EA}"/>
          </ac:spMkLst>
        </pc:spChg>
        <pc:spChg chg="mod">
          <ac:chgData name="Pieter Bresters" userId="d30d9955-e363-46ba-b2a0-06bc24d6299f" providerId="ADAL" clId="{FCD26751-577A-4F99-816D-EA7170B94177}" dt="2025-10-08T14:15:03.693" v="1047" actId="20577"/>
          <ac:spMkLst>
            <pc:docMk/>
            <pc:sldMk cId="3436801060" sldId="290"/>
            <ac:spMk id="6" creationId="{838BEE3A-C305-4324-ED56-89D7CCFC01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0BEC-D659-49A0-BDC1-7AED8DDA2204}" type="datetimeFigureOut">
              <a:rPr lang="nl-NL" smtClean="0"/>
              <a:t>8-10-2025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0CE13-1BEF-4160-AAFC-1156D47D2D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188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www.geonovum.nl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standaard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586F5B8F-BAB6-359A-977A-F4B21FD04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8ADB84C1-0763-C4DB-A204-EC688351E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CFD40A2F-D0A7-4CCB-E288-FB61135DB7C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543509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98703A2-59B0-B71A-8C7B-748F07318C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3" name="Tijdelijke aanduiding voor datum 15">
            <a:extLst>
              <a:ext uri="{FF2B5EF4-FFF2-40B4-BE49-F238E27FC236}">
                <a16:creationId xmlns:a16="http://schemas.microsoft.com/office/drawing/2014/main" id="{FDD0EF63-8153-77B2-C6BB-6D0CD7E89163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8-10-2025</a:t>
            </a:fld>
            <a:endParaRPr lang="nl-NL" dirty="0"/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662ED5E9-8B1A-4354-7259-BBB669BB9B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293980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8-10-2025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17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en objec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8-10-2025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B53567AC-FC92-DBF6-902D-A02E25D27B7B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rtworkLogo">
            <a:extLst>
              <a:ext uri="{FF2B5EF4-FFF2-40B4-BE49-F238E27FC236}">
                <a16:creationId xmlns:a16="http://schemas.microsoft.com/office/drawing/2014/main" id="{88EDF246-36D0-EA15-89F1-BEBAC1BC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foto donk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16FAB6D7-3EC7-B29F-1BB0-AFCC4A37A4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5A378-D087-E905-A9CD-E41FF608F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4457518-AC06-A099-9F3C-A25877688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2E3052D2-7619-D462-11E0-04B85514BCDC}"/>
              </a:ext>
            </a:extLst>
          </p:cNvPr>
          <p:cNvSpPr/>
          <p:nvPr/>
        </p:nvSpPr>
        <p:spPr>
          <a:xfrm>
            <a:off x="9308011" y="5109583"/>
            <a:ext cx="756398" cy="756645"/>
          </a:xfrm>
          <a:custGeom>
            <a:avLst/>
            <a:gdLst>
              <a:gd name="connsiteX0" fmla="*/ 586222 w 756398"/>
              <a:gd name="connsiteY0" fmla="*/ 0 h 756645"/>
              <a:gd name="connsiteX1" fmla="*/ 0 w 756398"/>
              <a:gd name="connsiteY1" fmla="*/ 586435 h 756645"/>
              <a:gd name="connsiteX2" fmla="*/ 0 w 756398"/>
              <a:gd name="connsiteY2" fmla="*/ 756646 h 756645"/>
              <a:gd name="connsiteX3" fmla="*/ 170189 w 756398"/>
              <a:gd name="connsiteY3" fmla="*/ 756646 h 756645"/>
              <a:gd name="connsiteX4" fmla="*/ 378206 w 756398"/>
              <a:gd name="connsiteY4" fmla="*/ 548566 h 756645"/>
              <a:gd name="connsiteX5" fmla="*/ 459213 w 756398"/>
              <a:gd name="connsiteY5" fmla="*/ 629614 h 756645"/>
              <a:gd name="connsiteX6" fmla="*/ 629405 w 756398"/>
              <a:gd name="connsiteY6" fmla="*/ 459372 h 756645"/>
              <a:gd name="connsiteX7" fmla="*/ 548380 w 756398"/>
              <a:gd name="connsiteY7" fmla="*/ 378324 h 756645"/>
              <a:gd name="connsiteX8" fmla="*/ 756398 w 756398"/>
              <a:gd name="connsiteY8" fmla="*/ 170241 h 756645"/>
              <a:gd name="connsiteX9" fmla="*/ 756398 w 756398"/>
              <a:gd name="connsiteY9" fmla="*/ 0 h 756645"/>
              <a:gd name="connsiteX10" fmla="*/ 586224 w 756398"/>
              <a:gd name="connsiteY10" fmla="*/ 0 h 756645"/>
              <a:gd name="connsiteX11" fmla="*/ 81008 w 756398"/>
              <a:gd name="connsiteY11" fmla="*/ 251291 h 756645"/>
              <a:gd name="connsiteX12" fmla="*/ 251197 w 756398"/>
              <a:gd name="connsiteY12" fmla="*/ 81048 h 756645"/>
              <a:gd name="connsiteX13" fmla="*/ 170189 w 756398"/>
              <a:gd name="connsiteY13" fmla="*/ 15 h 756645"/>
              <a:gd name="connsiteX14" fmla="*/ 170189 w 756398"/>
              <a:gd name="connsiteY14" fmla="*/ 0 h 756645"/>
              <a:gd name="connsiteX15" fmla="*/ 0 w 756398"/>
              <a:gd name="connsiteY15" fmla="*/ 0 h 756645"/>
              <a:gd name="connsiteX16" fmla="*/ 0 w 756398"/>
              <a:gd name="connsiteY16" fmla="*/ 170241 h 756645"/>
              <a:gd name="connsiteX17" fmla="*/ 81008 w 756398"/>
              <a:gd name="connsiteY17" fmla="*/ 251291 h 756645"/>
              <a:gd name="connsiteX18" fmla="*/ 756398 w 756398"/>
              <a:gd name="connsiteY18" fmla="*/ 756646 h 756645"/>
              <a:gd name="connsiteX19" fmla="*/ 756398 w 756398"/>
              <a:gd name="connsiteY19" fmla="*/ 586435 h 756645"/>
              <a:gd name="connsiteX20" fmla="*/ 586252 w 756398"/>
              <a:gd name="connsiteY20" fmla="*/ 756646 h 756645"/>
              <a:gd name="connsiteX21" fmla="*/ 756398 w 756398"/>
              <a:gd name="connsiteY21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6398" h="756645">
                <a:moveTo>
                  <a:pt x="586222" y="0"/>
                </a:moveTo>
                <a:lnTo>
                  <a:pt x="0" y="586435"/>
                </a:lnTo>
                <a:lnTo>
                  <a:pt x="0" y="756646"/>
                </a:lnTo>
                <a:lnTo>
                  <a:pt x="170189" y="756646"/>
                </a:lnTo>
                <a:lnTo>
                  <a:pt x="378206" y="548566"/>
                </a:lnTo>
                <a:lnTo>
                  <a:pt x="459213" y="629614"/>
                </a:lnTo>
                <a:lnTo>
                  <a:pt x="629405" y="459372"/>
                </a:lnTo>
                <a:lnTo>
                  <a:pt x="548380" y="378324"/>
                </a:lnTo>
                <a:lnTo>
                  <a:pt x="756398" y="170241"/>
                </a:lnTo>
                <a:lnTo>
                  <a:pt x="756398" y="0"/>
                </a:lnTo>
                <a:lnTo>
                  <a:pt x="586224" y="0"/>
                </a:lnTo>
                <a:close/>
                <a:moveTo>
                  <a:pt x="81008" y="251291"/>
                </a:moveTo>
                <a:lnTo>
                  <a:pt x="251197" y="81048"/>
                </a:lnTo>
                <a:lnTo>
                  <a:pt x="170189" y="15"/>
                </a:lnTo>
                <a:lnTo>
                  <a:pt x="170189" y="0"/>
                </a:lnTo>
                <a:lnTo>
                  <a:pt x="0" y="0"/>
                </a:lnTo>
                <a:lnTo>
                  <a:pt x="0" y="170241"/>
                </a:lnTo>
                <a:lnTo>
                  <a:pt x="81008" y="251291"/>
                </a:lnTo>
                <a:close/>
                <a:moveTo>
                  <a:pt x="756398" y="756646"/>
                </a:moveTo>
                <a:lnTo>
                  <a:pt x="756398" y="586435"/>
                </a:lnTo>
                <a:lnTo>
                  <a:pt x="586252" y="756646"/>
                </a:lnTo>
                <a:lnTo>
                  <a:pt x="756398" y="75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2290EBA2-8E2D-6DE4-0054-29203AF1659C}"/>
              </a:ext>
            </a:extLst>
          </p:cNvPr>
          <p:cNvSpPr/>
          <p:nvPr/>
        </p:nvSpPr>
        <p:spPr>
          <a:xfrm>
            <a:off x="10820794" y="5109590"/>
            <a:ext cx="756412" cy="756647"/>
          </a:xfrm>
          <a:custGeom>
            <a:avLst/>
            <a:gdLst>
              <a:gd name="connsiteX0" fmla="*/ 0 w 756412"/>
              <a:gd name="connsiteY0" fmla="*/ 0 h 756647"/>
              <a:gd name="connsiteX1" fmla="*/ 0 w 756412"/>
              <a:gd name="connsiteY1" fmla="*/ 0 h 756647"/>
              <a:gd name="connsiteX2" fmla="*/ 586223 w 756412"/>
              <a:gd name="connsiteY2" fmla="*/ 0 h 756647"/>
              <a:gd name="connsiteX3" fmla="*/ 0 w 756412"/>
              <a:gd name="connsiteY3" fmla="*/ 586435 h 756647"/>
              <a:gd name="connsiteX4" fmla="*/ 0 w 756412"/>
              <a:gd name="connsiteY4" fmla="*/ 756647 h 756647"/>
              <a:gd name="connsiteX5" fmla="*/ 170190 w 756412"/>
              <a:gd name="connsiteY5" fmla="*/ 756647 h 756647"/>
              <a:gd name="connsiteX6" fmla="*/ 463309 w 756412"/>
              <a:gd name="connsiteY6" fmla="*/ 463438 h 756647"/>
              <a:gd name="connsiteX7" fmla="*/ 756398 w 756412"/>
              <a:gd name="connsiteY7" fmla="*/ 756647 h 756647"/>
              <a:gd name="connsiteX8" fmla="*/ 756413 w 756412"/>
              <a:gd name="connsiteY8" fmla="*/ 756647 h 756647"/>
              <a:gd name="connsiteX9" fmla="*/ 756413 w 756412"/>
              <a:gd name="connsiteY9" fmla="*/ 0 h 756647"/>
              <a:gd name="connsiteX10" fmla="*/ 586223 w 756412"/>
              <a:gd name="connsiteY10" fmla="*/ 0 h 756647"/>
              <a:gd name="connsiteX11" fmla="*/ 332220 w 756412"/>
              <a:gd name="connsiteY11" fmla="*/ 0 h 756647"/>
              <a:gd name="connsiteX12" fmla="*/ 15 w 756412"/>
              <a:gd name="connsiteY12" fmla="*/ 0 h 756647"/>
              <a:gd name="connsiteX13" fmla="*/ 166125 w 756412"/>
              <a:gd name="connsiteY13" fmla="*/ 166162 h 756647"/>
              <a:gd name="connsiteX14" fmla="*/ 332220 w 756412"/>
              <a:gd name="connsiteY14" fmla="*/ 0 h 7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412" h="756647">
                <a:moveTo>
                  <a:pt x="0" y="0"/>
                </a:moveTo>
                <a:lnTo>
                  <a:pt x="0" y="0"/>
                </a:lnTo>
                <a:close/>
                <a:moveTo>
                  <a:pt x="586223" y="0"/>
                </a:moveTo>
                <a:lnTo>
                  <a:pt x="0" y="586435"/>
                </a:lnTo>
                <a:lnTo>
                  <a:pt x="0" y="756647"/>
                </a:lnTo>
                <a:lnTo>
                  <a:pt x="170190" y="756647"/>
                </a:lnTo>
                <a:lnTo>
                  <a:pt x="463309" y="463438"/>
                </a:lnTo>
                <a:lnTo>
                  <a:pt x="756398" y="756647"/>
                </a:lnTo>
                <a:lnTo>
                  <a:pt x="756413" y="756647"/>
                </a:lnTo>
                <a:lnTo>
                  <a:pt x="756413" y="0"/>
                </a:lnTo>
                <a:lnTo>
                  <a:pt x="586223" y="0"/>
                </a:lnTo>
                <a:close/>
                <a:moveTo>
                  <a:pt x="332220" y="0"/>
                </a:moveTo>
                <a:lnTo>
                  <a:pt x="15" y="0"/>
                </a:lnTo>
                <a:lnTo>
                  <a:pt x="166125" y="166162"/>
                </a:lnTo>
                <a:lnTo>
                  <a:pt x="332220" y="0"/>
                </a:lnTo>
                <a:close/>
              </a:path>
            </a:pathLst>
          </a:custGeom>
          <a:solidFill>
            <a:srgbClr val="0086C5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DF62DE58-EDBC-170B-6165-304CC012C3C0}"/>
              </a:ext>
            </a:extLst>
          </p:cNvPr>
          <p:cNvSpPr/>
          <p:nvPr/>
        </p:nvSpPr>
        <p:spPr>
          <a:xfrm>
            <a:off x="9290892" y="6026252"/>
            <a:ext cx="198536" cy="245754"/>
          </a:xfrm>
          <a:custGeom>
            <a:avLst/>
            <a:gdLst>
              <a:gd name="connsiteX0" fmla="*/ 103821 w 198536"/>
              <a:gd name="connsiteY0" fmla="*/ 245754 h 245754"/>
              <a:gd name="connsiteX1" fmla="*/ 0 w 198536"/>
              <a:gd name="connsiteY1" fmla="*/ 127423 h 245754"/>
              <a:gd name="connsiteX2" fmla="*/ 112100 w 198536"/>
              <a:gd name="connsiteY2" fmla="*/ 0 h 245754"/>
              <a:gd name="connsiteX3" fmla="*/ 193572 w 198536"/>
              <a:gd name="connsiteY3" fmla="*/ 34748 h 245754"/>
              <a:gd name="connsiteX4" fmla="*/ 174136 w 198536"/>
              <a:gd name="connsiteY4" fmla="*/ 59158 h 245754"/>
              <a:gd name="connsiteX5" fmla="*/ 119540 w 198536"/>
              <a:gd name="connsiteY5" fmla="*/ 43030 h 245754"/>
              <a:gd name="connsiteX6" fmla="*/ 56260 w 198536"/>
              <a:gd name="connsiteY6" fmla="*/ 119561 h 245754"/>
              <a:gd name="connsiteX7" fmla="*/ 112505 w 198536"/>
              <a:gd name="connsiteY7" fmla="*/ 202740 h 245754"/>
              <a:gd name="connsiteX8" fmla="*/ 144768 w 198536"/>
              <a:gd name="connsiteY8" fmla="*/ 194458 h 245754"/>
              <a:gd name="connsiteX9" fmla="*/ 144768 w 198536"/>
              <a:gd name="connsiteY9" fmla="*/ 140251 h 245754"/>
              <a:gd name="connsiteX10" fmla="*/ 111260 w 198536"/>
              <a:gd name="connsiteY10" fmla="*/ 140251 h 245754"/>
              <a:gd name="connsiteX11" fmla="*/ 111260 w 198536"/>
              <a:gd name="connsiteY11" fmla="*/ 104678 h 245754"/>
              <a:gd name="connsiteX12" fmla="*/ 198537 w 198536"/>
              <a:gd name="connsiteY12" fmla="*/ 104678 h 245754"/>
              <a:gd name="connsiteX13" fmla="*/ 198537 w 198536"/>
              <a:gd name="connsiteY13" fmla="*/ 213902 h 245754"/>
              <a:gd name="connsiteX14" fmla="*/ 103821 w 198536"/>
              <a:gd name="connsiteY14" fmla="*/ 24575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8536" h="245754">
                <a:moveTo>
                  <a:pt x="103821" y="245754"/>
                </a:moveTo>
                <a:cubicBezTo>
                  <a:pt x="34752" y="245754"/>
                  <a:pt x="0" y="210166"/>
                  <a:pt x="0" y="127423"/>
                </a:cubicBezTo>
                <a:cubicBezTo>
                  <a:pt x="0" y="39309"/>
                  <a:pt x="50471" y="0"/>
                  <a:pt x="112100" y="0"/>
                </a:cubicBezTo>
                <a:cubicBezTo>
                  <a:pt x="147256" y="0"/>
                  <a:pt x="173714" y="14058"/>
                  <a:pt x="193572" y="34748"/>
                </a:cubicBezTo>
                <a:lnTo>
                  <a:pt x="174136" y="59158"/>
                </a:lnTo>
                <a:cubicBezTo>
                  <a:pt x="156767" y="49226"/>
                  <a:pt x="137734" y="43030"/>
                  <a:pt x="119540" y="43030"/>
                </a:cubicBezTo>
                <a:cubicBezTo>
                  <a:pt x="82313" y="43030"/>
                  <a:pt x="56260" y="70335"/>
                  <a:pt x="56260" y="119561"/>
                </a:cubicBezTo>
                <a:cubicBezTo>
                  <a:pt x="56260" y="184121"/>
                  <a:pt x="80663" y="202740"/>
                  <a:pt x="112505" y="202740"/>
                </a:cubicBezTo>
                <a:cubicBezTo>
                  <a:pt x="126574" y="202740"/>
                  <a:pt x="138152" y="199004"/>
                  <a:pt x="144768" y="194458"/>
                </a:cubicBezTo>
                <a:lnTo>
                  <a:pt x="144768" y="140251"/>
                </a:lnTo>
                <a:lnTo>
                  <a:pt x="111260" y="140251"/>
                </a:lnTo>
                <a:lnTo>
                  <a:pt x="111260" y="104678"/>
                </a:lnTo>
                <a:lnTo>
                  <a:pt x="198537" y="104678"/>
                </a:lnTo>
                <a:lnTo>
                  <a:pt x="198537" y="213902"/>
                </a:lnTo>
                <a:cubicBezTo>
                  <a:pt x="173714" y="234172"/>
                  <a:pt x="140629" y="245754"/>
                  <a:pt x="103821" y="24575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74A652D-0EA5-F295-D355-4AC8A19B1DDA}"/>
              </a:ext>
            </a:extLst>
          </p:cNvPr>
          <p:cNvSpPr/>
          <p:nvPr/>
        </p:nvSpPr>
        <p:spPr>
          <a:xfrm>
            <a:off x="9569248" y="6030807"/>
            <a:ext cx="148065" cy="236645"/>
          </a:xfrm>
          <a:custGeom>
            <a:avLst/>
            <a:gdLst>
              <a:gd name="connsiteX0" fmla="*/ 0 w 148065"/>
              <a:gd name="connsiteY0" fmla="*/ 236646 h 236645"/>
              <a:gd name="connsiteX1" fmla="*/ 0 w 148065"/>
              <a:gd name="connsiteY1" fmla="*/ 0 h 236645"/>
              <a:gd name="connsiteX2" fmla="*/ 146415 w 148065"/>
              <a:gd name="connsiteY2" fmla="*/ 0 h 236645"/>
              <a:gd name="connsiteX3" fmla="*/ 146415 w 148065"/>
              <a:gd name="connsiteY3" fmla="*/ 42204 h 236645"/>
              <a:gd name="connsiteX4" fmla="*/ 55014 w 148065"/>
              <a:gd name="connsiteY4" fmla="*/ 42204 h 236645"/>
              <a:gd name="connsiteX5" fmla="*/ 55014 w 148065"/>
              <a:gd name="connsiteY5" fmla="*/ 96395 h 236645"/>
              <a:gd name="connsiteX6" fmla="*/ 131522 w 148065"/>
              <a:gd name="connsiteY6" fmla="*/ 96395 h 236645"/>
              <a:gd name="connsiteX7" fmla="*/ 131522 w 148065"/>
              <a:gd name="connsiteY7" fmla="*/ 136110 h 236645"/>
              <a:gd name="connsiteX8" fmla="*/ 55014 w 148065"/>
              <a:gd name="connsiteY8" fmla="*/ 136110 h 236645"/>
              <a:gd name="connsiteX9" fmla="*/ 55014 w 148065"/>
              <a:gd name="connsiteY9" fmla="*/ 193618 h 236645"/>
              <a:gd name="connsiteX10" fmla="*/ 148065 w 148065"/>
              <a:gd name="connsiteY10" fmla="*/ 193618 h 236645"/>
              <a:gd name="connsiteX11" fmla="*/ 148065 w 148065"/>
              <a:gd name="connsiteY11" fmla="*/ 236646 h 236645"/>
              <a:gd name="connsiteX12" fmla="*/ 0 w 148065"/>
              <a:gd name="connsiteY12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065" h="236645">
                <a:moveTo>
                  <a:pt x="0" y="236646"/>
                </a:moveTo>
                <a:lnTo>
                  <a:pt x="0" y="0"/>
                </a:lnTo>
                <a:lnTo>
                  <a:pt x="146415" y="0"/>
                </a:lnTo>
                <a:lnTo>
                  <a:pt x="146415" y="42204"/>
                </a:lnTo>
                <a:lnTo>
                  <a:pt x="55014" y="42204"/>
                </a:lnTo>
                <a:lnTo>
                  <a:pt x="55014" y="96395"/>
                </a:lnTo>
                <a:lnTo>
                  <a:pt x="131522" y="96395"/>
                </a:lnTo>
                <a:lnTo>
                  <a:pt x="131522" y="136110"/>
                </a:lnTo>
                <a:lnTo>
                  <a:pt x="55014" y="136110"/>
                </a:lnTo>
                <a:lnTo>
                  <a:pt x="55014" y="193618"/>
                </a:lnTo>
                <a:lnTo>
                  <a:pt x="148065" y="193618"/>
                </a:lnTo>
                <a:lnTo>
                  <a:pt x="148065" y="236646"/>
                </a:lnTo>
                <a:lnTo>
                  <a:pt x="0" y="23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5FAEC22B-27B5-0C44-848E-174383106CF4}"/>
              </a:ext>
            </a:extLst>
          </p:cNvPr>
          <p:cNvSpPr/>
          <p:nvPr/>
        </p:nvSpPr>
        <p:spPr>
          <a:xfrm>
            <a:off x="9771094" y="6026246"/>
            <a:ext cx="232029" cy="245754"/>
          </a:xfrm>
          <a:custGeom>
            <a:avLst/>
            <a:gdLst>
              <a:gd name="connsiteX0" fmla="*/ 112925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25 w 232029"/>
              <a:gd name="connsiteY4" fmla="*/ 245754 h 245754"/>
              <a:gd name="connsiteX5" fmla="*/ 114155 w 232029"/>
              <a:gd name="connsiteY5" fmla="*/ 42204 h 245754"/>
              <a:gd name="connsiteX6" fmla="*/ 58315 w 232029"/>
              <a:gd name="connsiteY6" fmla="*/ 118331 h 245754"/>
              <a:gd name="connsiteX7" fmla="*/ 117050 w 232029"/>
              <a:gd name="connsiteY7" fmla="*/ 203145 h 245754"/>
              <a:gd name="connsiteX8" fmla="*/ 173714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25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25" y="245754"/>
                </a:cubicBezTo>
                <a:moveTo>
                  <a:pt x="114155" y="42204"/>
                </a:moveTo>
                <a:cubicBezTo>
                  <a:pt x="81893" y="42204"/>
                  <a:pt x="58315" y="62894"/>
                  <a:pt x="58315" y="118331"/>
                </a:cubicBezTo>
                <a:cubicBezTo>
                  <a:pt x="58315" y="182050"/>
                  <a:pt x="79823" y="203145"/>
                  <a:pt x="117050" y="203145"/>
                </a:cubicBezTo>
                <a:cubicBezTo>
                  <a:pt x="150137" y="203145"/>
                  <a:pt x="173714" y="182455"/>
                  <a:pt x="173714" y="125368"/>
                </a:cubicBezTo>
                <a:cubicBezTo>
                  <a:pt x="173714" y="64139"/>
                  <a:pt x="152206" y="42204"/>
                  <a:pt x="114155" y="4220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FFA13B9D-AF5C-670C-1F19-ED37017F557C}"/>
              </a:ext>
            </a:extLst>
          </p:cNvPr>
          <p:cNvSpPr/>
          <p:nvPr/>
        </p:nvSpPr>
        <p:spPr>
          <a:xfrm>
            <a:off x="10072376" y="6030807"/>
            <a:ext cx="209696" cy="236645"/>
          </a:xfrm>
          <a:custGeom>
            <a:avLst/>
            <a:gdLst>
              <a:gd name="connsiteX0" fmla="*/ 150962 w 209696"/>
              <a:gd name="connsiteY0" fmla="*/ 236646 h 236645"/>
              <a:gd name="connsiteX1" fmla="*/ 45911 w 209696"/>
              <a:gd name="connsiteY1" fmla="*/ 69915 h 236645"/>
              <a:gd name="connsiteX2" fmla="*/ 45911 w 209696"/>
              <a:gd name="connsiteY2" fmla="*/ 236646 h 236645"/>
              <a:gd name="connsiteX3" fmla="*/ 0 w 209696"/>
              <a:gd name="connsiteY3" fmla="*/ 236646 h 236645"/>
              <a:gd name="connsiteX4" fmla="*/ 0 w 209696"/>
              <a:gd name="connsiteY4" fmla="*/ 0 h 236645"/>
              <a:gd name="connsiteX5" fmla="*/ 68649 w 209696"/>
              <a:gd name="connsiteY5" fmla="*/ 0 h 236645"/>
              <a:gd name="connsiteX6" fmla="*/ 164190 w 209696"/>
              <a:gd name="connsiteY6" fmla="*/ 146042 h 236645"/>
              <a:gd name="connsiteX7" fmla="*/ 164190 w 209696"/>
              <a:gd name="connsiteY7" fmla="*/ 0 h 236645"/>
              <a:gd name="connsiteX8" fmla="*/ 209696 w 209696"/>
              <a:gd name="connsiteY8" fmla="*/ 0 h 236645"/>
              <a:gd name="connsiteX9" fmla="*/ 209696 w 209696"/>
              <a:gd name="connsiteY9" fmla="*/ 236646 h 236645"/>
              <a:gd name="connsiteX10" fmla="*/ 150962 w 209696"/>
              <a:gd name="connsiteY10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696" h="236645">
                <a:moveTo>
                  <a:pt x="150962" y="236646"/>
                </a:moveTo>
                <a:lnTo>
                  <a:pt x="45911" y="69915"/>
                </a:lnTo>
                <a:lnTo>
                  <a:pt x="45911" y="236646"/>
                </a:lnTo>
                <a:lnTo>
                  <a:pt x="0" y="236646"/>
                </a:lnTo>
                <a:lnTo>
                  <a:pt x="0" y="0"/>
                </a:lnTo>
                <a:lnTo>
                  <a:pt x="68649" y="0"/>
                </a:lnTo>
                <a:lnTo>
                  <a:pt x="164190" y="146042"/>
                </a:lnTo>
                <a:lnTo>
                  <a:pt x="164190" y="0"/>
                </a:lnTo>
                <a:lnTo>
                  <a:pt x="209696" y="0"/>
                </a:lnTo>
                <a:lnTo>
                  <a:pt x="209696" y="236646"/>
                </a:lnTo>
                <a:lnTo>
                  <a:pt x="150962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B7E54905-3714-2A5F-7274-5F3435008768}"/>
              </a:ext>
            </a:extLst>
          </p:cNvPr>
          <p:cNvSpPr/>
          <p:nvPr/>
        </p:nvSpPr>
        <p:spPr>
          <a:xfrm>
            <a:off x="10370159" y="6026246"/>
            <a:ext cx="232029" cy="245754"/>
          </a:xfrm>
          <a:custGeom>
            <a:avLst/>
            <a:gdLst>
              <a:gd name="connsiteX0" fmla="*/ 112910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10 w 232029"/>
              <a:gd name="connsiteY4" fmla="*/ 245754 h 245754"/>
              <a:gd name="connsiteX5" fmla="*/ 114155 w 232029"/>
              <a:gd name="connsiteY5" fmla="*/ 42204 h 245754"/>
              <a:gd name="connsiteX6" fmla="*/ 58330 w 232029"/>
              <a:gd name="connsiteY6" fmla="*/ 118331 h 245754"/>
              <a:gd name="connsiteX7" fmla="*/ 117050 w 232029"/>
              <a:gd name="connsiteY7" fmla="*/ 203145 h 245754"/>
              <a:gd name="connsiteX8" fmla="*/ 173715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10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10" y="245754"/>
                </a:cubicBezTo>
                <a:moveTo>
                  <a:pt x="114155" y="42204"/>
                </a:moveTo>
                <a:cubicBezTo>
                  <a:pt x="81893" y="42204"/>
                  <a:pt x="58330" y="62894"/>
                  <a:pt x="58330" y="118331"/>
                </a:cubicBezTo>
                <a:cubicBezTo>
                  <a:pt x="58330" y="182050"/>
                  <a:pt x="79823" y="203145"/>
                  <a:pt x="117050" y="203145"/>
                </a:cubicBezTo>
                <a:cubicBezTo>
                  <a:pt x="150152" y="203145"/>
                  <a:pt x="173715" y="182455"/>
                  <a:pt x="173715" y="125368"/>
                </a:cubicBezTo>
                <a:cubicBezTo>
                  <a:pt x="173715" y="64139"/>
                  <a:pt x="152206" y="42204"/>
                  <a:pt x="114155" y="42204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4785C39B-D6D8-2871-966A-115AC70143AE}"/>
              </a:ext>
            </a:extLst>
          </p:cNvPr>
          <p:cNvSpPr/>
          <p:nvPr/>
        </p:nvSpPr>
        <p:spPr>
          <a:xfrm>
            <a:off x="10662602" y="6030807"/>
            <a:ext cx="220856" cy="236645"/>
          </a:xfrm>
          <a:custGeom>
            <a:avLst/>
            <a:gdLst>
              <a:gd name="connsiteX0" fmla="*/ 145579 w 220856"/>
              <a:gd name="connsiteY0" fmla="*/ 236646 h 236645"/>
              <a:gd name="connsiteX1" fmla="*/ 78158 w 220856"/>
              <a:gd name="connsiteY1" fmla="*/ 236646 h 236645"/>
              <a:gd name="connsiteX2" fmla="*/ 0 w 220856"/>
              <a:gd name="connsiteY2" fmla="*/ 0 h 236645"/>
              <a:gd name="connsiteX3" fmla="*/ 61210 w 220856"/>
              <a:gd name="connsiteY3" fmla="*/ 0 h 236645"/>
              <a:gd name="connsiteX4" fmla="*/ 116211 w 220856"/>
              <a:gd name="connsiteY4" fmla="*/ 187406 h 236645"/>
              <a:gd name="connsiteX5" fmla="*/ 116631 w 220856"/>
              <a:gd name="connsiteY5" fmla="*/ 187406 h 236645"/>
              <a:gd name="connsiteX6" fmla="*/ 166262 w 220856"/>
              <a:gd name="connsiteY6" fmla="*/ 0 h 236645"/>
              <a:gd name="connsiteX7" fmla="*/ 220857 w 220856"/>
              <a:gd name="connsiteY7" fmla="*/ 0 h 236645"/>
              <a:gd name="connsiteX8" fmla="*/ 145579 w 220856"/>
              <a:gd name="connsiteY8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56" h="236645">
                <a:moveTo>
                  <a:pt x="145579" y="236646"/>
                </a:moveTo>
                <a:lnTo>
                  <a:pt x="78158" y="236646"/>
                </a:lnTo>
                <a:cubicBezTo>
                  <a:pt x="43421" y="155149"/>
                  <a:pt x="19830" y="79848"/>
                  <a:pt x="0" y="0"/>
                </a:cubicBezTo>
                <a:lnTo>
                  <a:pt x="61210" y="0"/>
                </a:lnTo>
                <a:cubicBezTo>
                  <a:pt x="74438" y="60808"/>
                  <a:pt x="93052" y="122457"/>
                  <a:pt x="116211" y="187406"/>
                </a:cubicBezTo>
                <a:lnTo>
                  <a:pt x="116631" y="187406"/>
                </a:lnTo>
                <a:cubicBezTo>
                  <a:pt x="138139" y="125351"/>
                  <a:pt x="153858" y="63299"/>
                  <a:pt x="166262" y="0"/>
                </a:cubicBezTo>
                <a:lnTo>
                  <a:pt x="220857" y="0"/>
                </a:lnTo>
                <a:cubicBezTo>
                  <a:pt x="203068" y="79427"/>
                  <a:pt x="178666" y="160100"/>
                  <a:pt x="145579" y="236646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3BD1466B-D90A-B56A-D2E8-ABECC1BE9674}"/>
              </a:ext>
            </a:extLst>
          </p:cNvPr>
          <p:cNvSpPr/>
          <p:nvPr/>
        </p:nvSpPr>
        <p:spPr>
          <a:xfrm>
            <a:off x="10960372" y="6030798"/>
            <a:ext cx="210116" cy="241208"/>
          </a:xfrm>
          <a:custGeom>
            <a:avLst/>
            <a:gdLst>
              <a:gd name="connsiteX0" fmla="*/ 100926 w 210116"/>
              <a:gd name="connsiteY0" fmla="*/ 241208 h 241208"/>
              <a:gd name="connsiteX1" fmla="*/ 0 w 210116"/>
              <a:gd name="connsiteY1" fmla="*/ 148533 h 241208"/>
              <a:gd name="connsiteX2" fmla="*/ 0 w 210116"/>
              <a:gd name="connsiteY2" fmla="*/ 0 h 241208"/>
              <a:gd name="connsiteX3" fmla="*/ 55015 w 210116"/>
              <a:gd name="connsiteY3" fmla="*/ 0 h 241208"/>
              <a:gd name="connsiteX4" fmla="*/ 55015 w 210116"/>
              <a:gd name="connsiteY4" fmla="*/ 142322 h 241208"/>
              <a:gd name="connsiteX5" fmla="*/ 105471 w 210116"/>
              <a:gd name="connsiteY5" fmla="*/ 201495 h 241208"/>
              <a:gd name="connsiteX6" fmla="*/ 155941 w 210116"/>
              <a:gd name="connsiteY6" fmla="*/ 145637 h 241208"/>
              <a:gd name="connsiteX7" fmla="*/ 155941 w 210116"/>
              <a:gd name="connsiteY7" fmla="*/ 0 h 241208"/>
              <a:gd name="connsiteX8" fmla="*/ 210116 w 210116"/>
              <a:gd name="connsiteY8" fmla="*/ 0 h 241208"/>
              <a:gd name="connsiteX9" fmla="*/ 210116 w 210116"/>
              <a:gd name="connsiteY9" fmla="*/ 142322 h 241208"/>
              <a:gd name="connsiteX10" fmla="*/ 100926 w 210116"/>
              <a:gd name="connsiteY10" fmla="*/ 241208 h 2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116" h="241208">
                <a:moveTo>
                  <a:pt x="100926" y="241208"/>
                </a:moveTo>
                <a:cubicBezTo>
                  <a:pt x="35157" y="241208"/>
                  <a:pt x="0" y="213497"/>
                  <a:pt x="0" y="148533"/>
                </a:cubicBezTo>
                <a:lnTo>
                  <a:pt x="0" y="0"/>
                </a:lnTo>
                <a:lnTo>
                  <a:pt x="55015" y="0"/>
                </a:lnTo>
                <a:lnTo>
                  <a:pt x="55015" y="142322"/>
                </a:lnTo>
                <a:cubicBezTo>
                  <a:pt x="55015" y="184526"/>
                  <a:pt x="71139" y="201495"/>
                  <a:pt x="105471" y="201495"/>
                </a:cubicBezTo>
                <a:cubicBezTo>
                  <a:pt x="136908" y="201495"/>
                  <a:pt x="155941" y="186596"/>
                  <a:pt x="155941" y="145637"/>
                </a:cubicBezTo>
                <a:lnTo>
                  <a:pt x="155941" y="0"/>
                </a:lnTo>
                <a:lnTo>
                  <a:pt x="210116" y="0"/>
                </a:lnTo>
                <a:lnTo>
                  <a:pt x="210116" y="142322"/>
                </a:lnTo>
                <a:cubicBezTo>
                  <a:pt x="210116" y="212252"/>
                  <a:pt x="164625" y="241208"/>
                  <a:pt x="100926" y="241208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03D7E4D5-3EE6-0749-BFA6-7BA5DC89CBE8}"/>
              </a:ext>
            </a:extLst>
          </p:cNvPr>
          <p:cNvSpPr/>
          <p:nvPr/>
        </p:nvSpPr>
        <p:spPr>
          <a:xfrm>
            <a:off x="11265204" y="6030807"/>
            <a:ext cx="303167" cy="236645"/>
          </a:xfrm>
          <a:custGeom>
            <a:avLst/>
            <a:gdLst>
              <a:gd name="connsiteX0" fmla="*/ 246098 w 303167"/>
              <a:gd name="connsiteY0" fmla="*/ 236646 h 236645"/>
              <a:gd name="connsiteX1" fmla="*/ 233259 w 303167"/>
              <a:gd name="connsiteY1" fmla="*/ 59158 h 236645"/>
              <a:gd name="connsiteX2" fmla="*/ 232869 w 303167"/>
              <a:gd name="connsiteY2" fmla="*/ 59158 h 236645"/>
              <a:gd name="connsiteX3" fmla="*/ 169980 w 303167"/>
              <a:gd name="connsiteY3" fmla="*/ 236646 h 236645"/>
              <a:gd name="connsiteX4" fmla="*/ 124489 w 303167"/>
              <a:gd name="connsiteY4" fmla="*/ 236646 h 236645"/>
              <a:gd name="connsiteX5" fmla="*/ 63279 w 303167"/>
              <a:gd name="connsiteY5" fmla="*/ 59578 h 236645"/>
              <a:gd name="connsiteX6" fmla="*/ 62844 w 303167"/>
              <a:gd name="connsiteY6" fmla="*/ 59578 h 236645"/>
              <a:gd name="connsiteX7" fmla="*/ 52525 w 303167"/>
              <a:gd name="connsiteY7" fmla="*/ 236646 h 236645"/>
              <a:gd name="connsiteX8" fmla="*/ 0 w 303167"/>
              <a:gd name="connsiteY8" fmla="*/ 236646 h 236645"/>
              <a:gd name="connsiteX9" fmla="*/ 22333 w 303167"/>
              <a:gd name="connsiteY9" fmla="*/ 0 h 236645"/>
              <a:gd name="connsiteX10" fmla="*/ 94717 w 303167"/>
              <a:gd name="connsiteY10" fmla="*/ 0 h 236645"/>
              <a:gd name="connsiteX11" fmla="*/ 151786 w 303167"/>
              <a:gd name="connsiteY11" fmla="*/ 158450 h 236645"/>
              <a:gd name="connsiteX12" fmla="*/ 152206 w 303167"/>
              <a:gd name="connsiteY12" fmla="*/ 158450 h 236645"/>
              <a:gd name="connsiteX13" fmla="*/ 211766 w 303167"/>
              <a:gd name="connsiteY13" fmla="*/ 0 h 236645"/>
              <a:gd name="connsiteX14" fmla="*/ 281255 w 303167"/>
              <a:gd name="connsiteY14" fmla="*/ 0 h 236645"/>
              <a:gd name="connsiteX15" fmla="*/ 303168 w 303167"/>
              <a:gd name="connsiteY15" fmla="*/ 236646 h 236645"/>
              <a:gd name="connsiteX16" fmla="*/ 246098 w 303167"/>
              <a:gd name="connsiteY16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167" h="236645">
                <a:moveTo>
                  <a:pt x="246098" y="236646"/>
                </a:moveTo>
                <a:cubicBezTo>
                  <a:pt x="244853" y="174173"/>
                  <a:pt x="239469" y="112540"/>
                  <a:pt x="233259" y="59158"/>
                </a:cubicBezTo>
                <a:lnTo>
                  <a:pt x="232869" y="59158"/>
                </a:lnTo>
                <a:lnTo>
                  <a:pt x="169980" y="236646"/>
                </a:lnTo>
                <a:lnTo>
                  <a:pt x="124489" y="236646"/>
                </a:lnTo>
                <a:lnTo>
                  <a:pt x="63279" y="59578"/>
                </a:lnTo>
                <a:lnTo>
                  <a:pt x="62844" y="59578"/>
                </a:lnTo>
                <a:cubicBezTo>
                  <a:pt x="57070" y="112540"/>
                  <a:pt x="53350" y="174173"/>
                  <a:pt x="52525" y="236646"/>
                </a:cubicBezTo>
                <a:lnTo>
                  <a:pt x="0" y="236646"/>
                </a:lnTo>
                <a:cubicBezTo>
                  <a:pt x="2490" y="158045"/>
                  <a:pt x="9914" y="78182"/>
                  <a:pt x="22333" y="0"/>
                </a:cubicBezTo>
                <a:lnTo>
                  <a:pt x="94717" y="0"/>
                </a:lnTo>
                <a:lnTo>
                  <a:pt x="151786" y="158450"/>
                </a:lnTo>
                <a:lnTo>
                  <a:pt x="152206" y="158450"/>
                </a:lnTo>
                <a:lnTo>
                  <a:pt x="211766" y="0"/>
                </a:lnTo>
                <a:lnTo>
                  <a:pt x="281255" y="0"/>
                </a:lnTo>
                <a:cubicBezTo>
                  <a:pt x="292009" y="78182"/>
                  <a:pt x="299433" y="158045"/>
                  <a:pt x="303168" y="236646"/>
                </a:cubicBezTo>
                <a:lnTo>
                  <a:pt x="246098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38C502D0-B4B8-F48B-83A5-0356E3E50B16}"/>
              </a:ext>
            </a:extLst>
          </p:cNvPr>
          <p:cNvSpPr/>
          <p:nvPr/>
        </p:nvSpPr>
        <p:spPr>
          <a:xfrm>
            <a:off x="10064410" y="5109583"/>
            <a:ext cx="756399" cy="756645"/>
          </a:xfrm>
          <a:custGeom>
            <a:avLst/>
            <a:gdLst>
              <a:gd name="connsiteX0" fmla="*/ 586221 w 756399"/>
              <a:gd name="connsiteY0" fmla="*/ 0 h 756645"/>
              <a:gd name="connsiteX1" fmla="*/ 0 w 756399"/>
              <a:gd name="connsiteY1" fmla="*/ 586435 h 756645"/>
              <a:gd name="connsiteX2" fmla="*/ 0 w 756399"/>
              <a:gd name="connsiteY2" fmla="*/ 756646 h 756645"/>
              <a:gd name="connsiteX3" fmla="*/ 332219 w 756399"/>
              <a:gd name="connsiteY3" fmla="*/ 756646 h 756645"/>
              <a:gd name="connsiteX4" fmla="*/ 756399 w 756399"/>
              <a:gd name="connsiteY4" fmla="*/ 332323 h 756645"/>
              <a:gd name="connsiteX5" fmla="*/ 756399 w 756399"/>
              <a:gd name="connsiteY5" fmla="*/ 0 h 756645"/>
              <a:gd name="connsiteX6" fmla="*/ 586221 w 756399"/>
              <a:gd name="connsiteY6" fmla="*/ 0 h 756645"/>
              <a:gd name="connsiteX7" fmla="*/ 0 w 756399"/>
              <a:gd name="connsiteY7" fmla="*/ 0 h 756645"/>
              <a:gd name="connsiteX8" fmla="*/ 0 w 756399"/>
              <a:gd name="connsiteY8" fmla="*/ 332338 h 756645"/>
              <a:gd name="connsiteX9" fmla="*/ 332204 w 756399"/>
              <a:gd name="connsiteY9" fmla="*/ 0 h 756645"/>
              <a:gd name="connsiteX10" fmla="*/ 0 w 756399"/>
              <a:gd name="connsiteY10" fmla="*/ 0 h 756645"/>
              <a:gd name="connsiteX11" fmla="*/ 756399 w 756399"/>
              <a:gd name="connsiteY11" fmla="*/ 756646 h 756645"/>
              <a:gd name="connsiteX12" fmla="*/ 756399 w 756399"/>
              <a:gd name="connsiteY12" fmla="*/ 586435 h 756645"/>
              <a:gd name="connsiteX13" fmla="*/ 586251 w 756399"/>
              <a:gd name="connsiteY13" fmla="*/ 756646 h 756645"/>
              <a:gd name="connsiteX14" fmla="*/ 756399 w 756399"/>
              <a:gd name="connsiteY14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399" h="756645">
                <a:moveTo>
                  <a:pt x="586221" y="0"/>
                </a:moveTo>
                <a:lnTo>
                  <a:pt x="0" y="586435"/>
                </a:lnTo>
                <a:lnTo>
                  <a:pt x="0" y="756646"/>
                </a:lnTo>
                <a:lnTo>
                  <a:pt x="332219" y="756646"/>
                </a:lnTo>
                <a:lnTo>
                  <a:pt x="756399" y="332323"/>
                </a:lnTo>
                <a:lnTo>
                  <a:pt x="756399" y="0"/>
                </a:lnTo>
                <a:lnTo>
                  <a:pt x="586221" y="0"/>
                </a:lnTo>
                <a:close/>
                <a:moveTo>
                  <a:pt x="0" y="0"/>
                </a:moveTo>
                <a:lnTo>
                  <a:pt x="0" y="332338"/>
                </a:lnTo>
                <a:lnTo>
                  <a:pt x="332204" y="0"/>
                </a:lnTo>
                <a:lnTo>
                  <a:pt x="0" y="0"/>
                </a:lnTo>
                <a:close/>
                <a:moveTo>
                  <a:pt x="756399" y="756646"/>
                </a:moveTo>
                <a:lnTo>
                  <a:pt x="756399" y="586435"/>
                </a:lnTo>
                <a:lnTo>
                  <a:pt x="586251" y="756646"/>
                </a:lnTo>
                <a:lnTo>
                  <a:pt x="756399" y="75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81FD4CB5-3167-082F-8D85-CA01E847436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3033610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F808714-911C-A469-23CF-4FEE04047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6" name="Tijdelijke aanduiding voor datum 15">
            <a:extLst>
              <a:ext uri="{FF2B5EF4-FFF2-40B4-BE49-F238E27FC236}">
                <a16:creationId xmlns:a16="http://schemas.microsoft.com/office/drawing/2014/main" id="{8F2794E4-629D-DAEA-7AEE-1DC722F30A3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8-10-2025</a:t>
            </a:fld>
            <a:endParaRPr lang="nl-NL" dirty="0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63442"/>
            <a:ext cx="8588828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63442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1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licht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5509B7C7-5037-12EB-2D66-C5F3D14696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39E0F1-48CC-FF77-2B9F-F114BA52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597E7F16-E22E-5F37-411D-943E40470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18716C2A-073D-16EF-4885-E0AD11F5BBF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0661714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 dirty="0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C23177D5-467B-5ED9-E89C-75F22ECC05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6F841BB-C5FE-4709-DC70-04383DC7E4A8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602096" y="4127886"/>
            <a:ext cx="1981596" cy="184616"/>
          </a:xfrm>
        </p:spPr>
        <p:txBody>
          <a:bodyPr/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8-10-2025</a:t>
            </a:fld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58BC21-08B5-9740-1E7D-0B157197D2F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411187" y="692729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572001-2FAD-178C-FEBB-1598D2C9FA1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085198" y="692729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048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zond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E88A44-0518-7593-2358-9798869F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63443"/>
            <a:ext cx="8588828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E47005-03CE-1172-0884-71CE6F5D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65861"/>
            <a:ext cx="768135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0" name="ArtworkLogo">
            <a:extLst>
              <a:ext uri="{FF2B5EF4-FFF2-40B4-BE49-F238E27FC236}">
                <a16:creationId xmlns:a16="http://schemas.microsoft.com/office/drawing/2014/main" id="{194D9AE6-EEA9-67DA-1E28-74BBFD1DB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124A8B8A-5A12-77BC-D52C-3D92C108C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3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844E863F-F9EF-7570-3F26-F8FBEC0B2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AA9BA80B-FC9C-A07E-26AC-C724F6640A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456483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 dirty="0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 dirty="0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6436DDAC-09F2-5DB1-A9D5-31E000C2BE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[Auteur]</a:t>
            </a:r>
          </a:p>
        </p:txBody>
      </p:sp>
      <p:sp>
        <p:nvSpPr>
          <p:cNvPr id="15" name="Tijdelijke aanduiding voor datum 15">
            <a:extLst>
              <a:ext uri="{FF2B5EF4-FFF2-40B4-BE49-F238E27FC236}">
                <a16:creationId xmlns:a16="http://schemas.microsoft.com/office/drawing/2014/main" id="{8B674381-211C-FF9F-C574-A4844D268B57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8-10-2025</a:t>
            </a:fld>
            <a:endParaRPr lang="nl-NL" dirty="0"/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465BD4F6-E566-373F-AA82-95B04BC4D7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129570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8-10-2025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126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ij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8-10-2025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81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blau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8-10-2025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21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9616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5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5187706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53862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53862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5386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26613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0231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Inhoud van twe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0824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A4B9750-6228-FC32-2ECA-1DB369F716F0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rtworkLogo">
            <a:extLst>
              <a:ext uri="{FF2B5EF4-FFF2-40B4-BE49-F238E27FC236}">
                <a16:creationId xmlns:a16="http://schemas.microsoft.com/office/drawing/2014/main" id="{99569BF7-1D6F-9277-D1CE-2CCC6A1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4"/>
            <a:ext cx="5651498" cy="5152537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4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4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7144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697A7E-ACCE-5011-540F-ABCB2C8EB371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938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5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5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2400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1869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18696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18696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11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nhoud van twe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09900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584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houd van twe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89231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892315"/>
            <a:ext cx="8588828" cy="18461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89231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26998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 met thema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C2FD-3A9E-4FB6-9665-708E4478422C}" type="datetime1">
              <a:rPr lang="nl-NL" smtClean="0"/>
              <a:t>8-10-2025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092EB4F2-6BF4-2A49-29B5-4F85BDB33D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7" y="3606827"/>
            <a:ext cx="3412305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5037B0F5-CB2A-FC8C-6198-5AD67C9D78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19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BE0659CB-6E14-2168-A79C-393B3A523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0582" y="3604037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6D4F84C-3FA7-9394-9AAA-A500F44CE4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0035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74A7EE85-3357-ABAF-D191-9DB06D4E2A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309" y="3614923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Titel</a:t>
            </a:r>
          </a:p>
        </p:txBody>
      </p:sp>
      <p:sp>
        <p:nvSpPr>
          <p:cNvPr id="20" name="Tijdelijke aanduiding voor tekst 15">
            <a:extLst>
              <a:ext uri="{FF2B5EF4-FFF2-40B4-BE49-F238E27FC236}">
                <a16:creationId xmlns:a16="http://schemas.microsoft.com/office/drawing/2014/main" id="{A834E811-F800-B2BB-BC3E-B2936BEBB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0309" y="4112209"/>
            <a:ext cx="3442995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AAB14BD-6D7A-1F8E-0A43-628CE143A5B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9270" y="1510538"/>
            <a:ext cx="3412305" cy="191846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3" name="Tijdelijke aanduiding voor afbeelding 21">
            <a:extLst>
              <a:ext uri="{FF2B5EF4-FFF2-40B4-BE49-F238E27FC236}">
                <a16:creationId xmlns:a16="http://schemas.microsoft.com/office/drawing/2014/main" id="{43A54D3D-7CE2-6CA6-6477-72263150EA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00563" y="1520824"/>
            <a:ext cx="3390900" cy="18960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4" name="Tijdelijke aanduiding voor afbeelding 21">
            <a:extLst>
              <a:ext uri="{FF2B5EF4-FFF2-40B4-BE49-F238E27FC236}">
                <a16:creationId xmlns:a16="http://schemas.microsoft.com/office/drawing/2014/main" id="{6BAB077A-65C4-42E8-210F-E56864579A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501063" y="1520825"/>
            <a:ext cx="3390900" cy="190817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42986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8-10-2025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C819F858-9DE3-548D-8A0E-0F7AEABA90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2224" y="1520824"/>
            <a:ext cx="3389313" cy="493236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60" y="3616323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2DB970C1-4D66-6D68-5008-5F90B69486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02650" y="1520825"/>
            <a:ext cx="3389313" cy="49323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6" y="3616324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1937565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vi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8-10-2025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537176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5" y="3537177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55C4428-AE70-7C76-7E32-AF3B30C5439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00338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D42064C9-8132-541A-D245-134159C6D8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00758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D67C95A5-34B5-3F5B-8772-65F674F390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80171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Tijdelijke aanduiding voor tekst 5">
            <a:extLst>
              <a:ext uri="{FF2B5EF4-FFF2-40B4-BE49-F238E27FC236}">
                <a16:creationId xmlns:a16="http://schemas.microsoft.com/office/drawing/2014/main" id="{9FA1F461-DD7A-654C-F840-2CF3817ACC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591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7FD9F287-8C74-CCD2-B6D9-30A065198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0038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668A4254-8DED-4F6B-ACDC-4442FC9D54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01969" y="4112481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29" name="Tijdelijke aanduiding voor tekst 3">
            <a:extLst>
              <a:ext uri="{FF2B5EF4-FFF2-40B4-BE49-F238E27FC236}">
                <a16:creationId xmlns:a16="http://schemas.microsoft.com/office/drawing/2014/main" id="{6D5F1858-9EAA-1813-FA9A-8CEAD3E74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463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0" name="Tijdelijke aanduiding voor tekst 3">
            <a:extLst>
              <a:ext uri="{FF2B5EF4-FFF2-40B4-BE49-F238E27FC236}">
                <a16:creationId xmlns:a16="http://schemas.microsoft.com/office/drawing/2014/main" id="{51E7A658-3083-3474-E913-CDF1BC152F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80591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4866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a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8-10-2025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83EAE987-BC6E-98C9-FEF9-B8DA8676FA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00338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4" name="Tijdelijke aanduiding voor tekst 5">
            <a:extLst>
              <a:ext uri="{FF2B5EF4-FFF2-40B4-BE49-F238E27FC236}">
                <a16:creationId xmlns:a16="http://schemas.microsoft.com/office/drawing/2014/main" id="{8551C47D-E760-81DA-BB12-1478E64BAB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0758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149D2ED7-BAF0-8CC7-E9A1-3715AF49746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961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2558DFFA-3F27-43D5-8CA0-4F3A0C5E7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003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7" name="Picture Placeholder 10">
            <a:extLst>
              <a:ext uri="{FF2B5EF4-FFF2-40B4-BE49-F238E27FC236}">
                <a16:creationId xmlns:a16="http://schemas.microsoft.com/office/drawing/2014/main" id="{B293267C-B5A4-21D9-7809-72A130D12F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0337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B403A794-923A-D330-5799-AF8BAA362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379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56874475-56F7-FB5A-C0AF-25C722E7893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463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0" name="Tijdelijke aanduiding voor tekst 5">
            <a:extLst>
              <a:ext uri="{FF2B5EF4-FFF2-40B4-BE49-F238E27FC236}">
                <a16:creationId xmlns:a16="http://schemas.microsoft.com/office/drawing/2014/main" id="{37117F0A-E566-A297-35D1-C3C1C5D054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0883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7AE13BF-43FA-681D-01F7-768C02D9C02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40762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815B6F31-CD4F-09CE-C149-B50518F65E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182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F8BABAFA-4FBF-17BC-8BB3-D50B6AA20B4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4004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870F16BA-AC18-241C-91ED-DEF1CB5767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6550A89B-C5E7-B3C5-170E-5A0E0A422A7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4380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 dirty="0"/>
              <a:t>	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46" name="Tijdelijke aanduiding voor tekst 5">
            <a:extLst>
              <a:ext uri="{FF2B5EF4-FFF2-40B4-BE49-F238E27FC236}">
                <a16:creationId xmlns:a16="http://schemas.microsoft.com/office/drawing/2014/main" id="{49252DAA-7954-9B97-9302-448203C9CF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4422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 dirty="0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4287582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in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EDBDA94-24D5-41E5-9379-523B7141822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80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/>
              <a:t>	</a:t>
            </a:r>
          </a:p>
          <a:p>
            <a:pPr marL="0" lvl="0" indent="0" algn="ctr">
              <a:buNone/>
            </a:pPr>
            <a:endParaRPr lang="fr-FR" dirty="0"/>
          </a:p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986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s - 6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dirty="0" err="1"/>
              <a:t>Afbeelding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87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0038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14" name="Espace réservé du contenu 12">
            <a:extLst>
              <a:ext uri="{FF2B5EF4-FFF2-40B4-BE49-F238E27FC236}">
                <a16:creationId xmlns:a16="http://schemas.microsoft.com/office/drawing/2014/main" id="{24B192B9-1979-47FD-B40B-D105E04FD4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52606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7" name="Espace réservé du contenu 12">
            <a:extLst>
              <a:ext uri="{FF2B5EF4-FFF2-40B4-BE49-F238E27FC236}">
                <a16:creationId xmlns:a16="http://schemas.microsoft.com/office/drawing/2014/main" id="{201296E0-114D-4FAE-9474-548B5DC841E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0517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8" name="Espace réservé du contenu 12">
            <a:extLst>
              <a:ext uri="{FF2B5EF4-FFF2-40B4-BE49-F238E27FC236}">
                <a16:creationId xmlns:a16="http://schemas.microsoft.com/office/drawing/2014/main" id="{154D76DD-DF79-45CC-89FC-1544939578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5774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1" name="Espace réservé du contenu 12">
            <a:extLst>
              <a:ext uri="{FF2B5EF4-FFF2-40B4-BE49-F238E27FC236}">
                <a16:creationId xmlns:a16="http://schemas.microsoft.com/office/drawing/2014/main" id="{E3E44833-1827-41DC-AEC3-0C01F1BAD4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031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36394FDD-DDC6-46CD-87AF-F343169F6B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8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F4892D69-01ED-4ACE-9A93-97CAA2FCC8E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52606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B911AC6F-ED1A-472B-82C9-F9B03EBADF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0045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2A92BF88-4F19-41E1-9684-DFAC0736638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57745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6C4A12E5-2DFE-40D7-BD07-4F8CB3981E7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0559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0D81A-0A4D-402E-8E9E-990523BD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 dirty="0"/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6EACFA82-13D3-4835-BC31-EA4D32DA2EE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0038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6" name="Espace réservé du contenu 12">
            <a:extLst>
              <a:ext uri="{FF2B5EF4-FFF2-40B4-BE49-F238E27FC236}">
                <a16:creationId xmlns:a16="http://schemas.microsoft.com/office/drawing/2014/main" id="{8116A56C-8FBE-4F10-86C4-7EBBDA731D3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52606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9" name="Espace réservé du contenu 12">
            <a:extLst>
              <a:ext uri="{FF2B5EF4-FFF2-40B4-BE49-F238E27FC236}">
                <a16:creationId xmlns:a16="http://schemas.microsoft.com/office/drawing/2014/main" id="{557315BC-A319-41BD-94B1-9E47282316B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0045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0" name="Espace réservé du contenu 12">
            <a:extLst>
              <a:ext uri="{FF2B5EF4-FFF2-40B4-BE49-F238E27FC236}">
                <a16:creationId xmlns:a16="http://schemas.microsoft.com/office/drawing/2014/main" id="{491474BD-C9D3-4108-844A-3A94E7D924B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57745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2608B710-E00E-44B4-94F8-5E4F05A89D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0559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58ECC7BC-2F7A-4EEB-B327-78239884408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06288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08BD1D96-984C-4668-B5C1-1C6B87690E9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062883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619F8650-8ADC-4773-96F6-9A03F256944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0062883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</p:spTree>
    <p:extLst>
      <p:ext uri="{BB962C8B-B14F-4D97-AF65-F5344CB8AC3E}">
        <p14:creationId xmlns:p14="http://schemas.microsoft.com/office/powerpoint/2010/main" val="4240969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2048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0" name="Espace réservé du contenu 12">
            <a:extLst>
              <a:ext uri="{FF2B5EF4-FFF2-40B4-BE49-F238E27FC236}">
                <a16:creationId xmlns:a16="http://schemas.microsoft.com/office/drawing/2014/main" id="{B070F49F-DF60-4723-A91C-5C1E12D586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97295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1" name="Espace réservé du contenu 12">
            <a:extLst>
              <a:ext uri="{FF2B5EF4-FFF2-40B4-BE49-F238E27FC236}">
                <a16:creationId xmlns:a16="http://schemas.microsoft.com/office/drawing/2014/main" id="{1A46C95E-26CD-45AD-BB72-B430933BAC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86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2" name="Espace réservé du contenu 12">
            <a:extLst>
              <a:ext uri="{FF2B5EF4-FFF2-40B4-BE49-F238E27FC236}">
                <a16:creationId xmlns:a16="http://schemas.microsoft.com/office/drawing/2014/main" id="{7C59A534-42C3-4A87-94C8-B2FBBAFC4B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1476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3" name="Espace réservé du contenu 12">
            <a:extLst>
              <a:ext uri="{FF2B5EF4-FFF2-40B4-BE49-F238E27FC236}">
                <a16:creationId xmlns:a16="http://schemas.microsoft.com/office/drawing/2014/main" id="{4BB3DF69-45D4-47B3-BA99-BA35B5100C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8567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4" name="Espace réservé du contenu 12">
            <a:extLst>
              <a:ext uri="{FF2B5EF4-FFF2-40B4-BE49-F238E27FC236}">
                <a16:creationId xmlns:a16="http://schemas.microsoft.com/office/drawing/2014/main" id="{F2BAFCF9-6ACE-4E11-8AC5-705BA7DCE7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65658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4B89B0-0422-4EDE-810F-DD425AA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7179003E-4816-41C0-9AF2-1961BE47218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32748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16BF5880-831D-419E-8A89-CAA8576722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2048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81EFFE30-BF7F-4D56-9052-FC7B0EA47F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7295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9726FF2E-0D1B-446C-AED7-6C18FA081A2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4386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0452C3E5-292A-4D12-8FDE-385DEDE4DA3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1476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AE4E27E8-C18D-419A-A1FE-01638530604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98567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2202F7BB-DA07-47E6-9776-44DE2CE5B1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65658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13AD8282-9283-4BCD-93B4-A60DE19B96B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32748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EDB560BE-84F4-41ED-A25E-92DD880EFBE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00039" y="390921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1" name="Espace réservé du contenu 12">
            <a:extLst>
              <a:ext uri="{FF2B5EF4-FFF2-40B4-BE49-F238E27FC236}">
                <a16:creationId xmlns:a16="http://schemas.microsoft.com/office/drawing/2014/main" id="{CD1F4ABC-FE91-41A9-BAF4-C6FD38763B6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70946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2" name="Espace réservé du contenu 12">
            <a:extLst>
              <a:ext uri="{FF2B5EF4-FFF2-40B4-BE49-F238E27FC236}">
                <a16:creationId xmlns:a16="http://schemas.microsoft.com/office/drawing/2014/main" id="{E89F3236-63C3-4361-A946-CCFDF997A08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41854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3" name="Espace réservé du contenu 12">
            <a:extLst>
              <a:ext uri="{FF2B5EF4-FFF2-40B4-BE49-F238E27FC236}">
                <a16:creationId xmlns:a16="http://schemas.microsoft.com/office/drawing/2014/main" id="{C774BBFA-2EDC-46C0-99B6-BB94741E4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312761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4" name="Espace réservé du contenu 12">
            <a:extLst>
              <a:ext uri="{FF2B5EF4-FFF2-40B4-BE49-F238E27FC236}">
                <a16:creationId xmlns:a16="http://schemas.microsoft.com/office/drawing/2014/main" id="{F950F4F3-C660-4899-ADA1-15E1485646D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983668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5" name="Espace réservé du contenu 12">
            <a:extLst>
              <a:ext uri="{FF2B5EF4-FFF2-40B4-BE49-F238E27FC236}">
                <a16:creationId xmlns:a16="http://schemas.microsoft.com/office/drawing/2014/main" id="{3F9278D3-004D-432F-A4AB-EFC0C9107F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654575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6" name="Espace réservé du contenu 12">
            <a:extLst>
              <a:ext uri="{FF2B5EF4-FFF2-40B4-BE49-F238E27FC236}">
                <a16:creationId xmlns:a16="http://schemas.microsoft.com/office/drawing/2014/main" id="{8D91ED01-78AD-4C9E-8EAC-02799D1F1AC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325482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7" name="Espace réservé du contenu 12">
            <a:extLst>
              <a:ext uri="{FF2B5EF4-FFF2-40B4-BE49-F238E27FC236}">
                <a16:creationId xmlns:a16="http://schemas.microsoft.com/office/drawing/2014/main" id="{9AB1A9A0-9D07-4585-8F4A-E7E37DD658D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02048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8" name="Espace réservé du contenu 12">
            <a:extLst>
              <a:ext uri="{FF2B5EF4-FFF2-40B4-BE49-F238E27FC236}">
                <a16:creationId xmlns:a16="http://schemas.microsoft.com/office/drawing/2014/main" id="{AF9FFA38-2CAB-43BF-85AF-6A02A583BA5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97295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9" name="Espace réservé du contenu 12">
            <a:extLst>
              <a:ext uri="{FF2B5EF4-FFF2-40B4-BE49-F238E27FC236}">
                <a16:creationId xmlns:a16="http://schemas.microsoft.com/office/drawing/2014/main" id="{0C1E97B8-E5C7-46D5-8C5C-6D0E2F88F9B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64386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7" name="Espace réservé du contenu 12">
            <a:extLst>
              <a:ext uri="{FF2B5EF4-FFF2-40B4-BE49-F238E27FC236}">
                <a16:creationId xmlns:a16="http://schemas.microsoft.com/office/drawing/2014/main" id="{57910F56-96F7-4196-8A69-459515E99B1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31476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8" name="Espace réservé du contenu 12">
            <a:extLst>
              <a:ext uri="{FF2B5EF4-FFF2-40B4-BE49-F238E27FC236}">
                <a16:creationId xmlns:a16="http://schemas.microsoft.com/office/drawing/2014/main" id="{E3A46883-1CA1-41B5-829C-AE02DB324B3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98567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9" name="Espace réservé du contenu 12">
            <a:extLst>
              <a:ext uri="{FF2B5EF4-FFF2-40B4-BE49-F238E27FC236}">
                <a16:creationId xmlns:a16="http://schemas.microsoft.com/office/drawing/2014/main" id="{35048BB4-8422-4CEF-97A5-D807984C0702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65658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60" name="Espace réservé du contenu 12">
            <a:extLst>
              <a:ext uri="{FF2B5EF4-FFF2-40B4-BE49-F238E27FC236}">
                <a16:creationId xmlns:a16="http://schemas.microsoft.com/office/drawing/2014/main" id="{324E096C-1CAA-4C8A-A720-E31C1A01767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032748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9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24BB-B06D-456B-989F-E4E6B54E3121}" type="datetime1">
              <a:rPr lang="nl-NL" smtClean="0"/>
              <a:t>8-10-2025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9172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3C17B78-A4BA-827D-07E7-CF57F7A4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88AE-63DC-4099-90B6-C0DEFB5E6602}" type="datetime1">
              <a:rPr lang="nl-NL" smtClean="0"/>
              <a:t>8-10-2025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B6AE795-CF6B-B62A-54F3-58134306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DEACBB-EA0E-2C61-9483-4FEA128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4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 zonder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97D724BB-B06D-456B-989F-E4E6B54E3121}" type="datetime1">
              <a:rPr lang="nl-NL" smtClean="0"/>
              <a:t>8-10-2025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‹nr.›</a:t>
            </a:fld>
            <a:endParaRPr lang="nl-NL"/>
          </a:p>
        </p:txBody>
      </p:sp>
      <p:pic>
        <p:nvPicPr>
          <p:cNvPr id="6" name="ArtworkLogo">
            <a:extLst>
              <a:ext uri="{FF2B5EF4-FFF2-40B4-BE49-F238E27FC236}">
                <a16:creationId xmlns:a16="http://schemas.microsoft.com/office/drawing/2014/main" id="{CE968CEF-3847-9879-E923-ED64E3E34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0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418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algem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2371461"/>
            <a:ext cx="3836639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Geonovum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T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033 460 41 00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E	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info@geonovum.nl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</a:t>
            </a: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Barchman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</a:t>
            </a:r>
            <a:r>
              <a:rPr lang="nl-NL" sz="1600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Wuytierslaan</a:t>
            </a:r>
            <a:r>
              <a:rPr lang="nl-NL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10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3818 LH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b="1" dirty="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postadres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Postbus 508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3800 AM Amersfoort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186003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persoon met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418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9" name="Tekstvak 8">
            <a:hlinkClick r:id="rId4"/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4391218"/>
            <a:ext cx="3836639" cy="76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 onze website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nl-NL" sz="1800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r>
              <a:rPr lang="nl-NL" sz="18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8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Bedankt!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F9E361-25B1-26B6-D92A-B077C62239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463" y="2343379"/>
            <a:ext cx="5651500" cy="442232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Voornaam Achternaam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2A494B8-DE6E-7F0A-561C-29B771234A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53302" y="3429001"/>
            <a:ext cx="4538660" cy="39143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[e-mail]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DBCEA1D-6766-3C2D-588B-FBECF162B6D4}"/>
              </a:ext>
            </a:extLst>
          </p:cNvPr>
          <p:cNvSpPr txBox="1"/>
          <p:nvPr userDrawn="1"/>
        </p:nvSpPr>
        <p:spPr>
          <a:xfrm>
            <a:off x="6240461" y="2965002"/>
            <a:ext cx="3989041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dirty="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Contact</a:t>
            </a:r>
            <a:endParaRPr lang="nl-NL" sz="1600" dirty="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pic>
        <p:nvPicPr>
          <p:cNvPr id="10" name="Graphic 9">
            <a:hlinkClick r:id="rId4"/>
            <a:extLst>
              <a:ext uri="{FF2B5EF4-FFF2-40B4-BE49-F238E27FC236}">
                <a16:creationId xmlns:a16="http://schemas.microsoft.com/office/drawing/2014/main" id="{2E09973E-E0DA-1C22-6AD3-30FC84B646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6219" y="4302361"/>
            <a:ext cx="2107422" cy="1603048"/>
          </a:xfrm>
          <a:prstGeom prst="rect">
            <a:avLst/>
          </a:prstGeom>
        </p:spPr>
      </p:pic>
      <p:sp>
        <p:nvSpPr>
          <p:cNvPr id="18" name="Tijdelijke aanduiding voor tekst 4">
            <a:extLst>
              <a:ext uri="{FF2B5EF4-FFF2-40B4-BE49-F238E27FC236}">
                <a16:creationId xmlns:a16="http://schemas.microsoft.com/office/drawing/2014/main" id="{C87550B5-77AB-5E1D-848C-7747F39A2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3301" y="3815214"/>
            <a:ext cx="4538660" cy="39142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 dirty="0"/>
              <a:t>[Telefoon]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D46AB79-C56F-6ABA-E57F-AD5B98CD4821}"/>
              </a:ext>
            </a:extLst>
          </p:cNvPr>
          <p:cNvSpPr txBox="1"/>
          <p:nvPr userDrawn="1"/>
        </p:nvSpPr>
        <p:spPr>
          <a:xfrm>
            <a:off x="6245906" y="3358234"/>
            <a:ext cx="1059824" cy="832582"/>
          </a:xfrm>
          <a:prstGeom prst="rect">
            <a:avLst/>
          </a:prstGeom>
          <a:noFill/>
        </p:spPr>
        <p:txBody>
          <a:bodyPr wrap="none" lIns="72000" tIns="72000" rIns="72000" bIns="72000" anchor="ctr" anchorCtr="0">
            <a:spAutoFit/>
          </a:bodyPr>
          <a:lstStyle/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E-mail:</a:t>
            </a:r>
          </a:p>
          <a:p>
            <a:pPr marL="0" lvl="0" indent="0">
              <a:lnSpc>
                <a:spcPct val="130000"/>
              </a:lnSpc>
              <a:buNone/>
            </a:pPr>
            <a:r>
              <a:rPr lang="nl-NL" b="1" dirty="0">
                <a:solidFill>
                  <a:schemeClr val="bg1"/>
                </a:solidFill>
              </a:rPr>
              <a:t>Telefoon:</a:t>
            </a:r>
          </a:p>
        </p:txBody>
      </p:sp>
    </p:spTree>
    <p:extLst>
      <p:ext uri="{BB962C8B-B14F-4D97-AF65-F5344CB8AC3E}">
        <p14:creationId xmlns:p14="http://schemas.microsoft.com/office/powerpoint/2010/main" val="374759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sv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4737BDE2-6624-6AA2-E513-3C0A4D766F82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472DD61-4421-5CEC-4C48-8826AE7C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9780132" cy="1280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E14671-E605-C01F-EC26-2E58DAE6D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1520825"/>
            <a:ext cx="11587855" cy="493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48627B-AB69-E330-96D2-7A8A6BA7E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0735" y="6637339"/>
            <a:ext cx="1981596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8-10-2025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30596-193F-4148-BD90-D8B9C3A96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1187" y="6637339"/>
            <a:ext cx="8588828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E07D45-0616-24CB-1480-BE6C20E6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758" y="6637339"/>
            <a:ext cx="768135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7" name="ArtworkLogo">
            <a:extLst>
              <a:ext uri="{FF2B5EF4-FFF2-40B4-BE49-F238E27FC236}">
                <a16:creationId xmlns:a16="http://schemas.microsoft.com/office/drawing/2014/main" id="{77990C53-887C-17B0-656E-BF275840E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  <p:grpSp>
        <p:nvGrpSpPr>
          <p:cNvPr id="11" name="Groep 10">
            <a:extLst>
              <a:ext uri="{FF2B5EF4-FFF2-40B4-BE49-F238E27FC236}">
                <a16:creationId xmlns:a16="http://schemas.microsoft.com/office/drawing/2014/main" id="{ECFF6442-24D7-78CE-C384-08CC040403BE}"/>
              </a:ext>
            </a:extLst>
          </p:cNvPr>
          <p:cNvGrpSpPr/>
          <p:nvPr userDrawn="1"/>
        </p:nvGrpSpPr>
        <p:grpSpPr>
          <a:xfrm>
            <a:off x="175844" y="-1"/>
            <a:ext cx="8131733" cy="6857999"/>
            <a:chOff x="0" y="0"/>
            <a:chExt cx="7536913" cy="6356350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30AC175-1567-1D95-0AFA-FE3F3B2F6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5838825" cy="5842635"/>
            </a:xfrm>
            <a:custGeom>
              <a:avLst/>
              <a:gdLst>
                <a:gd name="connsiteX0" fmla="*/ 5841340 w 5841339"/>
                <a:gd name="connsiteY0" fmla="*/ 0 h 5841720"/>
                <a:gd name="connsiteX1" fmla="*/ 3301403 w 5841339"/>
                <a:gd name="connsiteY1" fmla="*/ 0 h 5841720"/>
                <a:gd name="connsiteX2" fmla="*/ 1655826 w 5841339"/>
                <a:gd name="connsiteY2" fmla="*/ 1645666 h 5841720"/>
                <a:gd name="connsiteX3" fmla="*/ 10268 w 5841339"/>
                <a:gd name="connsiteY3" fmla="*/ 0 h 5841720"/>
                <a:gd name="connsiteX4" fmla="*/ 0 w 5841339"/>
                <a:gd name="connsiteY4" fmla="*/ 0 h 5841720"/>
                <a:gd name="connsiteX5" fmla="*/ 0 w 5841339"/>
                <a:gd name="connsiteY5" fmla="*/ 5841721 h 5841720"/>
                <a:gd name="connsiteX6" fmla="*/ 5841340 w 5841339"/>
                <a:gd name="connsiteY6" fmla="*/ 0 h 58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1339" h="5841720">
                  <a:moveTo>
                    <a:pt x="5841340" y="0"/>
                  </a:moveTo>
                  <a:lnTo>
                    <a:pt x="3301403" y="0"/>
                  </a:lnTo>
                  <a:lnTo>
                    <a:pt x="1655826" y="1645666"/>
                  </a:lnTo>
                  <a:lnTo>
                    <a:pt x="10268" y="0"/>
                  </a:lnTo>
                  <a:lnTo>
                    <a:pt x="0" y="0"/>
                  </a:lnTo>
                  <a:lnTo>
                    <a:pt x="0" y="5841721"/>
                  </a:lnTo>
                  <a:lnTo>
                    <a:pt x="5841340" y="0"/>
                  </a:lnTo>
                  <a:close/>
                </a:path>
              </a:pathLst>
            </a:custGeom>
            <a:solidFill>
              <a:srgbClr val="0085C6">
                <a:alpha val="5000"/>
              </a:srgbClr>
            </a:solidFill>
            <a:ln w="1269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10" name="Gelijkbenige driehoek 9">
              <a:extLst>
                <a:ext uri="{FF2B5EF4-FFF2-40B4-BE49-F238E27FC236}">
                  <a16:creationId xmlns:a16="http://schemas.microsoft.com/office/drawing/2014/main" id="{78433DAC-08AE-E961-4DE7-DBA661CABD30}"/>
                </a:ext>
              </a:extLst>
            </p:cNvPr>
            <p:cNvSpPr/>
            <p:nvPr userDrawn="1"/>
          </p:nvSpPr>
          <p:spPr>
            <a:xfrm>
              <a:off x="2031572" y="3530024"/>
              <a:ext cx="5505341" cy="2826326"/>
            </a:xfrm>
            <a:prstGeom prst="triangl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33812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79" r:id="rId3"/>
    <p:sldLayoutId id="2147483674" r:id="rId4"/>
    <p:sldLayoutId id="2147483659" r:id="rId5"/>
    <p:sldLayoutId id="2147483649" r:id="rId6"/>
    <p:sldLayoutId id="2147483651" r:id="rId7"/>
    <p:sldLayoutId id="2147483675" r:id="rId8"/>
    <p:sldLayoutId id="2147483676" r:id="rId9"/>
    <p:sldLayoutId id="2147483652" r:id="rId10"/>
    <p:sldLayoutId id="2147483669" r:id="rId11"/>
    <p:sldLayoutId id="2147483670" r:id="rId12"/>
    <p:sldLayoutId id="2147483680" r:id="rId13"/>
    <p:sldLayoutId id="2147483681" r:id="rId14"/>
    <p:sldLayoutId id="2147483682" r:id="rId15"/>
    <p:sldLayoutId id="2147483671" r:id="rId16"/>
    <p:sldLayoutId id="2147483672" r:id="rId17"/>
    <p:sldLayoutId id="2147483673" r:id="rId18"/>
    <p:sldLayoutId id="2147483660" r:id="rId19"/>
    <p:sldLayoutId id="2147483663" r:id="rId20"/>
    <p:sldLayoutId id="2147483664" r:id="rId21"/>
    <p:sldLayoutId id="2147483677" r:id="rId22"/>
    <p:sldLayoutId id="2147483665" r:id="rId23"/>
    <p:sldLayoutId id="2147483666" r:id="rId24"/>
    <p:sldLayoutId id="2147483667" r:id="rId25"/>
    <p:sldLayoutId id="2147483668" r:id="rId26"/>
    <p:sldLayoutId id="2147483678" r:id="rId27"/>
    <p:sldLayoutId id="2147483655" r:id="rId28"/>
    <p:sldLayoutId id="2147483654" r:id="rId29"/>
    <p:sldLayoutId id="2147483656" r:id="rId30"/>
    <p:sldLayoutId id="2147483657" r:id="rId31"/>
    <p:sldLayoutId id="2147483661" r:id="rId3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kern="1200">
          <a:solidFill>
            <a:schemeClr val="accent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64686B"/>
        </a:buClr>
        <a:buSzPct val="90000"/>
        <a:buFont typeface="Wingdings" panose="05000000000000000000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orient="horz" pos="958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  <p15:guide id="7" orient="horz" pos="703" userDrawn="1">
          <p15:clr>
            <a:srgbClr val="F26B43"/>
          </p15:clr>
        </p15:guide>
        <p15:guide id="8" orient="horz" pos="187" userDrawn="1">
          <p15:clr>
            <a:srgbClr val="F26B43"/>
          </p15:clr>
        </p15:guide>
        <p15:guide id="9" pos="3749" userDrawn="1">
          <p15:clr>
            <a:srgbClr val="F26B43"/>
          </p15:clr>
        </p15:guide>
        <p15:guide id="10" pos="39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jpeg"/><Relationship Id="rId7" Type="http://schemas.openxmlformats.org/officeDocument/2006/relationships/hyperlink" Target="http://stage.gis.si/casper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gc.org/DRAFTS/22-026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opengeospatial/ogcapi-joins/issue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ogc.org/index.php?m=public&amp;orderby=default&amp;tab=7" TargetMode="Externa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embed/n_97n6RVZzk" TargetMode="Externa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FAA35-54A9-2F3B-B0B5-15B9E9B65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OGC-API-</a:t>
            </a:r>
            <a:r>
              <a:rPr lang="nl-NL" dirty="0" err="1"/>
              <a:t>Joins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0D40446-620E-70AA-7430-FB70428A6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Codesprint Rotterdam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269E31-8424-519E-A74C-0E96976EA1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/>
              <a:t>Panu Muhli, </a:t>
            </a:r>
            <a:r>
              <a:rPr lang="en-US" dirty="0"/>
              <a:t>Pekka Latvala</a:t>
            </a:r>
            <a:r>
              <a:rPr lang="nl-NL" dirty="0"/>
              <a:t> Pieter Bresters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E5C588CF-1BFB-0D66-F25E-177160CCAE6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75EA9B3-809F-44BB-B7CF-79FF1B0E462C}" type="datetime2">
              <a:rPr lang="nl-NL" smtClean="0"/>
              <a:pPr/>
              <a:t>woensdag 8 oktober 2025</a:t>
            </a:fld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C1C29F-34CB-505D-6FA5-D756549933B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027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1BF0DFD-7030-3D74-F3F0-F25554D6F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integration needed ?</a:t>
            </a:r>
            <a:endParaRPr lang="nl-NL" dirty="0"/>
          </a:p>
        </p:txBody>
      </p:sp>
      <p:sp>
        <p:nvSpPr>
          <p:cNvPr id="80" name="Tijdelijke aanduiding voor dianummer 79">
            <a:extLst>
              <a:ext uri="{FF2B5EF4-FFF2-40B4-BE49-F238E27FC236}">
                <a16:creationId xmlns:a16="http://schemas.microsoft.com/office/drawing/2014/main" id="{1BCF1496-B299-3203-CBC5-C0442BD3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94B1534-C953-6DDA-1C05-1A6112A19F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574" y="1461837"/>
            <a:ext cx="9142642" cy="487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Growing need to integrate statistical and other tabular information with geographic features for more effective analysis and interpretation.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OGC-API-Joins is based on a basic principle: keep data at its source and only join when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Census districts and blocks, municipalities, postal codes, telephone area codes, ecoregions and regular measurement points are all examples of geographic features that one could link tabular data to.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Geographic identifier provides the link for merging tabular data to geographic features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131356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E0BF-11E9-9244-48A0-99F5A59F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056820E-D8F8-58A0-68C1-59387B38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2"/>
            <a:ext cx="9780132" cy="1037268"/>
          </a:xfrm>
        </p:spPr>
        <p:txBody>
          <a:bodyPr/>
          <a:lstStyle/>
          <a:p>
            <a:r>
              <a:rPr lang="fi-FI" dirty="0"/>
              <a:t>Data integration by OGC API - Joins</a:t>
            </a:r>
            <a:endParaRPr lang="nl-NL" dirty="0"/>
          </a:p>
        </p:txBody>
      </p:sp>
      <p:sp>
        <p:nvSpPr>
          <p:cNvPr id="80" name="Tijdelijke aanduiding voor dianummer 79">
            <a:extLst>
              <a:ext uri="{FF2B5EF4-FFF2-40B4-BE49-F238E27FC236}">
                <a16:creationId xmlns:a16="http://schemas.microsoft.com/office/drawing/2014/main" id="{8E4DE5F6-999F-7FBA-62CE-E14D06B0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3</a:t>
            </a:fld>
            <a:endParaRPr lang="nl-NL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03F99A8A-95D6-EDDC-B99D-C3BB5D004B4A}"/>
              </a:ext>
            </a:extLst>
          </p:cNvPr>
          <p:cNvSpPr txBox="1">
            <a:spLocks/>
          </p:cNvSpPr>
          <p:nvPr/>
        </p:nvSpPr>
        <p:spPr bwMode="auto">
          <a:xfrm>
            <a:off x="-49594" y="3365104"/>
            <a:ext cx="24479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42900" marR="0" lvl="0" indent="-342900" algn="ctr" defTabSz="2438338" rtl="0" eaLnBrk="1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nl-NL" sz="2400" kern="0" dirty="0">
                <a:solidFill>
                  <a:srgbClr val="262626"/>
                </a:solidFill>
                <a:latin typeface="Arial"/>
                <a:sym typeface="Mont Book"/>
              </a:rPr>
              <a:t>T</a:t>
            </a: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sym typeface="Mont Book"/>
              </a:rPr>
              <a:t>abular</a:t>
            </a: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sym typeface="Mont Book"/>
              </a:rPr>
              <a:t> data </a:t>
            </a:r>
          </a:p>
          <a:p>
            <a:pPr marL="342900" marR="0" lvl="0" indent="-342900" algn="ctr" defTabSz="2438338" rtl="0" eaLnBrk="1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6262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+mn-ea"/>
              <a:sym typeface="Mont Book"/>
            </a:endParaRPr>
          </a:p>
        </p:txBody>
      </p:sp>
      <p:pic>
        <p:nvPicPr>
          <p:cNvPr id="7" name="Picture 18">
            <a:extLst>
              <a:ext uri="{FF2B5EF4-FFF2-40B4-BE49-F238E27FC236}">
                <a16:creationId xmlns:a16="http://schemas.microsoft.com/office/drawing/2014/main" id="{021B3AE6-180A-C973-3F97-B8C1AE8E9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927" y="3602396"/>
            <a:ext cx="2851827" cy="3165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8" name="Picture 11" descr="https://encrypted-tbn0.gstatic.com/images?q=tbn:ANd9GcThcQRrNE4ib7sTMXz_HoBoXXfrQgHhyz22DlHa8B7eSTbvUFV1">
            <a:extLst>
              <a:ext uri="{FF2B5EF4-FFF2-40B4-BE49-F238E27FC236}">
                <a16:creationId xmlns:a16="http://schemas.microsoft.com/office/drawing/2014/main" id="{B033554D-86D3-BCE8-2C6C-36ED7A7B1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93" y="4647464"/>
            <a:ext cx="4641284" cy="193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2EE8DB0C-4CD8-D3FA-9F70-74AA8F61B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1638681"/>
            <a:ext cx="1497012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11966AFB-EFAC-C4C9-CEF7-8A14336F5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861" y="1260144"/>
            <a:ext cx="15049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4DE92FA7-29C5-AFB0-B5AD-CEDBFA7BD20B}"/>
              </a:ext>
            </a:extLst>
          </p:cNvPr>
          <p:cNvSpPr txBox="1">
            <a:spLocks/>
          </p:cNvSpPr>
          <p:nvPr/>
        </p:nvSpPr>
        <p:spPr>
          <a:xfrm>
            <a:off x="8613321" y="3025390"/>
            <a:ext cx="2933700" cy="5762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2438338" rtl="0" eaLnBrk="1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nl-NL" sz="2400" kern="0" dirty="0">
                <a:solidFill>
                  <a:srgbClr val="262626"/>
                </a:solidFill>
                <a:latin typeface="Arial"/>
                <a:sym typeface="Mont Book"/>
              </a:rPr>
              <a:t>Feature </a:t>
            </a:r>
            <a:r>
              <a:rPr lang="nl-NL" sz="2400" kern="0" dirty="0" err="1">
                <a:solidFill>
                  <a:srgbClr val="262626"/>
                </a:solidFill>
                <a:latin typeface="Arial"/>
                <a:sym typeface="Mont Book"/>
              </a:rPr>
              <a:t>collection</a:t>
            </a: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sym typeface="Mont Book"/>
            </a:endParaRPr>
          </a:p>
        </p:txBody>
      </p:sp>
      <p:sp>
        <p:nvSpPr>
          <p:cNvPr id="12" name="Tijdelijke aanduiding voor inhoud 3">
            <a:extLst>
              <a:ext uri="{FF2B5EF4-FFF2-40B4-BE49-F238E27FC236}">
                <a16:creationId xmlns:a16="http://schemas.microsoft.com/office/drawing/2014/main" id="{EB8DA03F-C7D2-C0F7-A6BB-122A01394FDA}"/>
              </a:ext>
            </a:extLst>
          </p:cNvPr>
          <p:cNvSpPr txBox="1">
            <a:spLocks/>
          </p:cNvSpPr>
          <p:nvPr/>
        </p:nvSpPr>
        <p:spPr bwMode="auto">
          <a:xfrm>
            <a:off x="141350" y="1530730"/>
            <a:ext cx="27368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90525" marR="0" lvl="0" indent="-390525" algn="ctr" defTabSz="1042988" rtl="0" eaLnBrk="0" fontAlgn="auto" latinLnBrk="0" hangingPunc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ヒラギノ角ゴ Pro W3"/>
                <a:sym typeface="Mont Book"/>
              </a:rPr>
              <a:t>applications</a:t>
            </a: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ヒラギノ角ゴ Pro W3"/>
              <a:sym typeface="Mont Book"/>
            </a:endParaRPr>
          </a:p>
        </p:txBody>
      </p:sp>
      <p:cxnSp>
        <p:nvCxnSpPr>
          <p:cNvPr id="13" name="Rechte verbindingslijn met pijl 13">
            <a:extLst>
              <a:ext uri="{FF2B5EF4-FFF2-40B4-BE49-F238E27FC236}">
                <a16:creationId xmlns:a16="http://schemas.microsoft.com/office/drawing/2014/main" id="{3C1FF7F5-6523-6AD5-DC48-B8DB6C983B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56461" y="2395827"/>
            <a:ext cx="1223963" cy="50323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1BF5B6F2-F9FD-4A22-4AF6-898F06CEA5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70613" y="2216981"/>
            <a:ext cx="0" cy="682084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Rechte verbindingslijn met pijl 13">
            <a:extLst>
              <a:ext uri="{FF2B5EF4-FFF2-40B4-BE49-F238E27FC236}">
                <a16:creationId xmlns:a16="http://schemas.microsoft.com/office/drawing/2014/main" id="{6DE9077C-DA87-C7A7-A0DE-9838E0CA907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291765" y="2478355"/>
            <a:ext cx="720725" cy="50482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6" name="Picture 9">
            <a:extLst>
              <a:ext uri="{FF2B5EF4-FFF2-40B4-BE49-F238E27FC236}">
                <a16:creationId xmlns:a16="http://schemas.microsoft.com/office/drawing/2014/main" id="{1F561DEB-F8E4-F6C0-609F-44EC526C9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988" y="5294995"/>
            <a:ext cx="850285" cy="10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hlinkClick r:id="rId7"/>
            <a:extLst>
              <a:ext uri="{FF2B5EF4-FFF2-40B4-BE49-F238E27FC236}">
                <a16:creationId xmlns:a16="http://schemas.microsoft.com/office/drawing/2014/main" id="{D6CB5920-105A-D04C-0D1B-D0970EE31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000" y="1540703"/>
            <a:ext cx="15113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922F3A8-9725-0C17-62BD-89B8634DA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107" y="2820661"/>
            <a:ext cx="1763704" cy="1870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jdelijke aanduiding voor inhoud 3">
            <a:extLst>
              <a:ext uri="{FF2B5EF4-FFF2-40B4-BE49-F238E27FC236}">
                <a16:creationId xmlns:a16="http://schemas.microsoft.com/office/drawing/2014/main" id="{BF9947A0-CCC5-A90F-6C55-9B4E26C40650}"/>
              </a:ext>
            </a:extLst>
          </p:cNvPr>
          <p:cNvSpPr txBox="1">
            <a:spLocks/>
          </p:cNvSpPr>
          <p:nvPr/>
        </p:nvSpPr>
        <p:spPr bwMode="auto">
          <a:xfrm>
            <a:off x="4768204" y="6405681"/>
            <a:ext cx="3244286" cy="452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90525" marR="0" lvl="0" indent="-390525" algn="ctr" defTabSz="1042988" rtl="0" eaLnBrk="0" fontAlgn="auto" latinLnBrk="0" hangingPunc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2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ヒラギノ角ゴ Pro W3"/>
                <a:sym typeface="Mont Book"/>
              </a:rPr>
              <a:t>OGC API - Joins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8CA500A9-3DFF-8970-0A91-EFE06DA6FAEF}"/>
              </a:ext>
            </a:extLst>
          </p:cNvPr>
          <p:cNvSpPr txBox="1">
            <a:spLocks/>
          </p:cNvSpPr>
          <p:nvPr/>
        </p:nvSpPr>
        <p:spPr bwMode="auto">
          <a:xfrm>
            <a:off x="859157" y="4012804"/>
            <a:ext cx="24479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42900" marR="0" lvl="0" indent="-342900" algn="ctr" defTabSz="2438338" rtl="0" eaLnBrk="1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nl-NL" sz="1600" b="0" i="0" u="none" strike="noStrike" kern="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sym typeface="Mont Book"/>
              </a:rPr>
              <a:t>Key</a:t>
            </a:r>
            <a:r>
              <a:rPr kumimoji="0" lang="nl-NL" sz="16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sym typeface="Mont Book"/>
              </a:rPr>
              <a:t>-fields</a:t>
            </a:r>
          </a:p>
          <a:p>
            <a:pPr marL="342900" marR="0" lvl="0" indent="-342900" algn="ctr" defTabSz="2438338" rtl="0" eaLnBrk="1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nl-NL" sz="2400" b="0" i="0" u="none" strike="noStrike" kern="0" cap="none" spc="0" normalizeH="0" baseline="0" noProof="0" dirty="0">
              <a:ln>
                <a:noFill/>
              </a:ln>
              <a:solidFill>
                <a:srgbClr val="262626">
                  <a:lumMod val="65000"/>
                  <a:lumOff val="35000"/>
                </a:srgbClr>
              </a:solidFill>
              <a:effectLst/>
              <a:uLnTx/>
              <a:uFillTx/>
              <a:latin typeface="Arial"/>
              <a:ea typeface="+mn-ea"/>
              <a:sym typeface="Mont Book"/>
            </a:endParaRPr>
          </a:p>
        </p:txBody>
      </p:sp>
      <p:cxnSp>
        <p:nvCxnSpPr>
          <p:cNvPr id="21" name="Rechte verbindingslijn met pijl 13">
            <a:extLst>
              <a:ext uri="{FF2B5EF4-FFF2-40B4-BE49-F238E27FC236}">
                <a16:creationId xmlns:a16="http://schemas.microsoft.com/office/drawing/2014/main" id="{139EF095-EA6C-A77C-A969-A9E01AAC095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860758" y="5570423"/>
            <a:ext cx="838668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Rechte verbindingslijn met pijl 13">
            <a:extLst>
              <a:ext uri="{FF2B5EF4-FFF2-40B4-BE49-F238E27FC236}">
                <a16:creationId xmlns:a16="http://schemas.microsoft.com/office/drawing/2014/main" id="{6985CD95-212B-87C8-003E-68BB24CFC39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6195" y="4331293"/>
            <a:ext cx="725524" cy="31617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Rechte verbindingslijn met pijl 13">
            <a:extLst>
              <a:ext uri="{FF2B5EF4-FFF2-40B4-BE49-F238E27FC236}">
                <a16:creationId xmlns:a16="http://schemas.microsoft.com/office/drawing/2014/main" id="{32CE0849-1F8F-6C57-8DF5-7856F79B57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36130" y="4691315"/>
            <a:ext cx="0" cy="494044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Rechte verbindingslijn met pijl 13">
            <a:extLst>
              <a:ext uri="{FF2B5EF4-FFF2-40B4-BE49-F238E27FC236}">
                <a16:creationId xmlns:a16="http://schemas.microsoft.com/office/drawing/2014/main" id="{88C502F5-34A7-FB0F-AF89-F567B6EA79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59233" y="5692867"/>
            <a:ext cx="1611313" cy="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75106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07DD-3389-95EA-37F8-55389C57B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268AA2D-B7AE-0EDA-7B2D-DE633938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API – Joins overview</a:t>
            </a:r>
            <a:endParaRPr lang="nl-NL" dirty="0"/>
          </a:p>
        </p:txBody>
      </p:sp>
      <p:sp>
        <p:nvSpPr>
          <p:cNvPr id="80" name="Tijdelijke aanduiding voor dianummer 79">
            <a:extLst>
              <a:ext uri="{FF2B5EF4-FFF2-40B4-BE49-F238E27FC236}">
                <a16:creationId xmlns:a16="http://schemas.microsoft.com/office/drawing/2014/main" id="{C16335AA-DA45-C30E-08AD-7D17CD3D2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4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B0F4EAE-871A-879D-E57E-6EF3A4733B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574" y="1461837"/>
            <a:ext cx="9142642" cy="487705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Initiative from Finnish Geospatial Research Institute FGI and National Land Survey of Finland, based on existing Table Joining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Online Joining of tabular data to geospatial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Tabular data (CSV-supported) by uploading or by provided 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Geospatial data can be provided using OGC-API-features collection or with an externally hosted or uploaded geospatial file (</a:t>
            </a:r>
            <a:r>
              <a:rPr lang="en-US" sz="2000" dirty="0" err="1"/>
              <a:t>GeoJSON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Joining process is executed through common key values available in both datasets (for example municipality codes or names).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draft standard uses definitions from OGC API – Common.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549544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2CD3A-1714-FE2C-F9E0-C0ED55CD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6CD0E2A-1786-250D-9BD3-947C4510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of the standard</a:t>
            </a:r>
            <a:endParaRPr lang="nl-NL" dirty="0"/>
          </a:p>
        </p:txBody>
      </p:sp>
      <p:sp>
        <p:nvSpPr>
          <p:cNvPr id="80" name="Tijdelijke aanduiding voor dianummer 79">
            <a:extLst>
              <a:ext uri="{FF2B5EF4-FFF2-40B4-BE49-F238E27FC236}">
                <a16:creationId xmlns:a16="http://schemas.microsoft.com/office/drawing/2014/main" id="{61A05FA8-1998-2E9B-19C8-64C9C3BA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5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E123F336-EEB0-D7A6-4982-C5343226F5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574" y="1461837"/>
            <a:ext cx="9142642" cy="48770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6854952-627E-9080-9A22-35C4422D8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17" y="1280160"/>
            <a:ext cx="8779976" cy="4160462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D0334C28-A638-57A8-4643-11A255F82A91}"/>
              </a:ext>
            </a:extLst>
          </p:cNvPr>
          <p:cNvSpPr txBox="1"/>
          <p:nvPr/>
        </p:nvSpPr>
        <p:spPr>
          <a:xfrm>
            <a:off x="911047" y="5577840"/>
            <a:ext cx="9780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The standaard is </a:t>
            </a:r>
            <a:r>
              <a:rPr lang="nl-NL" dirty="0" err="1"/>
              <a:t>still</a:t>
            </a:r>
            <a:r>
              <a:rPr lang="nl-NL" dirty="0"/>
              <a:t> a draft: </a:t>
            </a:r>
            <a:r>
              <a:rPr lang="nl-NL" u="sng" dirty="0">
                <a:hlinkClick r:id="rId3"/>
              </a:rPr>
              <a:t>https://docs.ogc.org/DRAFTS/22-026.html</a:t>
            </a:r>
            <a:endParaRPr lang="nl-NL" u="sng" dirty="0"/>
          </a:p>
          <a:p>
            <a:endParaRPr lang="nl-NL" dirty="0"/>
          </a:p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contribute</a:t>
            </a:r>
            <a:r>
              <a:rPr lang="nl-NL" dirty="0"/>
              <a:t> via: </a:t>
            </a:r>
            <a:r>
              <a:rPr lang="nl-NL" u="sng" dirty="0">
                <a:hlinkClick r:id="rId4"/>
              </a:rPr>
              <a:t>https://github.com/opengeospatial/ogcapi-joins/issues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259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3718-6D7F-DDAD-9FD3-35B5DFF6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A3CFD74-F70C-9802-FEE9-361D9F17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involved</a:t>
            </a:r>
            <a:endParaRPr lang="nl-NL" dirty="0"/>
          </a:p>
        </p:txBody>
      </p:sp>
      <p:sp>
        <p:nvSpPr>
          <p:cNvPr id="80" name="Tijdelijke aanduiding voor dianummer 79">
            <a:extLst>
              <a:ext uri="{FF2B5EF4-FFF2-40B4-BE49-F238E27FC236}">
                <a16:creationId xmlns:a16="http://schemas.microsoft.com/office/drawing/2014/main" id="{061FF3FD-23E7-A6E2-BDF4-191017E0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6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38BEE3A-C305-4324-ED56-89D7CCFC0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574" y="1461837"/>
            <a:ext cx="9142642" cy="487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Become OGC-member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Standards Working Group (SWG) teleconferences held every 2 weeks on Tuesdays at 09:00am US Eastern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Sign the Observer Agreement and participate in the SWG teleconferences, </a:t>
            </a:r>
            <a:r>
              <a:rPr lang="en-US" sz="2000" dirty="0">
                <a:hlinkClick r:id="rId2"/>
              </a:rPr>
              <a:t>https://portal.ogc.org/index.php?m=public&amp;orderby=default&amp;tab=7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680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A1B0-D2F8-89DA-7A38-B29FBCDE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924272D-BAC8-DBFD-D460-79641D5D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goals OGC-API-Joins</a:t>
            </a:r>
            <a:endParaRPr lang="nl-NL" dirty="0"/>
          </a:p>
        </p:txBody>
      </p:sp>
      <p:sp>
        <p:nvSpPr>
          <p:cNvPr id="80" name="Tijdelijke aanduiding voor dianummer 79">
            <a:extLst>
              <a:ext uri="{FF2B5EF4-FFF2-40B4-BE49-F238E27FC236}">
                <a16:creationId xmlns:a16="http://schemas.microsoft.com/office/drawing/2014/main" id="{989BAD99-9ADE-A66D-88AB-46DC0ADF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7</a:t>
            </a:fld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AA4564D-038D-502B-42B0-BA73973AFE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574" y="1461837"/>
            <a:ext cx="9142642" cy="487705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2000" dirty="0"/>
              <a:t>Promoting and getting familiar with the standard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introduction to the OGC API Joins and demonstrate server and client implementations and </a:t>
            </a:r>
            <a:r>
              <a:rPr lang="fi-FI" sz="1800" dirty="0"/>
              <a:t>Sample pitch on </a:t>
            </a:r>
            <a:r>
              <a:rPr lang="fi-FI" sz="1800" dirty="0">
                <a:hlinkClick r:id="rId2"/>
              </a:rPr>
              <a:t>Youtube</a:t>
            </a:r>
            <a:r>
              <a:rPr lang="fi-FI" sz="1800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sz="1800" dirty="0"/>
              <a:t>Oct 20th, 16:15-17:00 UTC+2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sz="1800" dirty="0"/>
              <a:t>by </a:t>
            </a:r>
            <a:r>
              <a:rPr lang="fi-FI" sz="1800" b="1" dirty="0"/>
              <a:t>Pekka Latvala </a:t>
            </a:r>
            <a:r>
              <a:rPr lang="fi-FI" sz="1800" dirty="0"/>
              <a:t>(Finnish Geospatial Research Institute)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2000" dirty="0"/>
              <a:t>Creation of a demo implementation in Pygeoapi based 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sz="1800" dirty="0"/>
              <a:t>Statistical units from Statistics Netherlands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i-FI" sz="1800" dirty="0"/>
              <a:t>CSV-files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i-FI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2000" dirty="0"/>
              <a:t>Getting feedback as input to the consulation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/>
              <a:t>from the development of the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i-FI" sz="1800" dirty="0"/>
              <a:t>From all the attendees of the code sprint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fi-FI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60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75A89-71ED-FAB5-971C-4ADF061A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attention!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1C51AD6-24D7-F037-32B1-86476E322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Pieter Bresters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6890477-DAE4-87F7-9A57-6A9898A585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p.bresters@geonovum.nl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8EE50CF-7C8C-C237-0192-CCE0DC7F07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00 31 (0)33 4604100</a:t>
            </a:r>
          </a:p>
        </p:txBody>
      </p:sp>
    </p:spTree>
    <p:extLst>
      <p:ext uri="{BB962C8B-B14F-4D97-AF65-F5344CB8AC3E}">
        <p14:creationId xmlns:p14="http://schemas.microsoft.com/office/powerpoint/2010/main" val="186244116"/>
      </p:ext>
    </p:extLst>
  </p:cSld>
  <p:clrMapOvr>
    <a:masterClrMapping/>
  </p:clrMapOvr>
</p:sld>
</file>

<file path=ppt/theme/theme1.xml><?xml version="1.0" encoding="utf-8"?>
<a:theme xmlns:a="http://schemas.openxmlformats.org/drawingml/2006/main" name="Geonovum">
  <a:themeElements>
    <a:clrScheme name="Geonovum 2022">
      <a:dk1>
        <a:srgbClr val="3C3C3C"/>
      </a:dk1>
      <a:lt1>
        <a:sysClr val="window" lastClr="FFFFFF"/>
      </a:lt1>
      <a:dk2>
        <a:srgbClr val="64686B"/>
      </a:dk2>
      <a:lt2>
        <a:srgbClr val="EEEEEE"/>
      </a:lt2>
      <a:accent1>
        <a:srgbClr val="97C00E"/>
      </a:accent1>
      <a:accent2>
        <a:srgbClr val="64686B"/>
      </a:accent2>
      <a:accent3>
        <a:srgbClr val="0085C6"/>
      </a:accent3>
      <a:accent4>
        <a:srgbClr val="97C00E"/>
      </a:accent4>
      <a:accent5>
        <a:srgbClr val="64686B"/>
      </a:accent5>
      <a:accent6>
        <a:srgbClr val="0085C6"/>
      </a:accent6>
      <a:hlink>
        <a:srgbClr val="0085C6"/>
      </a:hlink>
      <a:folHlink>
        <a:srgbClr val="64686B"/>
      </a:folHlink>
    </a:clrScheme>
    <a:fontScheme name="Geonovum 2022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e2" id="{5CC116DB-5448-4436-8A2A-588748DADCDF}" vid="{100EAF1A-E785-42D2-BF49-C8148FFB8AA3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b5f7f7-2f15-447a-b5f6-1e4312ec3a6d" xsi:nil="true"/>
    <lcf76f155ced4ddcb4097134ff3c332f xmlns="385505e6-e5d7-4f1a-b335-045f4e6272b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6A073BBB3FB3429D87D77C40313058" ma:contentTypeVersion="18" ma:contentTypeDescription="Een nieuw document maken." ma:contentTypeScope="" ma:versionID="88e80129c7ef3ef569523f627aede936">
  <xsd:schema xmlns:xsd="http://www.w3.org/2001/XMLSchema" xmlns:xs="http://www.w3.org/2001/XMLSchema" xmlns:p="http://schemas.microsoft.com/office/2006/metadata/properties" xmlns:ns2="385505e6-e5d7-4f1a-b335-045f4e6272b3" xmlns:ns3="86b5f7f7-2f15-447a-b5f6-1e4312ec3a6d" targetNamespace="http://schemas.microsoft.com/office/2006/metadata/properties" ma:root="true" ma:fieldsID="f51d03c64457423b88620623e43dca58" ns2:_="" ns3:_="">
    <xsd:import namespace="385505e6-e5d7-4f1a-b335-045f4e6272b3"/>
    <xsd:import namespace="86b5f7f7-2f15-447a-b5f6-1e4312ec3a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505e6-e5d7-4f1a-b335-045f4e6272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ece1ab0c-3d38-4605-9abd-f7fc75f3b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5f7f7-2f15-447a-b5f6-1e4312ec3a6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8b36c94-b9c1-4ed1-a4e5-64fd1c764bee}" ma:internalName="TaxCatchAll" ma:showField="CatchAllData" ma:web="86b5f7f7-2f15-447a-b5f6-1e4312ec3a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9C7ACF-514F-40FB-B984-C8F5ABF7DE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15AE5F-6C02-468E-8C79-29BFF607CF83}">
  <ds:schemaRefs>
    <ds:schemaRef ds:uri="http://schemas.microsoft.com/office/2006/metadata/properties"/>
    <ds:schemaRef ds:uri="http://schemas.microsoft.com/office/infopath/2007/PartnerControls"/>
    <ds:schemaRef ds:uri="86b5f7f7-2f15-447a-b5f6-1e4312ec3a6d"/>
    <ds:schemaRef ds:uri="385505e6-e5d7-4f1a-b335-045f4e6272b3"/>
  </ds:schemaRefs>
</ds:datastoreItem>
</file>

<file path=customXml/itemProps3.xml><?xml version="1.0" encoding="utf-8"?>
<ds:datastoreItem xmlns:ds="http://schemas.openxmlformats.org/officeDocument/2006/customXml" ds:itemID="{44E5920E-E137-4491-9CB0-2A67EAFED3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5505e6-e5d7-4f1a-b335-045f4e6272b3"/>
    <ds:schemaRef ds:uri="86b5f7f7-2f15-447a-b5f6-1e4312ec3a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Test ppt</Template>
  <TotalTime>80</TotalTime>
  <Words>422</Words>
  <Application>Microsoft Office PowerPoint</Application>
  <PresentationFormat>Breedbeeld</PresentationFormat>
  <Paragraphs>65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Arial</vt:lpstr>
      <vt:lpstr>Calibri</vt:lpstr>
      <vt:lpstr>Tenorite</vt:lpstr>
      <vt:lpstr>Wingdings</vt:lpstr>
      <vt:lpstr>Geonovum</vt:lpstr>
      <vt:lpstr>OGC-API-Joins</vt:lpstr>
      <vt:lpstr>Why is data integration needed ?</vt:lpstr>
      <vt:lpstr>Data integration by OGC API - Joins</vt:lpstr>
      <vt:lpstr>OGC API – Joins overview</vt:lpstr>
      <vt:lpstr>Status of the standard</vt:lpstr>
      <vt:lpstr>How to get involved</vt:lpstr>
      <vt:lpstr>Sprint goals OGC-API-Joins</vt:lpstr>
      <vt:lpstr>Thank you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Pieter Bresters</dc:creator>
  <cp:lastModifiedBy>Pieter Bresters</cp:lastModifiedBy>
  <cp:revision>1</cp:revision>
  <dcterms:created xsi:type="dcterms:W3CDTF">2025-10-08T13:05:59Z</dcterms:created>
  <dcterms:modified xsi:type="dcterms:W3CDTF">2025-10-08T14:28:50Z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0x010100216A073BBB3FB3429D87D77C40313058</vt:lpwstr>
  </property>
  <property fmtid="{D5CDD505-2E9C-101B-9397-08002B2CF9AE}" pid="3" name="MediaServiceImageTags">
    <vt:lpwstr/>
  </property>
</Properties>
</file>