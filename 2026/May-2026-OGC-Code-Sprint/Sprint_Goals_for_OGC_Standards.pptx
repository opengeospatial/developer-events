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79" r:id="rId5"/>
    <p:sldId id="285" r:id="rId6"/>
    <p:sldId id="447" r:id="rId7"/>
    <p:sldId id="416" r:id="rId8"/>
    <p:sldId id="445" r:id="rId9"/>
    <p:sldId id="444" r:id="rId10"/>
    <p:sldId id="348" r:id="rId11"/>
  </p:sldIdLst>
  <p:sldSz cx="18288000" cy="10287000"/>
  <p:notesSz cx="6858000" cy="9144000"/>
  <p:embeddedFontLst>
    <p:embeddedFont>
      <p:font typeface="Aptos SemiBold" panose="020B0004020202020204" pitchFamily="34" charset="0"/>
      <p:regular r:id="rId14"/>
      <p:bold r:id="rId15"/>
      <p:italic r:id="rId16"/>
      <p:boldItalic r:id="rId17"/>
    </p:embeddedFont>
    <p:embeddedFont>
      <p:font typeface="Arial Nova Cond" panose="020B0506020202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BAFF"/>
    <a:srgbClr val="79B4FF"/>
    <a:srgbClr val="79B5F9"/>
    <a:srgbClr val="FFFFFF"/>
    <a:srgbClr val="263BD3"/>
    <a:srgbClr val="EDF786"/>
    <a:srgbClr val="ECF456"/>
    <a:srgbClr val="1A31A0"/>
    <a:srgbClr val="1A2584"/>
    <a:srgbClr val="191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840" autoAdjust="0"/>
    <p:restoredTop sz="96197" autoAdjust="0"/>
  </p:normalViewPr>
  <p:slideViewPr>
    <p:cSldViewPr>
      <p:cViewPr varScale="1">
        <p:scale>
          <a:sx n="69" d="100"/>
          <a:sy n="69" d="100"/>
        </p:scale>
        <p:origin x="264" y="5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hyperlink" Target="https://www.youtube.com/@opengeospatial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431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 flip="none" rotWithShape="1"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45447" y="91059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4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sion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04D653-407A-A8D5-2EC6-6824B2B2C875}"/>
              </a:ext>
            </a:extLst>
          </p:cNvPr>
          <p:cNvSpPr/>
          <p:nvPr userDrawn="1"/>
        </p:nvSpPr>
        <p:spPr>
          <a:xfrm>
            <a:off x="13030200" y="1"/>
            <a:ext cx="5268074" cy="10286999"/>
          </a:xfrm>
          <a:prstGeom prst="rect">
            <a:avLst/>
          </a:prstGeom>
          <a:gradFill>
            <a:gsLst>
              <a:gs pos="100000">
                <a:srgbClr val="BAD3FF"/>
              </a:gs>
              <a:gs pos="24000">
                <a:schemeClr val="bg1"/>
              </a:gs>
              <a:gs pos="55000">
                <a:srgbClr val="D3E4FF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108E05-8040-202D-6867-91FCEBBEF04B}"/>
              </a:ext>
            </a:extLst>
          </p:cNvPr>
          <p:cNvSpPr/>
          <p:nvPr userDrawn="1"/>
        </p:nvSpPr>
        <p:spPr>
          <a:xfrm>
            <a:off x="12854796" y="-20847"/>
            <a:ext cx="723900" cy="392430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4AC6B51-47C9-99B2-C396-8D43BB2054C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7275" y="2378587"/>
            <a:ext cx="5410200" cy="572225"/>
          </a:xfrm>
        </p:spPr>
        <p:txBody>
          <a:bodyPr anchor="ctr">
            <a:noAutofit/>
          </a:bodyPr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Our Vision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DB255B0-FAA4-F227-946E-408C94CCC34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17275" y="4834471"/>
            <a:ext cx="5410200" cy="476870"/>
          </a:xfrm>
        </p:spPr>
        <p:txBody>
          <a:bodyPr anchor="ctr">
            <a:noAutofit/>
          </a:bodyPr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Our Mission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63F7C73-A3F7-0D8D-DAE6-977F0D8FA8E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7274" y="7093832"/>
            <a:ext cx="5410200" cy="488068"/>
          </a:xfrm>
        </p:spPr>
        <p:txBody>
          <a:bodyPr anchor="ctr">
            <a:noAutofit/>
          </a:bodyPr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Our Approach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CE6B805-93E4-7B1B-5A43-845EE54B0A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3070673"/>
            <a:ext cx="5410200" cy="1082227"/>
          </a:xfrm>
        </p:spPr>
        <p:txBody>
          <a:bodyPr anchor="t">
            <a:noAutofit/>
          </a:bodyPr>
          <a:lstStyle>
            <a:lvl1pPr marL="0" indent="0">
              <a:buNone/>
              <a:defRPr sz="23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Building the future of location with community and technology for the good of society.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B3D06F0-F008-0596-A163-CA7D869285C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4400" y="5448300"/>
            <a:ext cx="5410200" cy="1082227"/>
          </a:xfrm>
        </p:spPr>
        <p:txBody>
          <a:bodyPr anchor="t">
            <a:noAutofit/>
          </a:bodyPr>
          <a:lstStyle>
            <a:lvl1pPr marL="0" indent="0">
              <a:buNone/>
              <a:defRPr sz="23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Make location Information Findable, Accessible, Interoperable and Reusable (FAIR)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7C2B241-9AE6-25A5-8F2E-0CA3663B82E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4400" y="7734300"/>
            <a:ext cx="5410200" cy="1500232"/>
          </a:xfrm>
        </p:spPr>
        <p:txBody>
          <a:bodyPr anchor="t">
            <a:noAutofit/>
          </a:bodyPr>
          <a:lstStyle>
            <a:lvl1pPr marL="0" indent="0">
              <a:buNone/>
              <a:defRPr sz="23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A proven collaborative and agile process combining consensus-based standards, innovation project and partnership building.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982DCA-2C28-3C50-A07C-0C3F245F7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71513"/>
            <a:ext cx="9372600" cy="971015"/>
          </a:xfrm>
        </p:spPr>
        <p:txBody>
          <a:bodyPr anchor="t"/>
          <a:lstStyle>
            <a:lvl1pPr>
              <a:lnSpc>
                <a:spcPts val="6800"/>
              </a:lnSpc>
              <a:defRPr sz="7500">
                <a:solidFill>
                  <a:srgbClr val="263BD3"/>
                </a:solidFill>
              </a:defRPr>
            </a:lvl1pPr>
          </a:lstStyle>
          <a:p>
            <a:r>
              <a:rPr lang="en-GB" dirty="0"/>
              <a:t>What is OGC?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A2CFF8-90E2-DDE9-65E3-86983C8F8222}"/>
              </a:ext>
            </a:extLst>
          </p:cNvPr>
          <p:cNvSpPr/>
          <p:nvPr userDrawn="1"/>
        </p:nvSpPr>
        <p:spPr>
          <a:xfrm rot="16200000">
            <a:off x="2549" y="650246"/>
            <a:ext cx="726714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earth with lines and dots around it&#10;&#10;Description automatically generated">
            <a:extLst>
              <a:ext uri="{FF2B5EF4-FFF2-40B4-BE49-F238E27FC236}">
                <a16:creationId xmlns:a16="http://schemas.microsoft.com/office/drawing/2014/main" id="{69CAA594-0EA8-48CB-FEC2-C8B11E6C5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0152" y="1758964"/>
            <a:ext cx="9450648" cy="747556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EDFAAA4-BAAD-F486-229D-0EB5363118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2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4/22/26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  <p:sldLayoutId id="2147483701" r:id="rId5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 Gobe Hobona (OGC)</a:t>
            </a:r>
            <a:br>
              <a:rPr lang="en-US" dirty="0"/>
            </a:br>
            <a:r>
              <a:rPr lang="en-US" dirty="0"/>
              <a:t>22 April 2026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476500"/>
            <a:ext cx="12954000" cy="2971800"/>
          </a:xfrm>
        </p:spPr>
        <p:txBody>
          <a:bodyPr/>
          <a:lstStyle/>
          <a:p>
            <a:r>
              <a:rPr lang="en-US" dirty="0"/>
              <a:t>Sprint Goals for participating OGC working groups</a:t>
            </a:r>
          </a:p>
        </p:txBody>
      </p:sp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24D94-C370-7441-9592-11EDD0D71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Our Vision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A1CFF-241D-3D14-EDA4-E3F5A5DBF28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Our Mission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404AE1-A50A-799F-C40D-8B1DA196BC5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Our Approach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BF929D-031B-8145-2AA8-B649829D52F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14400" y="3014917"/>
            <a:ext cx="5019908" cy="1137983"/>
          </a:xfrm>
        </p:spPr>
        <p:txBody>
          <a:bodyPr/>
          <a:lstStyle/>
          <a:p>
            <a:r>
              <a:rPr lang="en-US" dirty="0">
                <a:latin typeface="Aptos"/>
              </a:rPr>
              <a:t>Building the future of location with community and technology for the good of society.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0DD23B-3A1C-BF44-ACFC-A83AA81A643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Make location Information Findable, Accessible, Interoperable and Reusable (FAIR)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2D5E1A-27B2-49B0-17D2-75A939459440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A proven collaborative and agile process combining consensus-based standards, innovation project and partnership building.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5E20AF-B027-A752-F06E-50DD7D3B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Introduction to OGC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BEFDD7-FA45-5869-6AFF-DA22D6ED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2CF67D-5669-880B-3EAE-C14D5B5C8B58}"/>
              </a:ext>
            </a:extLst>
          </p:cNvPr>
          <p:cNvGrpSpPr/>
          <p:nvPr/>
        </p:nvGrpSpPr>
        <p:grpSpPr>
          <a:xfrm>
            <a:off x="457200" y="1866900"/>
            <a:ext cx="15927572" cy="7356646"/>
            <a:chOff x="2712081" y="856223"/>
            <a:chExt cx="8914546" cy="42433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55FACCA-EC8E-26F6-9989-4F2A8DA90E1B}"/>
                </a:ext>
              </a:extLst>
            </p:cNvPr>
            <p:cNvGrpSpPr/>
            <p:nvPr/>
          </p:nvGrpSpPr>
          <p:grpSpPr>
            <a:xfrm>
              <a:off x="2712081" y="856223"/>
              <a:ext cx="6477943" cy="4201536"/>
              <a:chOff x="2712081" y="856223"/>
              <a:chExt cx="6477943" cy="4201536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EAA60A05-12BC-D3E4-34A5-88F84FD14128}"/>
                  </a:ext>
                </a:extLst>
              </p:cNvPr>
              <p:cNvGrpSpPr/>
              <p:nvPr/>
            </p:nvGrpSpPr>
            <p:grpSpPr>
              <a:xfrm>
                <a:off x="3028233" y="1298817"/>
                <a:ext cx="6161791" cy="3425020"/>
                <a:chOff x="1803894" y="1697653"/>
                <a:chExt cx="6395794" cy="3555091"/>
              </a:xfrm>
            </p:grpSpPr>
            <p:sp>
              <p:nvSpPr>
                <p:cNvPr id="111" name="Freeform: Shape 346">
                  <a:extLst>
                    <a:ext uri="{FF2B5EF4-FFF2-40B4-BE49-F238E27FC236}">
                      <a16:creationId xmlns:a16="http://schemas.microsoft.com/office/drawing/2014/main" id="{C015091E-489F-9A6A-F487-F672A4300123}"/>
                    </a:ext>
                  </a:extLst>
                </p:cNvPr>
                <p:cNvSpPr/>
                <p:nvPr/>
              </p:nvSpPr>
              <p:spPr>
                <a:xfrm rot="773215">
                  <a:off x="3119833" y="1702503"/>
                  <a:ext cx="1385068" cy="471347"/>
                </a:xfrm>
                <a:custGeom>
                  <a:avLst/>
                  <a:gdLst>
                    <a:gd name="connsiteX0" fmla="*/ 464458 w 1385068"/>
                    <a:gd name="connsiteY0" fmla="*/ 45090 h 471347"/>
                    <a:gd name="connsiteX1" fmla="*/ 1336830 w 1385068"/>
                    <a:gd name="connsiteY1" fmla="*/ 65226 h 471347"/>
                    <a:gd name="connsiteX2" fmla="*/ 1385068 w 1385068"/>
                    <a:gd name="connsiteY2" fmla="*/ 81266 h 471347"/>
                    <a:gd name="connsiteX3" fmla="*/ 1281261 w 1385068"/>
                    <a:gd name="connsiteY3" fmla="*/ 206027 h 471347"/>
                    <a:gd name="connsiteX4" fmla="*/ 1308350 w 1385068"/>
                    <a:gd name="connsiteY4" fmla="*/ 352553 h 471347"/>
                    <a:gd name="connsiteX5" fmla="*/ 1261122 w 1385068"/>
                    <a:gd name="connsiteY5" fmla="*/ 336850 h 471347"/>
                    <a:gd name="connsiteX6" fmla="*/ 527334 w 1385068"/>
                    <a:gd name="connsiteY6" fmla="*/ 319912 h 471347"/>
                    <a:gd name="connsiteX7" fmla="*/ 240837 w 1385068"/>
                    <a:gd name="connsiteY7" fmla="*/ 416570 h 471347"/>
                    <a:gd name="connsiteX8" fmla="*/ 134742 w 1385068"/>
                    <a:gd name="connsiteY8" fmla="*/ 471347 h 471347"/>
                    <a:gd name="connsiteX9" fmla="*/ 9675 w 1385068"/>
                    <a:gd name="connsiteY9" fmla="*/ 379777 h 471347"/>
                    <a:gd name="connsiteX10" fmla="*/ 0 w 1385068"/>
                    <a:gd name="connsiteY10" fmla="*/ 223947 h 471347"/>
                    <a:gd name="connsiteX11" fmla="*/ 123852 w 1385068"/>
                    <a:gd name="connsiteY11" fmla="*/ 160004 h 471347"/>
                    <a:gd name="connsiteX12" fmla="*/ 464458 w 1385068"/>
                    <a:gd name="connsiteY12" fmla="*/ 45090 h 471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85068" h="471347">
                      <a:moveTo>
                        <a:pt x="464458" y="45090"/>
                      </a:moveTo>
                      <a:cubicBezTo>
                        <a:pt x="763030" y="-23221"/>
                        <a:pt x="1061241" y="-11851"/>
                        <a:pt x="1336830" y="65226"/>
                      </a:cubicBezTo>
                      <a:lnTo>
                        <a:pt x="1385068" y="81266"/>
                      </a:lnTo>
                      <a:lnTo>
                        <a:pt x="1281261" y="206027"/>
                      </a:lnTo>
                      <a:lnTo>
                        <a:pt x="1308350" y="352553"/>
                      </a:lnTo>
                      <a:lnTo>
                        <a:pt x="1261122" y="336850"/>
                      </a:lnTo>
                      <a:cubicBezTo>
                        <a:pt x="1029313" y="272016"/>
                        <a:pt x="778475" y="262453"/>
                        <a:pt x="527334" y="319912"/>
                      </a:cubicBezTo>
                      <a:cubicBezTo>
                        <a:pt x="426878" y="342895"/>
                        <a:pt x="331128" y="375514"/>
                        <a:pt x="240837" y="416570"/>
                      </a:cubicBezTo>
                      <a:lnTo>
                        <a:pt x="134742" y="471347"/>
                      </a:lnTo>
                      <a:lnTo>
                        <a:pt x="9675" y="379777"/>
                      </a:lnTo>
                      <a:lnTo>
                        <a:pt x="0" y="223947"/>
                      </a:lnTo>
                      <a:lnTo>
                        <a:pt x="123852" y="160004"/>
                      </a:lnTo>
                      <a:cubicBezTo>
                        <a:pt x="231195" y="111194"/>
                        <a:pt x="345029" y="72414"/>
                        <a:pt x="464458" y="45090"/>
                      </a:cubicBez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2" name="Freeform: Shape 347">
                  <a:extLst>
                    <a:ext uri="{FF2B5EF4-FFF2-40B4-BE49-F238E27FC236}">
                      <a16:creationId xmlns:a16="http://schemas.microsoft.com/office/drawing/2014/main" id="{831BC985-338A-487B-4FCA-54A3FAF4749A}"/>
                    </a:ext>
                  </a:extLst>
                </p:cNvPr>
                <p:cNvSpPr/>
                <p:nvPr/>
              </p:nvSpPr>
              <p:spPr>
                <a:xfrm rot="773215">
                  <a:off x="2126320" y="1697653"/>
                  <a:ext cx="959082" cy="1258505"/>
                </a:xfrm>
                <a:custGeom>
                  <a:avLst/>
                  <a:gdLst>
                    <a:gd name="connsiteX0" fmla="*/ 822859 w 959082"/>
                    <a:gd name="connsiteY0" fmla="*/ 0 h 1258505"/>
                    <a:gd name="connsiteX1" fmla="*/ 832462 w 959082"/>
                    <a:gd name="connsiteY1" fmla="*/ 154666 h 1258505"/>
                    <a:gd name="connsiteX2" fmla="*/ 959082 w 959082"/>
                    <a:gd name="connsiteY2" fmla="*/ 247374 h 1258505"/>
                    <a:gd name="connsiteX3" fmla="*/ 863517 w 959082"/>
                    <a:gd name="connsiteY3" fmla="*/ 309409 h 1258505"/>
                    <a:gd name="connsiteX4" fmla="*/ 298481 w 959082"/>
                    <a:gd name="connsiteY4" fmla="*/ 1119742 h 1258505"/>
                    <a:gd name="connsiteX5" fmla="*/ 274130 w 959082"/>
                    <a:gd name="connsiteY5" fmla="*/ 1226625 h 1258505"/>
                    <a:gd name="connsiteX6" fmla="*/ 121781 w 959082"/>
                    <a:gd name="connsiteY6" fmla="*/ 1258505 h 1258505"/>
                    <a:gd name="connsiteX7" fmla="*/ 0 w 959082"/>
                    <a:gd name="connsiteY7" fmla="*/ 1161921 h 1258505"/>
                    <a:gd name="connsiteX8" fmla="*/ 26858 w 959082"/>
                    <a:gd name="connsiteY8" fmla="*/ 1044033 h 1258505"/>
                    <a:gd name="connsiteX9" fmla="*/ 698609 w 959082"/>
                    <a:gd name="connsiteY9" fmla="*/ 80659 h 1258505"/>
                    <a:gd name="connsiteX10" fmla="*/ 822859 w 959082"/>
                    <a:gd name="connsiteY10" fmla="*/ 0 h 1258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959082" h="1258505">
                      <a:moveTo>
                        <a:pt x="822859" y="0"/>
                      </a:moveTo>
                      <a:lnTo>
                        <a:pt x="832462" y="154666"/>
                      </a:lnTo>
                      <a:lnTo>
                        <a:pt x="959082" y="247374"/>
                      </a:lnTo>
                      <a:lnTo>
                        <a:pt x="863517" y="309409"/>
                      </a:lnTo>
                      <a:cubicBezTo>
                        <a:pt x="588341" y="507971"/>
                        <a:pt x="389246" y="795209"/>
                        <a:pt x="298481" y="1119742"/>
                      </a:cubicBezTo>
                      <a:lnTo>
                        <a:pt x="274130" y="1226625"/>
                      </a:lnTo>
                      <a:lnTo>
                        <a:pt x="121781" y="1258505"/>
                      </a:lnTo>
                      <a:lnTo>
                        <a:pt x="0" y="1161921"/>
                      </a:lnTo>
                      <a:lnTo>
                        <a:pt x="26858" y="1044033"/>
                      </a:lnTo>
                      <a:cubicBezTo>
                        <a:pt x="134766" y="658208"/>
                        <a:pt x="371462" y="316722"/>
                        <a:pt x="698609" y="80659"/>
                      </a:cubicBezTo>
                      <a:lnTo>
                        <a:pt x="822859" y="0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3" name="Freeform: Shape 348">
                  <a:extLst>
                    <a:ext uri="{FF2B5EF4-FFF2-40B4-BE49-F238E27FC236}">
                      <a16:creationId xmlns:a16="http://schemas.microsoft.com/office/drawing/2014/main" id="{77C22A51-3381-195C-26C9-5D67633152A4}"/>
                    </a:ext>
                  </a:extLst>
                </p:cNvPr>
                <p:cNvSpPr/>
                <p:nvPr/>
              </p:nvSpPr>
              <p:spPr>
                <a:xfrm rot="773215">
                  <a:off x="3314195" y="4943318"/>
                  <a:ext cx="293715" cy="309426"/>
                </a:xfrm>
                <a:custGeom>
                  <a:avLst/>
                  <a:gdLst>
                    <a:gd name="connsiteX0" fmla="*/ 8761 w 217644"/>
                    <a:gd name="connsiteY0" fmla="*/ 12803 h 295815"/>
                    <a:gd name="connsiteX1" fmla="*/ 134732 w 217644"/>
                    <a:gd name="connsiteY1" fmla="*/ 3531 h 295815"/>
                    <a:gd name="connsiteX2" fmla="*/ 154768 w 217644"/>
                    <a:gd name="connsiteY2" fmla="*/ 0 h 295815"/>
                    <a:gd name="connsiteX3" fmla="*/ 217644 w 217644"/>
                    <a:gd name="connsiteY3" fmla="*/ 274821 h 295815"/>
                    <a:gd name="connsiteX4" fmla="*/ 169185 w 217644"/>
                    <a:gd name="connsiteY4" fmla="*/ 283363 h 295815"/>
                    <a:gd name="connsiteX5" fmla="*/ 0 w 217644"/>
                    <a:gd name="connsiteY5" fmla="*/ 295815 h 295815"/>
                    <a:gd name="connsiteX6" fmla="*/ 70721 w 217644"/>
                    <a:gd name="connsiteY6" fmla="*/ 144964 h 295815"/>
                    <a:gd name="connsiteX7" fmla="*/ 8761 w 217644"/>
                    <a:gd name="connsiteY7" fmla="*/ 12803 h 295815"/>
                    <a:gd name="connsiteX0" fmla="*/ 8761 w 224938"/>
                    <a:gd name="connsiteY0" fmla="*/ 26414 h 309426"/>
                    <a:gd name="connsiteX1" fmla="*/ 134732 w 224938"/>
                    <a:gd name="connsiteY1" fmla="*/ 17142 h 309426"/>
                    <a:gd name="connsiteX2" fmla="*/ 224938 w 224938"/>
                    <a:gd name="connsiteY2" fmla="*/ 0 h 309426"/>
                    <a:gd name="connsiteX3" fmla="*/ 217644 w 224938"/>
                    <a:gd name="connsiteY3" fmla="*/ 288432 h 309426"/>
                    <a:gd name="connsiteX4" fmla="*/ 169185 w 224938"/>
                    <a:gd name="connsiteY4" fmla="*/ 296974 h 309426"/>
                    <a:gd name="connsiteX5" fmla="*/ 0 w 224938"/>
                    <a:gd name="connsiteY5" fmla="*/ 309426 h 309426"/>
                    <a:gd name="connsiteX6" fmla="*/ 70721 w 224938"/>
                    <a:gd name="connsiteY6" fmla="*/ 158575 h 309426"/>
                    <a:gd name="connsiteX7" fmla="*/ 8761 w 224938"/>
                    <a:gd name="connsiteY7" fmla="*/ 26414 h 309426"/>
                    <a:gd name="connsiteX0" fmla="*/ 8761 w 293715"/>
                    <a:gd name="connsiteY0" fmla="*/ 26414 h 309426"/>
                    <a:gd name="connsiteX1" fmla="*/ 134732 w 293715"/>
                    <a:gd name="connsiteY1" fmla="*/ 17142 h 309426"/>
                    <a:gd name="connsiteX2" fmla="*/ 224938 w 293715"/>
                    <a:gd name="connsiteY2" fmla="*/ 0 h 309426"/>
                    <a:gd name="connsiteX3" fmla="*/ 293715 w 293715"/>
                    <a:gd name="connsiteY3" fmla="*/ 268584 h 309426"/>
                    <a:gd name="connsiteX4" fmla="*/ 169185 w 293715"/>
                    <a:gd name="connsiteY4" fmla="*/ 296974 h 309426"/>
                    <a:gd name="connsiteX5" fmla="*/ 0 w 293715"/>
                    <a:gd name="connsiteY5" fmla="*/ 309426 h 309426"/>
                    <a:gd name="connsiteX6" fmla="*/ 70721 w 293715"/>
                    <a:gd name="connsiteY6" fmla="*/ 158575 h 309426"/>
                    <a:gd name="connsiteX7" fmla="*/ 8761 w 293715"/>
                    <a:gd name="connsiteY7" fmla="*/ 26414 h 309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3715" h="309426">
                      <a:moveTo>
                        <a:pt x="8761" y="26414"/>
                      </a:moveTo>
                      <a:lnTo>
                        <a:pt x="134732" y="17142"/>
                      </a:lnTo>
                      <a:lnTo>
                        <a:pt x="224938" y="0"/>
                      </a:lnTo>
                      <a:lnTo>
                        <a:pt x="293715" y="268584"/>
                      </a:lnTo>
                      <a:lnTo>
                        <a:pt x="169185" y="296974"/>
                      </a:lnTo>
                      <a:lnTo>
                        <a:pt x="0" y="309426"/>
                      </a:lnTo>
                      <a:lnTo>
                        <a:pt x="70721" y="158575"/>
                      </a:lnTo>
                      <a:lnTo>
                        <a:pt x="8761" y="26414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Freeform: Shape 349">
                  <a:extLst>
                    <a:ext uri="{FF2B5EF4-FFF2-40B4-BE49-F238E27FC236}">
                      <a16:creationId xmlns:a16="http://schemas.microsoft.com/office/drawing/2014/main" id="{F5EFAF87-F233-2E1F-3299-C8AF79518A19}"/>
                    </a:ext>
                  </a:extLst>
                </p:cNvPr>
                <p:cNvSpPr/>
                <p:nvPr/>
              </p:nvSpPr>
              <p:spPr>
                <a:xfrm rot="773215">
                  <a:off x="1803894" y="2840375"/>
                  <a:ext cx="613685" cy="1408525"/>
                </a:xfrm>
                <a:custGeom>
                  <a:avLst/>
                  <a:gdLst>
                    <a:gd name="connsiteX0" fmla="*/ 25641 w 613685"/>
                    <a:gd name="connsiteY0" fmla="*/ 0 h 1408525"/>
                    <a:gd name="connsiteX1" fmla="*/ 146085 w 613685"/>
                    <a:gd name="connsiteY1" fmla="*/ 95524 h 1408525"/>
                    <a:gd name="connsiteX2" fmla="*/ 301573 w 613685"/>
                    <a:gd name="connsiteY2" fmla="*/ 62987 h 1408525"/>
                    <a:gd name="connsiteX3" fmla="*/ 286331 w 613685"/>
                    <a:gd name="connsiteY3" fmla="*/ 183372 h 1408525"/>
                    <a:gd name="connsiteX4" fmla="*/ 319911 w 613685"/>
                    <a:gd name="connsiteY4" fmla="*/ 631053 h 1408525"/>
                    <a:gd name="connsiteX5" fmla="*/ 563851 w 613685"/>
                    <a:gd name="connsiteY5" fmla="*/ 1171296 h 1408525"/>
                    <a:gd name="connsiteX6" fmla="*/ 613685 w 613685"/>
                    <a:gd name="connsiteY6" fmla="*/ 1233702 h 1408525"/>
                    <a:gd name="connsiteX7" fmla="*/ 552049 w 613685"/>
                    <a:gd name="connsiteY7" fmla="*/ 1366344 h 1408525"/>
                    <a:gd name="connsiteX8" fmla="*/ 392852 w 613685"/>
                    <a:gd name="connsiteY8" fmla="*/ 1408525 h 1408525"/>
                    <a:gd name="connsiteX9" fmla="*/ 335102 w 613685"/>
                    <a:gd name="connsiteY9" fmla="*/ 1336204 h 1408525"/>
                    <a:gd name="connsiteX10" fmla="*/ 45090 w 613685"/>
                    <a:gd name="connsiteY10" fmla="*/ 693929 h 1408525"/>
                    <a:gd name="connsiteX11" fmla="*/ 5167 w 613685"/>
                    <a:gd name="connsiteY11" fmla="*/ 161697 h 1408525"/>
                    <a:gd name="connsiteX12" fmla="*/ 25641 w 613685"/>
                    <a:gd name="connsiteY12" fmla="*/ 0 h 1408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3685" h="1408525">
                      <a:moveTo>
                        <a:pt x="25641" y="0"/>
                      </a:moveTo>
                      <a:lnTo>
                        <a:pt x="146085" y="95524"/>
                      </a:lnTo>
                      <a:lnTo>
                        <a:pt x="301573" y="62987"/>
                      </a:lnTo>
                      <a:lnTo>
                        <a:pt x="286331" y="183372"/>
                      </a:lnTo>
                      <a:cubicBezTo>
                        <a:pt x="275089" y="329793"/>
                        <a:pt x="285436" y="480368"/>
                        <a:pt x="319911" y="631053"/>
                      </a:cubicBezTo>
                      <a:cubicBezTo>
                        <a:pt x="365878" y="831965"/>
                        <a:pt x="450387" y="1014052"/>
                        <a:pt x="563851" y="1171296"/>
                      </a:cubicBezTo>
                      <a:lnTo>
                        <a:pt x="613685" y="1233702"/>
                      </a:lnTo>
                      <a:lnTo>
                        <a:pt x="552049" y="1366344"/>
                      </a:lnTo>
                      <a:lnTo>
                        <a:pt x="392852" y="1408525"/>
                      </a:lnTo>
                      <a:lnTo>
                        <a:pt x="335102" y="1336204"/>
                      </a:lnTo>
                      <a:cubicBezTo>
                        <a:pt x="200208" y="1149263"/>
                        <a:pt x="99738" y="932787"/>
                        <a:pt x="45090" y="693929"/>
                      </a:cubicBezTo>
                      <a:cubicBezTo>
                        <a:pt x="4104" y="514786"/>
                        <a:pt x="-8198" y="335772"/>
                        <a:pt x="5167" y="161697"/>
                      </a:cubicBezTo>
                      <a:lnTo>
                        <a:pt x="25641" y="0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Freeform: Shape 350">
                  <a:extLst>
                    <a:ext uri="{FF2B5EF4-FFF2-40B4-BE49-F238E27FC236}">
                      <a16:creationId xmlns:a16="http://schemas.microsoft.com/office/drawing/2014/main" id="{8E1D1509-3506-E061-DEBF-A9E45FAE5BFC}"/>
                    </a:ext>
                  </a:extLst>
                </p:cNvPr>
                <p:cNvSpPr/>
                <p:nvPr/>
              </p:nvSpPr>
              <p:spPr>
                <a:xfrm rot="773215">
                  <a:off x="1996844" y="4281818"/>
                  <a:ext cx="1401733" cy="789292"/>
                </a:xfrm>
                <a:custGeom>
                  <a:avLst/>
                  <a:gdLst>
                    <a:gd name="connsiteX0" fmla="*/ 221676 w 1401733"/>
                    <a:gd name="connsiteY0" fmla="*/ 0 h 789292"/>
                    <a:gd name="connsiteX1" fmla="*/ 223635 w 1401733"/>
                    <a:gd name="connsiteY1" fmla="*/ 2453 h 789292"/>
                    <a:gd name="connsiteX2" fmla="*/ 1229697 w 1401733"/>
                    <a:gd name="connsiteY2" fmla="*/ 504827 h 789292"/>
                    <a:gd name="connsiteX3" fmla="*/ 1340117 w 1401733"/>
                    <a:gd name="connsiteY3" fmla="*/ 507783 h 789292"/>
                    <a:gd name="connsiteX4" fmla="*/ 1401733 w 1401733"/>
                    <a:gd name="connsiteY4" fmla="*/ 639207 h 789292"/>
                    <a:gd name="connsiteX5" fmla="*/ 1331369 w 1401733"/>
                    <a:gd name="connsiteY5" fmla="*/ 789292 h 789292"/>
                    <a:gd name="connsiteX6" fmla="*/ 1208022 w 1401733"/>
                    <a:gd name="connsiteY6" fmla="*/ 785992 h 789292"/>
                    <a:gd name="connsiteX7" fmla="*/ 11954 w 1401733"/>
                    <a:gd name="connsiteY7" fmla="*/ 188738 h 789292"/>
                    <a:gd name="connsiteX8" fmla="*/ 0 w 1401733"/>
                    <a:gd name="connsiteY8" fmla="*/ 173767 h 789292"/>
                    <a:gd name="connsiteX9" fmla="*/ 160719 w 1401733"/>
                    <a:gd name="connsiteY9" fmla="*/ 131182 h 789292"/>
                    <a:gd name="connsiteX10" fmla="*/ 221676 w 1401733"/>
                    <a:gd name="connsiteY10" fmla="*/ 0 h 789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401733" h="789292">
                      <a:moveTo>
                        <a:pt x="221676" y="0"/>
                      </a:moveTo>
                      <a:lnTo>
                        <a:pt x="223635" y="2453"/>
                      </a:lnTo>
                      <a:cubicBezTo>
                        <a:pt x="478320" y="291346"/>
                        <a:pt x="839239" y="474849"/>
                        <a:pt x="1229697" y="504827"/>
                      </a:cubicBezTo>
                      <a:lnTo>
                        <a:pt x="1340117" y="507783"/>
                      </a:lnTo>
                      <a:lnTo>
                        <a:pt x="1401733" y="639207"/>
                      </a:lnTo>
                      <a:lnTo>
                        <a:pt x="1331369" y="789292"/>
                      </a:lnTo>
                      <a:lnTo>
                        <a:pt x="1208022" y="785992"/>
                      </a:lnTo>
                      <a:cubicBezTo>
                        <a:pt x="743823" y="750351"/>
                        <a:pt x="314740" y="532191"/>
                        <a:pt x="11954" y="188738"/>
                      </a:cubicBezTo>
                      <a:lnTo>
                        <a:pt x="0" y="173767"/>
                      </a:lnTo>
                      <a:lnTo>
                        <a:pt x="160719" y="131182"/>
                      </a:lnTo>
                      <a:lnTo>
                        <a:pt x="221676" y="0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6" name="Freeform: Shape 351">
                  <a:extLst>
                    <a:ext uri="{FF2B5EF4-FFF2-40B4-BE49-F238E27FC236}">
                      <a16:creationId xmlns:a16="http://schemas.microsoft.com/office/drawing/2014/main" id="{0F60BA3A-9C1A-794B-7911-8CCB91A7F786}"/>
                    </a:ext>
                  </a:extLst>
                </p:cNvPr>
                <p:cNvSpPr/>
                <p:nvPr/>
              </p:nvSpPr>
              <p:spPr>
                <a:xfrm rot="19701780">
                  <a:off x="4121468" y="2580444"/>
                  <a:ext cx="4078220" cy="1416005"/>
                </a:xfrm>
                <a:custGeom>
                  <a:avLst/>
                  <a:gdLst>
                    <a:gd name="connsiteX0" fmla="*/ 1603943 w 1889404"/>
                    <a:gd name="connsiteY0" fmla="*/ 0 h 2736629"/>
                    <a:gd name="connsiteX1" fmla="*/ 1637649 w 1889404"/>
                    <a:gd name="connsiteY1" fmla="*/ 50757 h 2736629"/>
                    <a:gd name="connsiteX2" fmla="*/ 1720945 w 1889404"/>
                    <a:gd name="connsiteY2" fmla="*/ 1715329 h 2736629"/>
                    <a:gd name="connsiteX3" fmla="*/ 45147 w 1889404"/>
                    <a:gd name="connsiteY3" fmla="*/ 2735319 h 2736629"/>
                    <a:gd name="connsiteX4" fmla="*/ 1049 w 1889404"/>
                    <a:gd name="connsiteY4" fmla="*/ 2731436 h 2736629"/>
                    <a:gd name="connsiteX5" fmla="*/ 66826 w 1889404"/>
                    <a:gd name="connsiteY5" fmla="*/ 2591135 h 2736629"/>
                    <a:gd name="connsiteX6" fmla="*/ 0 w 1889404"/>
                    <a:gd name="connsiteY6" fmla="*/ 2448595 h 2736629"/>
                    <a:gd name="connsiteX7" fmla="*/ 56136 w 1889404"/>
                    <a:gd name="connsiteY7" fmla="*/ 2453538 h 2736629"/>
                    <a:gd name="connsiteX8" fmla="*/ 1465717 w 1889404"/>
                    <a:gd name="connsiteY8" fmla="*/ 1595584 h 2736629"/>
                    <a:gd name="connsiteX9" fmla="*/ 1395653 w 1889404"/>
                    <a:gd name="connsiteY9" fmla="*/ 195446 h 2736629"/>
                    <a:gd name="connsiteX10" fmla="*/ 1378489 w 1889404"/>
                    <a:gd name="connsiteY10" fmla="*/ 169597 h 2736629"/>
                    <a:gd name="connsiteX11" fmla="*/ 1449513 w 1889404"/>
                    <a:gd name="connsiteY11" fmla="*/ 33435 h 2736629"/>
                    <a:gd name="connsiteX12" fmla="*/ 1603943 w 1889404"/>
                    <a:gd name="connsiteY12" fmla="*/ 0 h 2736629"/>
                    <a:gd name="connsiteX0" fmla="*/ 1603943 w 2443577"/>
                    <a:gd name="connsiteY0" fmla="*/ 0 h 2744030"/>
                    <a:gd name="connsiteX1" fmla="*/ 1637649 w 2443577"/>
                    <a:gd name="connsiteY1" fmla="*/ 50757 h 2744030"/>
                    <a:gd name="connsiteX2" fmla="*/ 2387805 w 2443577"/>
                    <a:gd name="connsiteY2" fmla="*/ 2103802 h 2744030"/>
                    <a:gd name="connsiteX3" fmla="*/ 45147 w 2443577"/>
                    <a:gd name="connsiteY3" fmla="*/ 2735319 h 2744030"/>
                    <a:gd name="connsiteX4" fmla="*/ 1049 w 2443577"/>
                    <a:gd name="connsiteY4" fmla="*/ 2731436 h 2744030"/>
                    <a:gd name="connsiteX5" fmla="*/ 66826 w 2443577"/>
                    <a:gd name="connsiteY5" fmla="*/ 2591135 h 2744030"/>
                    <a:gd name="connsiteX6" fmla="*/ 0 w 2443577"/>
                    <a:gd name="connsiteY6" fmla="*/ 2448595 h 2744030"/>
                    <a:gd name="connsiteX7" fmla="*/ 56136 w 2443577"/>
                    <a:gd name="connsiteY7" fmla="*/ 2453538 h 2744030"/>
                    <a:gd name="connsiteX8" fmla="*/ 1465717 w 2443577"/>
                    <a:gd name="connsiteY8" fmla="*/ 1595584 h 2744030"/>
                    <a:gd name="connsiteX9" fmla="*/ 1395653 w 2443577"/>
                    <a:gd name="connsiteY9" fmla="*/ 195446 h 2744030"/>
                    <a:gd name="connsiteX10" fmla="*/ 1378489 w 2443577"/>
                    <a:gd name="connsiteY10" fmla="*/ 169597 h 2744030"/>
                    <a:gd name="connsiteX11" fmla="*/ 1449513 w 2443577"/>
                    <a:gd name="connsiteY11" fmla="*/ 33435 h 2744030"/>
                    <a:gd name="connsiteX12" fmla="*/ 1603943 w 2443577"/>
                    <a:gd name="connsiteY12" fmla="*/ 0 h 2744030"/>
                    <a:gd name="connsiteX0" fmla="*/ 4059809 w 4059809"/>
                    <a:gd name="connsiteY0" fmla="*/ 1591486 h 2710595"/>
                    <a:gd name="connsiteX1" fmla="*/ 1637649 w 4059809"/>
                    <a:gd name="connsiteY1" fmla="*/ 17322 h 2710595"/>
                    <a:gd name="connsiteX2" fmla="*/ 2387805 w 4059809"/>
                    <a:gd name="connsiteY2" fmla="*/ 2070367 h 2710595"/>
                    <a:gd name="connsiteX3" fmla="*/ 45147 w 4059809"/>
                    <a:gd name="connsiteY3" fmla="*/ 2701884 h 2710595"/>
                    <a:gd name="connsiteX4" fmla="*/ 1049 w 4059809"/>
                    <a:gd name="connsiteY4" fmla="*/ 2698001 h 2710595"/>
                    <a:gd name="connsiteX5" fmla="*/ 66826 w 4059809"/>
                    <a:gd name="connsiteY5" fmla="*/ 2557700 h 2710595"/>
                    <a:gd name="connsiteX6" fmla="*/ 0 w 4059809"/>
                    <a:gd name="connsiteY6" fmla="*/ 2415160 h 2710595"/>
                    <a:gd name="connsiteX7" fmla="*/ 56136 w 4059809"/>
                    <a:gd name="connsiteY7" fmla="*/ 2420103 h 2710595"/>
                    <a:gd name="connsiteX8" fmla="*/ 1465717 w 4059809"/>
                    <a:gd name="connsiteY8" fmla="*/ 1562149 h 2710595"/>
                    <a:gd name="connsiteX9" fmla="*/ 1395653 w 4059809"/>
                    <a:gd name="connsiteY9" fmla="*/ 162011 h 2710595"/>
                    <a:gd name="connsiteX10" fmla="*/ 1378489 w 4059809"/>
                    <a:gd name="connsiteY10" fmla="*/ 136162 h 2710595"/>
                    <a:gd name="connsiteX11" fmla="*/ 1449513 w 4059809"/>
                    <a:gd name="connsiteY11" fmla="*/ 0 h 2710595"/>
                    <a:gd name="connsiteX12" fmla="*/ 4059809 w 4059809"/>
                    <a:gd name="connsiteY12" fmla="*/ 1591486 h 2710595"/>
                    <a:gd name="connsiteX0" fmla="*/ 4059809 w 4059809"/>
                    <a:gd name="connsiteY0" fmla="*/ 1591486 h 2702897"/>
                    <a:gd name="connsiteX1" fmla="*/ 3789548 w 4059809"/>
                    <a:gd name="connsiteY1" fmla="*/ 1790600 h 2702897"/>
                    <a:gd name="connsiteX2" fmla="*/ 2387805 w 4059809"/>
                    <a:gd name="connsiteY2" fmla="*/ 2070367 h 2702897"/>
                    <a:gd name="connsiteX3" fmla="*/ 45147 w 4059809"/>
                    <a:gd name="connsiteY3" fmla="*/ 2701884 h 2702897"/>
                    <a:gd name="connsiteX4" fmla="*/ 1049 w 4059809"/>
                    <a:gd name="connsiteY4" fmla="*/ 2698001 h 2702897"/>
                    <a:gd name="connsiteX5" fmla="*/ 66826 w 4059809"/>
                    <a:gd name="connsiteY5" fmla="*/ 2557700 h 2702897"/>
                    <a:gd name="connsiteX6" fmla="*/ 0 w 4059809"/>
                    <a:gd name="connsiteY6" fmla="*/ 2415160 h 2702897"/>
                    <a:gd name="connsiteX7" fmla="*/ 56136 w 4059809"/>
                    <a:gd name="connsiteY7" fmla="*/ 2420103 h 2702897"/>
                    <a:gd name="connsiteX8" fmla="*/ 1465717 w 4059809"/>
                    <a:gd name="connsiteY8" fmla="*/ 1562149 h 2702897"/>
                    <a:gd name="connsiteX9" fmla="*/ 1395653 w 4059809"/>
                    <a:gd name="connsiteY9" fmla="*/ 162011 h 2702897"/>
                    <a:gd name="connsiteX10" fmla="*/ 1378489 w 4059809"/>
                    <a:gd name="connsiteY10" fmla="*/ 136162 h 2702897"/>
                    <a:gd name="connsiteX11" fmla="*/ 1449513 w 4059809"/>
                    <a:gd name="connsiteY11" fmla="*/ 0 h 2702897"/>
                    <a:gd name="connsiteX12" fmla="*/ 4059809 w 4059809"/>
                    <a:gd name="connsiteY12" fmla="*/ 1591486 h 2702897"/>
                    <a:gd name="connsiteX0" fmla="*/ 4059809 w 4059809"/>
                    <a:gd name="connsiteY0" fmla="*/ 1591486 h 2702897"/>
                    <a:gd name="connsiteX1" fmla="*/ 3789548 w 4059809"/>
                    <a:gd name="connsiteY1" fmla="*/ 1790600 h 2702897"/>
                    <a:gd name="connsiteX2" fmla="*/ 2387805 w 4059809"/>
                    <a:gd name="connsiteY2" fmla="*/ 2070367 h 2702897"/>
                    <a:gd name="connsiteX3" fmla="*/ 45147 w 4059809"/>
                    <a:gd name="connsiteY3" fmla="*/ 2701884 h 2702897"/>
                    <a:gd name="connsiteX4" fmla="*/ 1049 w 4059809"/>
                    <a:gd name="connsiteY4" fmla="*/ 2698001 h 2702897"/>
                    <a:gd name="connsiteX5" fmla="*/ 66826 w 4059809"/>
                    <a:gd name="connsiteY5" fmla="*/ 2557700 h 2702897"/>
                    <a:gd name="connsiteX6" fmla="*/ 0 w 4059809"/>
                    <a:gd name="connsiteY6" fmla="*/ 2415160 h 2702897"/>
                    <a:gd name="connsiteX7" fmla="*/ 56136 w 4059809"/>
                    <a:gd name="connsiteY7" fmla="*/ 2420103 h 2702897"/>
                    <a:gd name="connsiteX8" fmla="*/ 1465717 w 4059809"/>
                    <a:gd name="connsiteY8" fmla="*/ 1562149 h 2702897"/>
                    <a:gd name="connsiteX9" fmla="*/ 1395653 w 4059809"/>
                    <a:gd name="connsiteY9" fmla="*/ 162011 h 2702897"/>
                    <a:gd name="connsiteX10" fmla="*/ 1378489 w 4059809"/>
                    <a:gd name="connsiteY10" fmla="*/ 136162 h 2702897"/>
                    <a:gd name="connsiteX11" fmla="*/ 1449513 w 4059809"/>
                    <a:gd name="connsiteY11" fmla="*/ 0 h 2702897"/>
                    <a:gd name="connsiteX12" fmla="*/ 4059809 w 4059809"/>
                    <a:gd name="connsiteY12" fmla="*/ 1591486 h 2702897"/>
                    <a:gd name="connsiteX0" fmla="*/ 4059809 w 4059809"/>
                    <a:gd name="connsiteY0" fmla="*/ 1455324 h 2566735"/>
                    <a:gd name="connsiteX1" fmla="*/ 3789548 w 4059809"/>
                    <a:gd name="connsiteY1" fmla="*/ 1654438 h 2566735"/>
                    <a:gd name="connsiteX2" fmla="*/ 2387805 w 4059809"/>
                    <a:gd name="connsiteY2" fmla="*/ 1934205 h 2566735"/>
                    <a:gd name="connsiteX3" fmla="*/ 45147 w 4059809"/>
                    <a:gd name="connsiteY3" fmla="*/ 2565722 h 2566735"/>
                    <a:gd name="connsiteX4" fmla="*/ 1049 w 4059809"/>
                    <a:gd name="connsiteY4" fmla="*/ 2561839 h 2566735"/>
                    <a:gd name="connsiteX5" fmla="*/ 66826 w 4059809"/>
                    <a:gd name="connsiteY5" fmla="*/ 2421538 h 2566735"/>
                    <a:gd name="connsiteX6" fmla="*/ 0 w 4059809"/>
                    <a:gd name="connsiteY6" fmla="*/ 2278998 h 2566735"/>
                    <a:gd name="connsiteX7" fmla="*/ 56136 w 4059809"/>
                    <a:gd name="connsiteY7" fmla="*/ 2283941 h 2566735"/>
                    <a:gd name="connsiteX8" fmla="*/ 1465717 w 4059809"/>
                    <a:gd name="connsiteY8" fmla="*/ 1425987 h 2566735"/>
                    <a:gd name="connsiteX9" fmla="*/ 1395653 w 4059809"/>
                    <a:gd name="connsiteY9" fmla="*/ 25849 h 2566735"/>
                    <a:gd name="connsiteX10" fmla="*/ 1378489 w 4059809"/>
                    <a:gd name="connsiteY10" fmla="*/ 0 h 2566735"/>
                    <a:gd name="connsiteX11" fmla="*/ 3902415 w 4059809"/>
                    <a:gd name="connsiteY11" fmla="*/ 1184869 h 2566735"/>
                    <a:gd name="connsiteX12" fmla="*/ 4059809 w 4059809"/>
                    <a:gd name="connsiteY12" fmla="*/ 1455324 h 2566735"/>
                    <a:gd name="connsiteX0" fmla="*/ 4059809 w 4059809"/>
                    <a:gd name="connsiteY0" fmla="*/ 1429475 h 2540886"/>
                    <a:gd name="connsiteX1" fmla="*/ 3789548 w 4059809"/>
                    <a:gd name="connsiteY1" fmla="*/ 1628589 h 2540886"/>
                    <a:gd name="connsiteX2" fmla="*/ 2387805 w 4059809"/>
                    <a:gd name="connsiteY2" fmla="*/ 1908356 h 2540886"/>
                    <a:gd name="connsiteX3" fmla="*/ 45147 w 4059809"/>
                    <a:gd name="connsiteY3" fmla="*/ 2539873 h 2540886"/>
                    <a:gd name="connsiteX4" fmla="*/ 1049 w 4059809"/>
                    <a:gd name="connsiteY4" fmla="*/ 2535990 h 2540886"/>
                    <a:gd name="connsiteX5" fmla="*/ 66826 w 4059809"/>
                    <a:gd name="connsiteY5" fmla="*/ 2395689 h 2540886"/>
                    <a:gd name="connsiteX6" fmla="*/ 0 w 4059809"/>
                    <a:gd name="connsiteY6" fmla="*/ 2253149 h 2540886"/>
                    <a:gd name="connsiteX7" fmla="*/ 56136 w 4059809"/>
                    <a:gd name="connsiteY7" fmla="*/ 2258092 h 2540886"/>
                    <a:gd name="connsiteX8" fmla="*/ 1465717 w 4059809"/>
                    <a:gd name="connsiteY8" fmla="*/ 1400138 h 2540886"/>
                    <a:gd name="connsiteX9" fmla="*/ 1395653 w 4059809"/>
                    <a:gd name="connsiteY9" fmla="*/ 0 h 2540886"/>
                    <a:gd name="connsiteX10" fmla="*/ 3847886 w 4059809"/>
                    <a:gd name="connsiteY10" fmla="*/ 1253881 h 2540886"/>
                    <a:gd name="connsiteX11" fmla="*/ 3902415 w 4059809"/>
                    <a:gd name="connsiteY11" fmla="*/ 1159020 h 2540886"/>
                    <a:gd name="connsiteX12" fmla="*/ 4059809 w 4059809"/>
                    <a:gd name="connsiteY12" fmla="*/ 1429475 h 2540886"/>
                    <a:gd name="connsiteX0" fmla="*/ 4059809 w 4059809"/>
                    <a:gd name="connsiteY0" fmla="*/ 270455 h 1381866"/>
                    <a:gd name="connsiteX1" fmla="*/ 3789548 w 4059809"/>
                    <a:gd name="connsiteY1" fmla="*/ 469569 h 1381866"/>
                    <a:gd name="connsiteX2" fmla="*/ 2387805 w 4059809"/>
                    <a:gd name="connsiteY2" fmla="*/ 749336 h 1381866"/>
                    <a:gd name="connsiteX3" fmla="*/ 45147 w 4059809"/>
                    <a:gd name="connsiteY3" fmla="*/ 1380853 h 1381866"/>
                    <a:gd name="connsiteX4" fmla="*/ 1049 w 4059809"/>
                    <a:gd name="connsiteY4" fmla="*/ 1376970 h 1381866"/>
                    <a:gd name="connsiteX5" fmla="*/ 66826 w 4059809"/>
                    <a:gd name="connsiteY5" fmla="*/ 1236669 h 1381866"/>
                    <a:gd name="connsiteX6" fmla="*/ 0 w 4059809"/>
                    <a:gd name="connsiteY6" fmla="*/ 1094129 h 1381866"/>
                    <a:gd name="connsiteX7" fmla="*/ 56136 w 4059809"/>
                    <a:gd name="connsiteY7" fmla="*/ 1099072 h 1381866"/>
                    <a:gd name="connsiteX8" fmla="*/ 1465717 w 4059809"/>
                    <a:gd name="connsiteY8" fmla="*/ 241118 h 1381866"/>
                    <a:gd name="connsiteX9" fmla="*/ 2836118 w 4059809"/>
                    <a:gd name="connsiteY9" fmla="*/ 265449 h 1381866"/>
                    <a:gd name="connsiteX10" fmla="*/ 3847886 w 4059809"/>
                    <a:gd name="connsiteY10" fmla="*/ 94861 h 1381866"/>
                    <a:gd name="connsiteX11" fmla="*/ 3902415 w 4059809"/>
                    <a:gd name="connsiteY11" fmla="*/ 0 h 1381866"/>
                    <a:gd name="connsiteX12" fmla="*/ 4059809 w 4059809"/>
                    <a:gd name="connsiteY12" fmla="*/ 270455 h 1381866"/>
                    <a:gd name="connsiteX0" fmla="*/ 4059809 w 4059809"/>
                    <a:gd name="connsiteY0" fmla="*/ 270455 h 1381866"/>
                    <a:gd name="connsiteX1" fmla="*/ 3789548 w 4059809"/>
                    <a:gd name="connsiteY1" fmla="*/ 469569 h 1381866"/>
                    <a:gd name="connsiteX2" fmla="*/ 2387805 w 4059809"/>
                    <a:gd name="connsiteY2" fmla="*/ 749336 h 1381866"/>
                    <a:gd name="connsiteX3" fmla="*/ 45147 w 4059809"/>
                    <a:gd name="connsiteY3" fmla="*/ 1380853 h 1381866"/>
                    <a:gd name="connsiteX4" fmla="*/ 1049 w 4059809"/>
                    <a:gd name="connsiteY4" fmla="*/ 1376970 h 1381866"/>
                    <a:gd name="connsiteX5" fmla="*/ 66826 w 4059809"/>
                    <a:gd name="connsiteY5" fmla="*/ 1236669 h 1381866"/>
                    <a:gd name="connsiteX6" fmla="*/ 0 w 4059809"/>
                    <a:gd name="connsiteY6" fmla="*/ 1094129 h 1381866"/>
                    <a:gd name="connsiteX7" fmla="*/ 56136 w 4059809"/>
                    <a:gd name="connsiteY7" fmla="*/ 1099072 h 1381866"/>
                    <a:gd name="connsiteX8" fmla="*/ 993091 w 4059809"/>
                    <a:gd name="connsiteY8" fmla="*/ 979196 h 1381866"/>
                    <a:gd name="connsiteX9" fmla="*/ 2836118 w 4059809"/>
                    <a:gd name="connsiteY9" fmla="*/ 265449 h 1381866"/>
                    <a:gd name="connsiteX10" fmla="*/ 3847886 w 4059809"/>
                    <a:gd name="connsiteY10" fmla="*/ 94861 h 1381866"/>
                    <a:gd name="connsiteX11" fmla="*/ 3902415 w 4059809"/>
                    <a:gd name="connsiteY11" fmla="*/ 0 h 1381866"/>
                    <a:gd name="connsiteX12" fmla="*/ 4059809 w 4059809"/>
                    <a:gd name="connsiteY12" fmla="*/ 270455 h 1381866"/>
                    <a:gd name="connsiteX0" fmla="*/ 4059809 w 4059809"/>
                    <a:gd name="connsiteY0" fmla="*/ 270455 h 1381866"/>
                    <a:gd name="connsiteX1" fmla="*/ 3789548 w 4059809"/>
                    <a:gd name="connsiteY1" fmla="*/ 469569 h 1381866"/>
                    <a:gd name="connsiteX2" fmla="*/ 2387805 w 4059809"/>
                    <a:gd name="connsiteY2" fmla="*/ 749336 h 1381866"/>
                    <a:gd name="connsiteX3" fmla="*/ 45147 w 4059809"/>
                    <a:gd name="connsiteY3" fmla="*/ 1380853 h 1381866"/>
                    <a:gd name="connsiteX4" fmla="*/ 1049 w 4059809"/>
                    <a:gd name="connsiteY4" fmla="*/ 1376970 h 1381866"/>
                    <a:gd name="connsiteX5" fmla="*/ 66826 w 4059809"/>
                    <a:gd name="connsiteY5" fmla="*/ 1236669 h 1381866"/>
                    <a:gd name="connsiteX6" fmla="*/ 0 w 4059809"/>
                    <a:gd name="connsiteY6" fmla="*/ 1094129 h 1381866"/>
                    <a:gd name="connsiteX7" fmla="*/ 56136 w 4059809"/>
                    <a:gd name="connsiteY7" fmla="*/ 1099072 h 1381866"/>
                    <a:gd name="connsiteX8" fmla="*/ 993091 w 4059809"/>
                    <a:gd name="connsiteY8" fmla="*/ 979196 h 1381866"/>
                    <a:gd name="connsiteX9" fmla="*/ 2836118 w 4059809"/>
                    <a:gd name="connsiteY9" fmla="*/ 265449 h 1381866"/>
                    <a:gd name="connsiteX10" fmla="*/ 3847886 w 4059809"/>
                    <a:gd name="connsiteY10" fmla="*/ 94861 h 1381866"/>
                    <a:gd name="connsiteX11" fmla="*/ 3902415 w 4059809"/>
                    <a:gd name="connsiteY11" fmla="*/ 0 h 1381866"/>
                    <a:gd name="connsiteX12" fmla="*/ 4059809 w 4059809"/>
                    <a:gd name="connsiteY12" fmla="*/ 270455 h 1381866"/>
                    <a:gd name="connsiteX0" fmla="*/ 4078220 w 4078220"/>
                    <a:gd name="connsiteY0" fmla="*/ 267812 h 1381866"/>
                    <a:gd name="connsiteX1" fmla="*/ 3789548 w 4078220"/>
                    <a:gd name="connsiteY1" fmla="*/ 469569 h 1381866"/>
                    <a:gd name="connsiteX2" fmla="*/ 2387805 w 4078220"/>
                    <a:gd name="connsiteY2" fmla="*/ 749336 h 1381866"/>
                    <a:gd name="connsiteX3" fmla="*/ 45147 w 4078220"/>
                    <a:gd name="connsiteY3" fmla="*/ 1380853 h 1381866"/>
                    <a:gd name="connsiteX4" fmla="*/ 1049 w 4078220"/>
                    <a:gd name="connsiteY4" fmla="*/ 1376970 h 1381866"/>
                    <a:gd name="connsiteX5" fmla="*/ 66826 w 4078220"/>
                    <a:gd name="connsiteY5" fmla="*/ 1236669 h 1381866"/>
                    <a:gd name="connsiteX6" fmla="*/ 0 w 4078220"/>
                    <a:gd name="connsiteY6" fmla="*/ 1094129 h 1381866"/>
                    <a:gd name="connsiteX7" fmla="*/ 56136 w 4078220"/>
                    <a:gd name="connsiteY7" fmla="*/ 1099072 h 1381866"/>
                    <a:gd name="connsiteX8" fmla="*/ 993091 w 4078220"/>
                    <a:gd name="connsiteY8" fmla="*/ 979196 h 1381866"/>
                    <a:gd name="connsiteX9" fmla="*/ 2836118 w 4078220"/>
                    <a:gd name="connsiteY9" fmla="*/ 265449 h 1381866"/>
                    <a:gd name="connsiteX10" fmla="*/ 3847886 w 4078220"/>
                    <a:gd name="connsiteY10" fmla="*/ 94861 h 1381866"/>
                    <a:gd name="connsiteX11" fmla="*/ 3902415 w 4078220"/>
                    <a:gd name="connsiteY11" fmla="*/ 0 h 1381866"/>
                    <a:gd name="connsiteX12" fmla="*/ 4078220 w 4078220"/>
                    <a:gd name="connsiteY12" fmla="*/ 267812 h 1381866"/>
                    <a:gd name="connsiteX0" fmla="*/ 4078220 w 4078220"/>
                    <a:gd name="connsiteY0" fmla="*/ 267812 h 1381872"/>
                    <a:gd name="connsiteX1" fmla="*/ 3784878 w 4078220"/>
                    <a:gd name="connsiteY1" fmla="*/ 449910 h 1381872"/>
                    <a:gd name="connsiteX2" fmla="*/ 2387805 w 4078220"/>
                    <a:gd name="connsiteY2" fmla="*/ 749336 h 1381872"/>
                    <a:gd name="connsiteX3" fmla="*/ 45147 w 4078220"/>
                    <a:gd name="connsiteY3" fmla="*/ 1380853 h 1381872"/>
                    <a:gd name="connsiteX4" fmla="*/ 1049 w 4078220"/>
                    <a:gd name="connsiteY4" fmla="*/ 1376970 h 1381872"/>
                    <a:gd name="connsiteX5" fmla="*/ 66826 w 4078220"/>
                    <a:gd name="connsiteY5" fmla="*/ 1236669 h 1381872"/>
                    <a:gd name="connsiteX6" fmla="*/ 0 w 4078220"/>
                    <a:gd name="connsiteY6" fmla="*/ 1094129 h 1381872"/>
                    <a:gd name="connsiteX7" fmla="*/ 56136 w 4078220"/>
                    <a:gd name="connsiteY7" fmla="*/ 1099072 h 1381872"/>
                    <a:gd name="connsiteX8" fmla="*/ 993091 w 4078220"/>
                    <a:gd name="connsiteY8" fmla="*/ 979196 h 1381872"/>
                    <a:gd name="connsiteX9" fmla="*/ 2836118 w 4078220"/>
                    <a:gd name="connsiteY9" fmla="*/ 265449 h 1381872"/>
                    <a:gd name="connsiteX10" fmla="*/ 3847886 w 4078220"/>
                    <a:gd name="connsiteY10" fmla="*/ 94861 h 1381872"/>
                    <a:gd name="connsiteX11" fmla="*/ 3902415 w 4078220"/>
                    <a:gd name="connsiteY11" fmla="*/ 0 h 1381872"/>
                    <a:gd name="connsiteX12" fmla="*/ 4078220 w 4078220"/>
                    <a:gd name="connsiteY12" fmla="*/ 267812 h 1381872"/>
                    <a:gd name="connsiteX0" fmla="*/ 4078220 w 4078220"/>
                    <a:gd name="connsiteY0" fmla="*/ 299020 h 1413080"/>
                    <a:gd name="connsiteX1" fmla="*/ 3784878 w 4078220"/>
                    <a:gd name="connsiteY1" fmla="*/ 481118 h 1413080"/>
                    <a:gd name="connsiteX2" fmla="*/ 2387805 w 4078220"/>
                    <a:gd name="connsiteY2" fmla="*/ 780544 h 1413080"/>
                    <a:gd name="connsiteX3" fmla="*/ 45147 w 4078220"/>
                    <a:gd name="connsiteY3" fmla="*/ 1412061 h 1413080"/>
                    <a:gd name="connsiteX4" fmla="*/ 1049 w 4078220"/>
                    <a:gd name="connsiteY4" fmla="*/ 1408178 h 1413080"/>
                    <a:gd name="connsiteX5" fmla="*/ 66826 w 4078220"/>
                    <a:gd name="connsiteY5" fmla="*/ 1267877 h 1413080"/>
                    <a:gd name="connsiteX6" fmla="*/ 0 w 4078220"/>
                    <a:gd name="connsiteY6" fmla="*/ 1125337 h 1413080"/>
                    <a:gd name="connsiteX7" fmla="*/ 56136 w 4078220"/>
                    <a:gd name="connsiteY7" fmla="*/ 1130280 h 1413080"/>
                    <a:gd name="connsiteX8" fmla="*/ 993091 w 4078220"/>
                    <a:gd name="connsiteY8" fmla="*/ 1010404 h 1413080"/>
                    <a:gd name="connsiteX9" fmla="*/ 2836118 w 4078220"/>
                    <a:gd name="connsiteY9" fmla="*/ 296657 h 1413080"/>
                    <a:gd name="connsiteX10" fmla="*/ 3847886 w 4078220"/>
                    <a:gd name="connsiteY10" fmla="*/ 126069 h 1413080"/>
                    <a:gd name="connsiteX11" fmla="*/ 3888078 w 4078220"/>
                    <a:gd name="connsiteY11" fmla="*/ 0 h 1413080"/>
                    <a:gd name="connsiteX12" fmla="*/ 4078220 w 4078220"/>
                    <a:gd name="connsiteY12" fmla="*/ 299020 h 1413080"/>
                    <a:gd name="connsiteX0" fmla="*/ 4078220 w 4078220"/>
                    <a:gd name="connsiteY0" fmla="*/ 299020 h 1413080"/>
                    <a:gd name="connsiteX1" fmla="*/ 3784878 w 4078220"/>
                    <a:gd name="connsiteY1" fmla="*/ 481118 h 1413080"/>
                    <a:gd name="connsiteX2" fmla="*/ 2387805 w 4078220"/>
                    <a:gd name="connsiteY2" fmla="*/ 780544 h 1413080"/>
                    <a:gd name="connsiteX3" fmla="*/ 45147 w 4078220"/>
                    <a:gd name="connsiteY3" fmla="*/ 1412061 h 1413080"/>
                    <a:gd name="connsiteX4" fmla="*/ 1049 w 4078220"/>
                    <a:gd name="connsiteY4" fmla="*/ 1408178 h 1413080"/>
                    <a:gd name="connsiteX5" fmla="*/ 66826 w 4078220"/>
                    <a:gd name="connsiteY5" fmla="*/ 1267877 h 1413080"/>
                    <a:gd name="connsiteX6" fmla="*/ 0 w 4078220"/>
                    <a:gd name="connsiteY6" fmla="*/ 1125337 h 1413080"/>
                    <a:gd name="connsiteX7" fmla="*/ 56136 w 4078220"/>
                    <a:gd name="connsiteY7" fmla="*/ 1130280 h 1413080"/>
                    <a:gd name="connsiteX8" fmla="*/ 993091 w 4078220"/>
                    <a:gd name="connsiteY8" fmla="*/ 1010404 h 1413080"/>
                    <a:gd name="connsiteX9" fmla="*/ 2836118 w 4078220"/>
                    <a:gd name="connsiteY9" fmla="*/ 296657 h 1413080"/>
                    <a:gd name="connsiteX10" fmla="*/ 3867708 w 4078220"/>
                    <a:gd name="connsiteY10" fmla="*/ 107516 h 1413080"/>
                    <a:gd name="connsiteX11" fmla="*/ 3888078 w 4078220"/>
                    <a:gd name="connsiteY11" fmla="*/ 0 h 1413080"/>
                    <a:gd name="connsiteX12" fmla="*/ 4078220 w 4078220"/>
                    <a:gd name="connsiteY12" fmla="*/ 299020 h 1413080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1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862172 w 4078220"/>
                    <a:gd name="connsiteY2" fmla="*/ 413998 h 1413114"/>
                    <a:gd name="connsiteX3" fmla="*/ 3798853 w 4078220"/>
                    <a:gd name="connsiteY3" fmla="*/ 380581 h 1413114"/>
                    <a:gd name="connsiteX4" fmla="*/ 2387805 w 4078220"/>
                    <a:gd name="connsiteY4" fmla="*/ 780544 h 1413114"/>
                    <a:gd name="connsiteX5" fmla="*/ 45147 w 4078220"/>
                    <a:gd name="connsiteY5" fmla="*/ 1412061 h 1413114"/>
                    <a:gd name="connsiteX6" fmla="*/ 1049 w 4078220"/>
                    <a:gd name="connsiteY6" fmla="*/ 1408178 h 1413114"/>
                    <a:gd name="connsiteX7" fmla="*/ 66826 w 4078220"/>
                    <a:gd name="connsiteY7" fmla="*/ 1267877 h 1413114"/>
                    <a:gd name="connsiteX8" fmla="*/ 0 w 4078220"/>
                    <a:gd name="connsiteY8" fmla="*/ 1125337 h 1413114"/>
                    <a:gd name="connsiteX9" fmla="*/ 56136 w 4078220"/>
                    <a:gd name="connsiteY9" fmla="*/ 1130280 h 1413114"/>
                    <a:gd name="connsiteX10" fmla="*/ 993091 w 4078220"/>
                    <a:gd name="connsiteY10" fmla="*/ 1010404 h 1413114"/>
                    <a:gd name="connsiteX11" fmla="*/ 2836118 w 4078220"/>
                    <a:gd name="connsiteY11" fmla="*/ 296657 h 1413114"/>
                    <a:gd name="connsiteX12" fmla="*/ 3867708 w 4078220"/>
                    <a:gd name="connsiteY12" fmla="*/ 107516 h 1413114"/>
                    <a:gd name="connsiteX13" fmla="*/ 3888078 w 4078220"/>
                    <a:gd name="connsiteY13" fmla="*/ 0 h 1413114"/>
                    <a:gd name="connsiteX14" fmla="*/ 4078220 w 4078220"/>
                    <a:gd name="connsiteY14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1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1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84878 w 4078220"/>
                    <a:gd name="connsiteY1" fmla="*/ 481118 h 1413114"/>
                    <a:gd name="connsiteX2" fmla="*/ 3798853 w 4078220"/>
                    <a:gd name="connsiteY2" fmla="*/ 380582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75519 w 4078220"/>
                    <a:gd name="connsiteY1" fmla="*/ 478149 h 1413114"/>
                    <a:gd name="connsiteX2" fmla="*/ 3798853 w 4078220"/>
                    <a:gd name="connsiteY2" fmla="*/ 380582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4"/>
                    <a:gd name="connsiteX1" fmla="*/ 3775519 w 4078220"/>
                    <a:gd name="connsiteY1" fmla="*/ 478149 h 1413114"/>
                    <a:gd name="connsiteX2" fmla="*/ 3798853 w 4078220"/>
                    <a:gd name="connsiteY2" fmla="*/ 380582 h 1413114"/>
                    <a:gd name="connsiteX3" fmla="*/ 2387805 w 4078220"/>
                    <a:gd name="connsiteY3" fmla="*/ 780544 h 1413114"/>
                    <a:gd name="connsiteX4" fmla="*/ 45147 w 4078220"/>
                    <a:gd name="connsiteY4" fmla="*/ 1412061 h 1413114"/>
                    <a:gd name="connsiteX5" fmla="*/ 1049 w 4078220"/>
                    <a:gd name="connsiteY5" fmla="*/ 1408178 h 1413114"/>
                    <a:gd name="connsiteX6" fmla="*/ 66826 w 4078220"/>
                    <a:gd name="connsiteY6" fmla="*/ 1267877 h 1413114"/>
                    <a:gd name="connsiteX7" fmla="*/ 0 w 4078220"/>
                    <a:gd name="connsiteY7" fmla="*/ 1125337 h 1413114"/>
                    <a:gd name="connsiteX8" fmla="*/ 56136 w 4078220"/>
                    <a:gd name="connsiteY8" fmla="*/ 1130280 h 1413114"/>
                    <a:gd name="connsiteX9" fmla="*/ 993091 w 4078220"/>
                    <a:gd name="connsiteY9" fmla="*/ 1010404 h 1413114"/>
                    <a:gd name="connsiteX10" fmla="*/ 2836118 w 4078220"/>
                    <a:gd name="connsiteY10" fmla="*/ 296657 h 1413114"/>
                    <a:gd name="connsiteX11" fmla="*/ 3867708 w 4078220"/>
                    <a:gd name="connsiteY11" fmla="*/ 107516 h 1413114"/>
                    <a:gd name="connsiteX12" fmla="*/ 3888078 w 4078220"/>
                    <a:gd name="connsiteY12" fmla="*/ 0 h 1413114"/>
                    <a:gd name="connsiteX13" fmla="*/ 4078220 w 4078220"/>
                    <a:gd name="connsiteY13" fmla="*/ 299020 h 1413114"/>
                    <a:gd name="connsiteX0" fmla="*/ 4078220 w 4078220"/>
                    <a:gd name="connsiteY0" fmla="*/ 299020 h 1413115"/>
                    <a:gd name="connsiteX1" fmla="*/ 3775519 w 4078220"/>
                    <a:gd name="connsiteY1" fmla="*/ 478149 h 1413115"/>
                    <a:gd name="connsiteX2" fmla="*/ 3792770 w 4078220"/>
                    <a:gd name="connsiteY2" fmla="*/ 376835 h 1413115"/>
                    <a:gd name="connsiteX3" fmla="*/ 2387805 w 4078220"/>
                    <a:gd name="connsiteY3" fmla="*/ 780544 h 1413115"/>
                    <a:gd name="connsiteX4" fmla="*/ 45147 w 4078220"/>
                    <a:gd name="connsiteY4" fmla="*/ 1412061 h 1413115"/>
                    <a:gd name="connsiteX5" fmla="*/ 1049 w 4078220"/>
                    <a:gd name="connsiteY5" fmla="*/ 1408178 h 1413115"/>
                    <a:gd name="connsiteX6" fmla="*/ 66826 w 4078220"/>
                    <a:gd name="connsiteY6" fmla="*/ 1267877 h 1413115"/>
                    <a:gd name="connsiteX7" fmla="*/ 0 w 4078220"/>
                    <a:gd name="connsiteY7" fmla="*/ 1125337 h 1413115"/>
                    <a:gd name="connsiteX8" fmla="*/ 56136 w 4078220"/>
                    <a:gd name="connsiteY8" fmla="*/ 1130280 h 1413115"/>
                    <a:gd name="connsiteX9" fmla="*/ 993091 w 4078220"/>
                    <a:gd name="connsiteY9" fmla="*/ 1010404 h 1413115"/>
                    <a:gd name="connsiteX10" fmla="*/ 2836118 w 4078220"/>
                    <a:gd name="connsiteY10" fmla="*/ 296657 h 1413115"/>
                    <a:gd name="connsiteX11" fmla="*/ 3867708 w 4078220"/>
                    <a:gd name="connsiteY11" fmla="*/ 107516 h 1413115"/>
                    <a:gd name="connsiteX12" fmla="*/ 3888078 w 4078220"/>
                    <a:gd name="connsiteY12" fmla="*/ 0 h 1413115"/>
                    <a:gd name="connsiteX13" fmla="*/ 4078220 w 4078220"/>
                    <a:gd name="connsiteY13" fmla="*/ 299020 h 1413115"/>
                    <a:gd name="connsiteX0" fmla="*/ 4078220 w 4078220"/>
                    <a:gd name="connsiteY0" fmla="*/ 299020 h 1413115"/>
                    <a:gd name="connsiteX1" fmla="*/ 3775519 w 4078220"/>
                    <a:gd name="connsiteY1" fmla="*/ 478149 h 1413115"/>
                    <a:gd name="connsiteX2" fmla="*/ 3792770 w 4078220"/>
                    <a:gd name="connsiteY2" fmla="*/ 376835 h 1413115"/>
                    <a:gd name="connsiteX3" fmla="*/ 2387805 w 4078220"/>
                    <a:gd name="connsiteY3" fmla="*/ 780544 h 1413115"/>
                    <a:gd name="connsiteX4" fmla="*/ 45147 w 4078220"/>
                    <a:gd name="connsiteY4" fmla="*/ 1412061 h 1413115"/>
                    <a:gd name="connsiteX5" fmla="*/ 1049 w 4078220"/>
                    <a:gd name="connsiteY5" fmla="*/ 1408178 h 1413115"/>
                    <a:gd name="connsiteX6" fmla="*/ 66826 w 4078220"/>
                    <a:gd name="connsiteY6" fmla="*/ 1267877 h 1413115"/>
                    <a:gd name="connsiteX7" fmla="*/ 0 w 4078220"/>
                    <a:gd name="connsiteY7" fmla="*/ 1125337 h 1413115"/>
                    <a:gd name="connsiteX8" fmla="*/ 56136 w 4078220"/>
                    <a:gd name="connsiteY8" fmla="*/ 1130280 h 1413115"/>
                    <a:gd name="connsiteX9" fmla="*/ 993091 w 4078220"/>
                    <a:gd name="connsiteY9" fmla="*/ 1010404 h 1413115"/>
                    <a:gd name="connsiteX10" fmla="*/ 2836118 w 4078220"/>
                    <a:gd name="connsiteY10" fmla="*/ 296657 h 1413115"/>
                    <a:gd name="connsiteX11" fmla="*/ 3867708 w 4078220"/>
                    <a:gd name="connsiteY11" fmla="*/ 107516 h 1413115"/>
                    <a:gd name="connsiteX12" fmla="*/ 3888078 w 4078220"/>
                    <a:gd name="connsiteY12" fmla="*/ 0 h 1413115"/>
                    <a:gd name="connsiteX13" fmla="*/ 4078220 w 4078220"/>
                    <a:gd name="connsiteY13" fmla="*/ 299020 h 1413115"/>
                    <a:gd name="connsiteX0" fmla="*/ 4078220 w 4078220"/>
                    <a:gd name="connsiteY0" fmla="*/ 299020 h 1413115"/>
                    <a:gd name="connsiteX1" fmla="*/ 3775519 w 4078220"/>
                    <a:gd name="connsiteY1" fmla="*/ 478149 h 1413115"/>
                    <a:gd name="connsiteX2" fmla="*/ 3792770 w 4078220"/>
                    <a:gd name="connsiteY2" fmla="*/ 376835 h 1413115"/>
                    <a:gd name="connsiteX3" fmla="*/ 2387805 w 4078220"/>
                    <a:gd name="connsiteY3" fmla="*/ 780544 h 1413115"/>
                    <a:gd name="connsiteX4" fmla="*/ 45147 w 4078220"/>
                    <a:gd name="connsiteY4" fmla="*/ 1412061 h 1413115"/>
                    <a:gd name="connsiteX5" fmla="*/ 1049 w 4078220"/>
                    <a:gd name="connsiteY5" fmla="*/ 1408178 h 1413115"/>
                    <a:gd name="connsiteX6" fmla="*/ 66826 w 4078220"/>
                    <a:gd name="connsiteY6" fmla="*/ 1267877 h 1413115"/>
                    <a:gd name="connsiteX7" fmla="*/ 0 w 4078220"/>
                    <a:gd name="connsiteY7" fmla="*/ 1125337 h 1413115"/>
                    <a:gd name="connsiteX8" fmla="*/ 56136 w 4078220"/>
                    <a:gd name="connsiteY8" fmla="*/ 1130280 h 1413115"/>
                    <a:gd name="connsiteX9" fmla="*/ 993091 w 4078220"/>
                    <a:gd name="connsiteY9" fmla="*/ 1010404 h 1413115"/>
                    <a:gd name="connsiteX10" fmla="*/ 2836118 w 4078220"/>
                    <a:gd name="connsiteY10" fmla="*/ 296657 h 1413115"/>
                    <a:gd name="connsiteX11" fmla="*/ 3867708 w 4078220"/>
                    <a:gd name="connsiteY11" fmla="*/ 107516 h 1413115"/>
                    <a:gd name="connsiteX12" fmla="*/ 3888078 w 4078220"/>
                    <a:gd name="connsiteY12" fmla="*/ 0 h 1413115"/>
                    <a:gd name="connsiteX13" fmla="*/ 4078220 w 4078220"/>
                    <a:gd name="connsiteY13" fmla="*/ 299020 h 141311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836118 w 4078220"/>
                    <a:gd name="connsiteY10" fmla="*/ 296657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836118 w 4078220"/>
                    <a:gd name="connsiteY10" fmla="*/ 296657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789921 w 4078220"/>
                    <a:gd name="connsiteY10" fmla="*/ 335322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165"/>
                    <a:gd name="connsiteX1" fmla="*/ 3775519 w 4078220"/>
                    <a:gd name="connsiteY1" fmla="*/ 478149 h 1413165"/>
                    <a:gd name="connsiteX2" fmla="*/ 3792770 w 4078220"/>
                    <a:gd name="connsiteY2" fmla="*/ 376835 h 1413165"/>
                    <a:gd name="connsiteX3" fmla="*/ 2379369 w 4078220"/>
                    <a:gd name="connsiteY3" fmla="*/ 803316 h 1413165"/>
                    <a:gd name="connsiteX4" fmla="*/ 45147 w 4078220"/>
                    <a:gd name="connsiteY4" fmla="*/ 1412061 h 1413165"/>
                    <a:gd name="connsiteX5" fmla="*/ 1049 w 4078220"/>
                    <a:gd name="connsiteY5" fmla="*/ 1408178 h 1413165"/>
                    <a:gd name="connsiteX6" fmla="*/ 66826 w 4078220"/>
                    <a:gd name="connsiteY6" fmla="*/ 1267877 h 1413165"/>
                    <a:gd name="connsiteX7" fmla="*/ 0 w 4078220"/>
                    <a:gd name="connsiteY7" fmla="*/ 1125337 h 1413165"/>
                    <a:gd name="connsiteX8" fmla="*/ 56136 w 4078220"/>
                    <a:gd name="connsiteY8" fmla="*/ 1130280 h 1413165"/>
                    <a:gd name="connsiteX9" fmla="*/ 993091 w 4078220"/>
                    <a:gd name="connsiteY9" fmla="*/ 1010404 h 1413165"/>
                    <a:gd name="connsiteX10" fmla="*/ 2789921 w 4078220"/>
                    <a:gd name="connsiteY10" fmla="*/ 335322 h 1413165"/>
                    <a:gd name="connsiteX11" fmla="*/ 3867708 w 4078220"/>
                    <a:gd name="connsiteY11" fmla="*/ 107516 h 1413165"/>
                    <a:gd name="connsiteX12" fmla="*/ 3888078 w 4078220"/>
                    <a:gd name="connsiteY12" fmla="*/ 0 h 1413165"/>
                    <a:gd name="connsiteX13" fmla="*/ 4078220 w 4078220"/>
                    <a:gd name="connsiteY13" fmla="*/ 299020 h 1413165"/>
                    <a:gd name="connsiteX0" fmla="*/ 4078220 w 4078220"/>
                    <a:gd name="connsiteY0" fmla="*/ 299020 h 1413372"/>
                    <a:gd name="connsiteX1" fmla="*/ 3775519 w 4078220"/>
                    <a:gd name="connsiteY1" fmla="*/ 478149 h 1413372"/>
                    <a:gd name="connsiteX2" fmla="*/ 3792770 w 4078220"/>
                    <a:gd name="connsiteY2" fmla="*/ 376835 h 1413372"/>
                    <a:gd name="connsiteX3" fmla="*/ 2379369 w 4078220"/>
                    <a:gd name="connsiteY3" fmla="*/ 803316 h 1413372"/>
                    <a:gd name="connsiteX4" fmla="*/ 45147 w 4078220"/>
                    <a:gd name="connsiteY4" fmla="*/ 1412061 h 1413372"/>
                    <a:gd name="connsiteX5" fmla="*/ 1049 w 4078220"/>
                    <a:gd name="connsiteY5" fmla="*/ 1408178 h 1413372"/>
                    <a:gd name="connsiteX6" fmla="*/ 66826 w 4078220"/>
                    <a:gd name="connsiteY6" fmla="*/ 1267877 h 1413372"/>
                    <a:gd name="connsiteX7" fmla="*/ 0 w 4078220"/>
                    <a:gd name="connsiteY7" fmla="*/ 1125337 h 1413372"/>
                    <a:gd name="connsiteX8" fmla="*/ 56136 w 4078220"/>
                    <a:gd name="connsiteY8" fmla="*/ 1130280 h 1413372"/>
                    <a:gd name="connsiteX9" fmla="*/ 993091 w 4078220"/>
                    <a:gd name="connsiteY9" fmla="*/ 1010404 h 1413372"/>
                    <a:gd name="connsiteX10" fmla="*/ 2789921 w 4078220"/>
                    <a:gd name="connsiteY10" fmla="*/ 335322 h 1413372"/>
                    <a:gd name="connsiteX11" fmla="*/ 3867708 w 4078220"/>
                    <a:gd name="connsiteY11" fmla="*/ 107516 h 1413372"/>
                    <a:gd name="connsiteX12" fmla="*/ 3888078 w 4078220"/>
                    <a:gd name="connsiteY12" fmla="*/ 0 h 1413372"/>
                    <a:gd name="connsiteX13" fmla="*/ 4078220 w 4078220"/>
                    <a:gd name="connsiteY13" fmla="*/ 299020 h 1413372"/>
                    <a:gd name="connsiteX0" fmla="*/ 4078220 w 4078220"/>
                    <a:gd name="connsiteY0" fmla="*/ 299020 h 1416451"/>
                    <a:gd name="connsiteX1" fmla="*/ 3775519 w 4078220"/>
                    <a:gd name="connsiteY1" fmla="*/ 478149 h 1416451"/>
                    <a:gd name="connsiteX2" fmla="*/ 3792770 w 4078220"/>
                    <a:gd name="connsiteY2" fmla="*/ 376835 h 1416451"/>
                    <a:gd name="connsiteX3" fmla="*/ 2379369 w 4078220"/>
                    <a:gd name="connsiteY3" fmla="*/ 803316 h 1416451"/>
                    <a:gd name="connsiteX4" fmla="*/ 45147 w 4078220"/>
                    <a:gd name="connsiteY4" fmla="*/ 1412061 h 1416451"/>
                    <a:gd name="connsiteX5" fmla="*/ 1049 w 4078220"/>
                    <a:gd name="connsiteY5" fmla="*/ 1408178 h 1416451"/>
                    <a:gd name="connsiteX6" fmla="*/ 66826 w 4078220"/>
                    <a:gd name="connsiteY6" fmla="*/ 1267877 h 1416451"/>
                    <a:gd name="connsiteX7" fmla="*/ 0 w 4078220"/>
                    <a:gd name="connsiteY7" fmla="*/ 1125337 h 1416451"/>
                    <a:gd name="connsiteX8" fmla="*/ 56136 w 4078220"/>
                    <a:gd name="connsiteY8" fmla="*/ 1130280 h 1416451"/>
                    <a:gd name="connsiteX9" fmla="*/ 993091 w 4078220"/>
                    <a:gd name="connsiteY9" fmla="*/ 1010404 h 1416451"/>
                    <a:gd name="connsiteX10" fmla="*/ 2789921 w 4078220"/>
                    <a:gd name="connsiteY10" fmla="*/ 335322 h 1416451"/>
                    <a:gd name="connsiteX11" fmla="*/ 3867708 w 4078220"/>
                    <a:gd name="connsiteY11" fmla="*/ 107516 h 1416451"/>
                    <a:gd name="connsiteX12" fmla="*/ 3888078 w 4078220"/>
                    <a:gd name="connsiteY12" fmla="*/ 0 h 1416451"/>
                    <a:gd name="connsiteX13" fmla="*/ 4078220 w 4078220"/>
                    <a:gd name="connsiteY13" fmla="*/ 299020 h 1416451"/>
                    <a:gd name="connsiteX0" fmla="*/ 4078220 w 4078220"/>
                    <a:gd name="connsiteY0" fmla="*/ 299020 h 1416451"/>
                    <a:gd name="connsiteX1" fmla="*/ 3775519 w 4078220"/>
                    <a:gd name="connsiteY1" fmla="*/ 478149 h 1416451"/>
                    <a:gd name="connsiteX2" fmla="*/ 3792770 w 4078220"/>
                    <a:gd name="connsiteY2" fmla="*/ 376835 h 1416451"/>
                    <a:gd name="connsiteX3" fmla="*/ 2379369 w 4078220"/>
                    <a:gd name="connsiteY3" fmla="*/ 803316 h 1416451"/>
                    <a:gd name="connsiteX4" fmla="*/ 45147 w 4078220"/>
                    <a:gd name="connsiteY4" fmla="*/ 1412061 h 1416451"/>
                    <a:gd name="connsiteX5" fmla="*/ 1049 w 4078220"/>
                    <a:gd name="connsiteY5" fmla="*/ 1408178 h 1416451"/>
                    <a:gd name="connsiteX6" fmla="*/ 66826 w 4078220"/>
                    <a:gd name="connsiteY6" fmla="*/ 1267877 h 1416451"/>
                    <a:gd name="connsiteX7" fmla="*/ 0 w 4078220"/>
                    <a:gd name="connsiteY7" fmla="*/ 1125337 h 1416451"/>
                    <a:gd name="connsiteX8" fmla="*/ 56136 w 4078220"/>
                    <a:gd name="connsiteY8" fmla="*/ 1130280 h 1416451"/>
                    <a:gd name="connsiteX9" fmla="*/ 993091 w 4078220"/>
                    <a:gd name="connsiteY9" fmla="*/ 1010404 h 1416451"/>
                    <a:gd name="connsiteX10" fmla="*/ 2789921 w 4078220"/>
                    <a:gd name="connsiteY10" fmla="*/ 335322 h 1416451"/>
                    <a:gd name="connsiteX11" fmla="*/ 3867708 w 4078220"/>
                    <a:gd name="connsiteY11" fmla="*/ 107516 h 1416451"/>
                    <a:gd name="connsiteX12" fmla="*/ 3888078 w 4078220"/>
                    <a:gd name="connsiteY12" fmla="*/ 0 h 1416451"/>
                    <a:gd name="connsiteX13" fmla="*/ 4078220 w 4078220"/>
                    <a:gd name="connsiteY13" fmla="*/ 299020 h 1416451"/>
                    <a:gd name="connsiteX0" fmla="*/ 4078220 w 4078220"/>
                    <a:gd name="connsiteY0" fmla="*/ 299020 h 1416783"/>
                    <a:gd name="connsiteX1" fmla="*/ 3775519 w 4078220"/>
                    <a:gd name="connsiteY1" fmla="*/ 478149 h 1416783"/>
                    <a:gd name="connsiteX2" fmla="*/ 3792770 w 4078220"/>
                    <a:gd name="connsiteY2" fmla="*/ 376835 h 1416783"/>
                    <a:gd name="connsiteX3" fmla="*/ 2379369 w 4078220"/>
                    <a:gd name="connsiteY3" fmla="*/ 803316 h 1416783"/>
                    <a:gd name="connsiteX4" fmla="*/ 45147 w 4078220"/>
                    <a:gd name="connsiteY4" fmla="*/ 1412061 h 1416783"/>
                    <a:gd name="connsiteX5" fmla="*/ 1049 w 4078220"/>
                    <a:gd name="connsiteY5" fmla="*/ 1408178 h 1416783"/>
                    <a:gd name="connsiteX6" fmla="*/ 66826 w 4078220"/>
                    <a:gd name="connsiteY6" fmla="*/ 1267877 h 1416783"/>
                    <a:gd name="connsiteX7" fmla="*/ 0 w 4078220"/>
                    <a:gd name="connsiteY7" fmla="*/ 1125337 h 1416783"/>
                    <a:gd name="connsiteX8" fmla="*/ 56136 w 4078220"/>
                    <a:gd name="connsiteY8" fmla="*/ 1130280 h 1416783"/>
                    <a:gd name="connsiteX9" fmla="*/ 993091 w 4078220"/>
                    <a:gd name="connsiteY9" fmla="*/ 1010404 h 1416783"/>
                    <a:gd name="connsiteX10" fmla="*/ 2789921 w 4078220"/>
                    <a:gd name="connsiteY10" fmla="*/ 335322 h 1416783"/>
                    <a:gd name="connsiteX11" fmla="*/ 3867708 w 4078220"/>
                    <a:gd name="connsiteY11" fmla="*/ 107516 h 1416783"/>
                    <a:gd name="connsiteX12" fmla="*/ 3888078 w 4078220"/>
                    <a:gd name="connsiteY12" fmla="*/ 0 h 1416783"/>
                    <a:gd name="connsiteX13" fmla="*/ 4078220 w 4078220"/>
                    <a:gd name="connsiteY13" fmla="*/ 299020 h 1416783"/>
                    <a:gd name="connsiteX0" fmla="*/ 4078220 w 4078220"/>
                    <a:gd name="connsiteY0" fmla="*/ 299020 h 1416783"/>
                    <a:gd name="connsiteX1" fmla="*/ 3775519 w 4078220"/>
                    <a:gd name="connsiteY1" fmla="*/ 478149 h 1416783"/>
                    <a:gd name="connsiteX2" fmla="*/ 3792770 w 4078220"/>
                    <a:gd name="connsiteY2" fmla="*/ 376835 h 1416783"/>
                    <a:gd name="connsiteX3" fmla="*/ 2379369 w 4078220"/>
                    <a:gd name="connsiteY3" fmla="*/ 803316 h 1416783"/>
                    <a:gd name="connsiteX4" fmla="*/ 45147 w 4078220"/>
                    <a:gd name="connsiteY4" fmla="*/ 1412061 h 1416783"/>
                    <a:gd name="connsiteX5" fmla="*/ 1049 w 4078220"/>
                    <a:gd name="connsiteY5" fmla="*/ 1408178 h 1416783"/>
                    <a:gd name="connsiteX6" fmla="*/ 66826 w 4078220"/>
                    <a:gd name="connsiteY6" fmla="*/ 1267877 h 1416783"/>
                    <a:gd name="connsiteX7" fmla="*/ 0 w 4078220"/>
                    <a:gd name="connsiteY7" fmla="*/ 1125337 h 1416783"/>
                    <a:gd name="connsiteX8" fmla="*/ 56136 w 4078220"/>
                    <a:gd name="connsiteY8" fmla="*/ 1130280 h 1416783"/>
                    <a:gd name="connsiteX9" fmla="*/ 993091 w 4078220"/>
                    <a:gd name="connsiteY9" fmla="*/ 1010404 h 1416783"/>
                    <a:gd name="connsiteX10" fmla="*/ 2789921 w 4078220"/>
                    <a:gd name="connsiteY10" fmla="*/ 335322 h 1416783"/>
                    <a:gd name="connsiteX11" fmla="*/ 3867708 w 4078220"/>
                    <a:gd name="connsiteY11" fmla="*/ 107516 h 1416783"/>
                    <a:gd name="connsiteX12" fmla="*/ 3888078 w 4078220"/>
                    <a:gd name="connsiteY12" fmla="*/ 0 h 1416783"/>
                    <a:gd name="connsiteX13" fmla="*/ 4078220 w 4078220"/>
                    <a:gd name="connsiteY13" fmla="*/ 299020 h 1416783"/>
                    <a:gd name="connsiteX0" fmla="*/ 4078220 w 4078220"/>
                    <a:gd name="connsiteY0" fmla="*/ 298242 h 1416005"/>
                    <a:gd name="connsiteX1" fmla="*/ 3775519 w 4078220"/>
                    <a:gd name="connsiteY1" fmla="*/ 477371 h 1416005"/>
                    <a:gd name="connsiteX2" fmla="*/ 3792770 w 4078220"/>
                    <a:gd name="connsiteY2" fmla="*/ 376057 h 1416005"/>
                    <a:gd name="connsiteX3" fmla="*/ 2379369 w 4078220"/>
                    <a:gd name="connsiteY3" fmla="*/ 802538 h 1416005"/>
                    <a:gd name="connsiteX4" fmla="*/ 45147 w 4078220"/>
                    <a:gd name="connsiteY4" fmla="*/ 1411283 h 1416005"/>
                    <a:gd name="connsiteX5" fmla="*/ 1049 w 4078220"/>
                    <a:gd name="connsiteY5" fmla="*/ 1407400 h 1416005"/>
                    <a:gd name="connsiteX6" fmla="*/ 66826 w 4078220"/>
                    <a:gd name="connsiteY6" fmla="*/ 1267099 h 1416005"/>
                    <a:gd name="connsiteX7" fmla="*/ 0 w 4078220"/>
                    <a:gd name="connsiteY7" fmla="*/ 1124559 h 1416005"/>
                    <a:gd name="connsiteX8" fmla="*/ 56136 w 4078220"/>
                    <a:gd name="connsiteY8" fmla="*/ 1129502 h 1416005"/>
                    <a:gd name="connsiteX9" fmla="*/ 993091 w 4078220"/>
                    <a:gd name="connsiteY9" fmla="*/ 1009626 h 1416005"/>
                    <a:gd name="connsiteX10" fmla="*/ 2789921 w 4078220"/>
                    <a:gd name="connsiteY10" fmla="*/ 334544 h 1416005"/>
                    <a:gd name="connsiteX11" fmla="*/ 3867708 w 4078220"/>
                    <a:gd name="connsiteY11" fmla="*/ 106738 h 1416005"/>
                    <a:gd name="connsiteX12" fmla="*/ 3884802 w 4078220"/>
                    <a:gd name="connsiteY12" fmla="*/ 0 h 1416005"/>
                    <a:gd name="connsiteX13" fmla="*/ 4078220 w 4078220"/>
                    <a:gd name="connsiteY13" fmla="*/ 298242 h 14160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078220" h="1416005">
                      <a:moveTo>
                        <a:pt x="4078220" y="298242"/>
                      </a:moveTo>
                      <a:cubicBezTo>
                        <a:pt x="3977320" y="357952"/>
                        <a:pt x="3886556" y="423906"/>
                        <a:pt x="3775519" y="477371"/>
                      </a:cubicBezTo>
                      <a:lnTo>
                        <a:pt x="3792770" y="376057"/>
                      </a:lnTo>
                      <a:cubicBezTo>
                        <a:pt x="3449669" y="355236"/>
                        <a:pt x="2926933" y="582536"/>
                        <a:pt x="2379369" y="802538"/>
                      </a:cubicBezTo>
                      <a:cubicBezTo>
                        <a:pt x="1742854" y="1085206"/>
                        <a:pt x="748997" y="1462582"/>
                        <a:pt x="45147" y="1411283"/>
                      </a:cubicBezTo>
                      <a:lnTo>
                        <a:pt x="1049" y="1407400"/>
                      </a:lnTo>
                      <a:lnTo>
                        <a:pt x="66826" y="1267099"/>
                      </a:lnTo>
                      <a:lnTo>
                        <a:pt x="0" y="1124559"/>
                      </a:lnTo>
                      <a:lnTo>
                        <a:pt x="56136" y="1129502"/>
                      </a:lnTo>
                      <a:cubicBezTo>
                        <a:pt x="569435" y="1098838"/>
                        <a:pt x="537460" y="1142119"/>
                        <a:pt x="993091" y="1009626"/>
                      </a:cubicBezTo>
                      <a:cubicBezTo>
                        <a:pt x="1448722" y="877133"/>
                        <a:pt x="2190978" y="559571"/>
                        <a:pt x="2789921" y="334544"/>
                      </a:cubicBezTo>
                      <a:cubicBezTo>
                        <a:pt x="3055803" y="234640"/>
                        <a:pt x="3402529" y="67074"/>
                        <a:pt x="3867708" y="106738"/>
                      </a:cubicBezTo>
                      <a:lnTo>
                        <a:pt x="3884802" y="0"/>
                      </a:lnTo>
                      <a:lnTo>
                        <a:pt x="4078220" y="298242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7" name="Freeform: Shape 352">
                  <a:extLst>
                    <a:ext uri="{FF2B5EF4-FFF2-40B4-BE49-F238E27FC236}">
                      <a16:creationId xmlns:a16="http://schemas.microsoft.com/office/drawing/2014/main" id="{8D113C18-B377-0A07-89DB-55A2735A30F3}"/>
                    </a:ext>
                  </a:extLst>
                </p:cNvPr>
                <p:cNvSpPr/>
                <p:nvPr/>
              </p:nvSpPr>
              <p:spPr>
                <a:xfrm rot="16200000">
                  <a:off x="4427668" y="1985934"/>
                  <a:ext cx="313279" cy="287361"/>
                </a:xfrm>
                <a:custGeom>
                  <a:avLst/>
                  <a:gdLst>
                    <a:gd name="connsiteX0" fmla="*/ 283166 w 283166"/>
                    <a:gd name="connsiteY0" fmla="*/ 132069 h 260258"/>
                    <a:gd name="connsiteX1" fmla="*/ 251531 w 283166"/>
                    <a:gd name="connsiteY1" fmla="*/ 184143 h 260258"/>
                    <a:gd name="connsiteX2" fmla="*/ 193182 w 283166"/>
                    <a:gd name="connsiteY2" fmla="*/ 260258 h 260258"/>
                    <a:gd name="connsiteX3" fmla="*/ 76926 w 283166"/>
                    <a:gd name="connsiteY3" fmla="*/ 49679 h 260258"/>
                    <a:gd name="connsiteX4" fmla="*/ 0 w 283166"/>
                    <a:gd name="connsiteY4" fmla="*/ 49679 h 260258"/>
                    <a:gd name="connsiteX5" fmla="*/ 17755 w 283166"/>
                    <a:gd name="connsiteY5" fmla="*/ 26518 h 260258"/>
                    <a:gd name="connsiteX6" fmla="*/ 33866 w 283166"/>
                    <a:gd name="connsiteY6" fmla="*/ 0 h 260258"/>
                    <a:gd name="connsiteX7" fmla="*/ 187303 w 283166"/>
                    <a:gd name="connsiteY7" fmla="*/ 6463 h 260258"/>
                    <a:gd name="connsiteX8" fmla="*/ 283166 w 283166"/>
                    <a:gd name="connsiteY8" fmla="*/ 132069 h 260258"/>
                    <a:gd name="connsiteX0" fmla="*/ 307257 w 307257"/>
                    <a:gd name="connsiteY0" fmla="*/ 132069 h 260258"/>
                    <a:gd name="connsiteX1" fmla="*/ 275622 w 307257"/>
                    <a:gd name="connsiteY1" fmla="*/ 184143 h 260258"/>
                    <a:gd name="connsiteX2" fmla="*/ 217273 w 307257"/>
                    <a:gd name="connsiteY2" fmla="*/ 260258 h 260258"/>
                    <a:gd name="connsiteX3" fmla="*/ 101017 w 307257"/>
                    <a:gd name="connsiteY3" fmla="*/ 49679 h 260258"/>
                    <a:gd name="connsiteX4" fmla="*/ 0 w 307257"/>
                    <a:gd name="connsiteY4" fmla="*/ 82806 h 260258"/>
                    <a:gd name="connsiteX5" fmla="*/ 41846 w 307257"/>
                    <a:gd name="connsiteY5" fmla="*/ 26518 h 260258"/>
                    <a:gd name="connsiteX6" fmla="*/ 57957 w 307257"/>
                    <a:gd name="connsiteY6" fmla="*/ 0 h 260258"/>
                    <a:gd name="connsiteX7" fmla="*/ 211394 w 307257"/>
                    <a:gd name="connsiteY7" fmla="*/ 6463 h 260258"/>
                    <a:gd name="connsiteX8" fmla="*/ 307257 w 307257"/>
                    <a:gd name="connsiteY8" fmla="*/ 132069 h 260258"/>
                    <a:gd name="connsiteX0" fmla="*/ 307257 w 307257"/>
                    <a:gd name="connsiteY0" fmla="*/ 132069 h 260258"/>
                    <a:gd name="connsiteX1" fmla="*/ 275622 w 307257"/>
                    <a:gd name="connsiteY1" fmla="*/ 184143 h 260258"/>
                    <a:gd name="connsiteX2" fmla="*/ 217273 w 307257"/>
                    <a:gd name="connsiteY2" fmla="*/ 260258 h 260258"/>
                    <a:gd name="connsiteX3" fmla="*/ 113061 w 307257"/>
                    <a:gd name="connsiteY3" fmla="*/ 94851 h 260258"/>
                    <a:gd name="connsiteX4" fmla="*/ 0 w 307257"/>
                    <a:gd name="connsiteY4" fmla="*/ 82806 h 260258"/>
                    <a:gd name="connsiteX5" fmla="*/ 41846 w 307257"/>
                    <a:gd name="connsiteY5" fmla="*/ 26518 h 260258"/>
                    <a:gd name="connsiteX6" fmla="*/ 57957 w 307257"/>
                    <a:gd name="connsiteY6" fmla="*/ 0 h 260258"/>
                    <a:gd name="connsiteX7" fmla="*/ 211394 w 307257"/>
                    <a:gd name="connsiteY7" fmla="*/ 6463 h 260258"/>
                    <a:gd name="connsiteX8" fmla="*/ 307257 w 307257"/>
                    <a:gd name="connsiteY8" fmla="*/ 132069 h 260258"/>
                    <a:gd name="connsiteX0" fmla="*/ 313280 w 313280"/>
                    <a:gd name="connsiteY0" fmla="*/ 132069 h 260258"/>
                    <a:gd name="connsiteX1" fmla="*/ 281645 w 313280"/>
                    <a:gd name="connsiteY1" fmla="*/ 184143 h 260258"/>
                    <a:gd name="connsiteX2" fmla="*/ 223296 w 313280"/>
                    <a:gd name="connsiteY2" fmla="*/ 260258 h 260258"/>
                    <a:gd name="connsiteX3" fmla="*/ 119084 w 313280"/>
                    <a:gd name="connsiteY3" fmla="*/ 94851 h 260258"/>
                    <a:gd name="connsiteX4" fmla="*/ 0 w 313280"/>
                    <a:gd name="connsiteY4" fmla="*/ 109910 h 260258"/>
                    <a:gd name="connsiteX5" fmla="*/ 47869 w 313280"/>
                    <a:gd name="connsiteY5" fmla="*/ 26518 h 260258"/>
                    <a:gd name="connsiteX6" fmla="*/ 63980 w 313280"/>
                    <a:gd name="connsiteY6" fmla="*/ 0 h 260258"/>
                    <a:gd name="connsiteX7" fmla="*/ 217417 w 313280"/>
                    <a:gd name="connsiteY7" fmla="*/ 6463 h 260258"/>
                    <a:gd name="connsiteX8" fmla="*/ 313280 w 313280"/>
                    <a:gd name="connsiteY8" fmla="*/ 132069 h 260258"/>
                    <a:gd name="connsiteX0" fmla="*/ 313280 w 313280"/>
                    <a:gd name="connsiteY0" fmla="*/ 132069 h 287362"/>
                    <a:gd name="connsiteX1" fmla="*/ 281645 w 313280"/>
                    <a:gd name="connsiteY1" fmla="*/ 184143 h 287362"/>
                    <a:gd name="connsiteX2" fmla="*/ 211250 w 313280"/>
                    <a:gd name="connsiteY2" fmla="*/ 287362 h 287362"/>
                    <a:gd name="connsiteX3" fmla="*/ 119084 w 313280"/>
                    <a:gd name="connsiteY3" fmla="*/ 94851 h 287362"/>
                    <a:gd name="connsiteX4" fmla="*/ 0 w 313280"/>
                    <a:gd name="connsiteY4" fmla="*/ 109910 h 287362"/>
                    <a:gd name="connsiteX5" fmla="*/ 47869 w 313280"/>
                    <a:gd name="connsiteY5" fmla="*/ 26518 h 287362"/>
                    <a:gd name="connsiteX6" fmla="*/ 63980 w 313280"/>
                    <a:gd name="connsiteY6" fmla="*/ 0 h 287362"/>
                    <a:gd name="connsiteX7" fmla="*/ 217417 w 313280"/>
                    <a:gd name="connsiteY7" fmla="*/ 6463 h 287362"/>
                    <a:gd name="connsiteX8" fmla="*/ 313280 w 313280"/>
                    <a:gd name="connsiteY8" fmla="*/ 132069 h 287362"/>
                    <a:gd name="connsiteX0" fmla="*/ 313280 w 313280"/>
                    <a:gd name="connsiteY0" fmla="*/ 132069 h 287362"/>
                    <a:gd name="connsiteX1" fmla="*/ 281645 w 313280"/>
                    <a:gd name="connsiteY1" fmla="*/ 184143 h 287362"/>
                    <a:gd name="connsiteX2" fmla="*/ 211250 w 313280"/>
                    <a:gd name="connsiteY2" fmla="*/ 287362 h 287362"/>
                    <a:gd name="connsiteX3" fmla="*/ 116072 w 313280"/>
                    <a:gd name="connsiteY3" fmla="*/ 106896 h 287362"/>
                    <a:gd name="connsiteX4" fmla="*/ 0 w 313280"/>
                    <a:gd name="connsiteY4" fmla="*/ 109910 h 287362"/>
                    <a:gd name="connsiteX5" fmla="*/ 47869 w 313280"/>
                    <a:gd name="connsiteY5" fmla="*/ 26518 h 287362"/>
                    <a:gd name="connsiteX6" fmla="*/ 63980 w 313280"/>
                    <a:gd name="connsiteY6" fmla="*/ 0 h 287362"/>
                    <a:gd name="connsiteX7" fmla="*/ 217417 w 313280"/>
                    <a:gd name="connsiteY7" fmla="*/ 6463 h 287362"/>
                    <a:gd name="connsiteX8" fmla="*/ 313280 w 313280"/>
                    <a:gd name="connsiteY8" fmla="*/ 132069 h 287362"/>
                    <a:gd name="connsiteX0" fmla="*/ 313280 w 313280"/>
                    <a:gd name="connsiteY0" fmla="*/ 132069 h 287362"/>
                    <a:gd name="connsiteX1" fmla="*/ 281645 w 313280"/>
                    <a:gd name="connsiteY1" fmla="*/ 184143 h 287362"/>
                    <a:gd name="connsiteX2" fmla="*/ 211250 w 313280"/>
                    <a:gd name="connsiteY2" fmla="*/ 287362 h 287362"/>
                    <a:gd name="connsiteX3" fmla="*/ 102521 w 313280"/>
                    <a:gd name="connsiteY3" fmla="*/ 136256 h 287362"/>
                    <a:gd name="connsiteX4" fmla="*/ 0 w 313280"/>
                    <a:gd name="connsiteY4" fmla="*/ 109910 h 287362"/>
                    <a:gd name="connsiteX5" fmla="*/ 47869 w 313280"/>
                    <a:gd name="connsiteY5" fmla="*/ 26518 h 287362"/>
                    <a:gd name="connsiteX6" fmla="*/ 63980 w 313280"/>
                    <a:gd name="connsiteY6" fmla="*/ 0 h 287362"/>
                    <a:gd name="connsiteX7" fmla="*/ 217417 w 313280"/>
                    <a:gd name="connsiteY7" fmla="*/ 6463 h 287362"/>
                    <a:gd name="connsiteX8" fmla="*/ 313280 w 313280"/>
                    <a:gd name="connsiteY8" fmla="*/ 132069 h 287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13280" h="287362">
                      <a:moveTo>
                        <a:pt x="313280" y="132069"/>
                      </a:moveTo>
                      <a:lnTo>
                        <a:pt x="281645" y="184143"/>
                      </a:lnTo>
                      <a:lnTo>
                        <a:pt x="211250" y="287362"/>
                      </a:lnTo>
                      <a:lnTo>
                        <a:pt x="102521" y="136256"/>
                      </a:lnTo>
                      <a:lnTo>
                        <a:pt x="0" y="109910"/>
                      </a:lnTo>
                      <a:lnTo>
                        <a:pt x="47869" y="26518"/>
                      </a:lnTo>
                      <a:lnTo>
                        <a:pt x="63980" y="0"/>
                      </a:lnTo>
                      <a:lnTo>
                        <a:pt x="217417" y="6463"/>
                      </a:lnTo>
                      <a:lnTo>
                        <a:pt x="313280" y="132069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 dirty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118" name="Freeform: Shape 353">
                  <a:extLst>
                    <a:ext uri="{FF2B5EF4-FFF2-40B4-BE49-F238E27FC236}">
                      <a16:creationId xmlns:a16="http://schemas.microsoft.com/office/drawing/2014/main" id="{39378594-45C0-138D-7806-2762F9A19697}"/>
                    </a:ext>
                  </a:extLst>
                </p:cNvPr>
                <p:cNvSpPr/>
                <p:nvPr/>
              </p:nvSpPr>
              <p:spPr>
                <a:xfrm rot="16200000">
                  <a:off x="4438064" y="4776639"/>
                  <a:ext cx="336781" cy="266209"/>
                </a:xfrm>
                <a:custGeom>
                  <a:avLst/>
                  <a:gdLst>
                    <a:gd name="connsiteX0" fmla="*/ 322493 w 322493"/>
                    <a:gd name="connsiteY0" fmla="*/ 45744 h 199536"/>
                    <a:gd name="connsiteX1" fmla="*/ 232789 w 322493"/>
                    <a:gd name="connsiteY1" fmla="*/ 182592 h 199536"/>
                    <a:gd name="connsiteX2" fmla="*/ 84508 w 322493"/>
                    <a:gd name="connsiteY2" fmla="*/ 199536 h 199536"/>
                    <a:gd name="connsiteX3" fmla="*/ 52972 w 322493"/>
                    <a:gd name="connsiteY3" fmla="*/ 136573 h 199536"/>
                    <a:gd name="connsiteX4" fmla="*/ 4476 w 322493"/>
                    <a:gd name="connsiteY4" fmla="*/ 14333 h 199536"/>
                    <a:gd name="connsiteX5" fmla="*/ 0 w 322493"/>
                    <a:gd name="connsiteY5" fmla="*/ 0 h 199536"/>
                    <a:gd name="connsiteX6" fmla="*/ 301954 w 322493"/>
                    <a:gd name="connsiteY6" fmla="*/ 0 h 199536"/>
                    <a:gd name="connsiteX7" fmla="*/ 310994 w 322493"/>
                    <a:gd name="connsiteY7" fmla="*/ 22787 h 199536"/>
                    <a:gd name="connsiteX8" fmla="*/ 322493 w 322493"/>
                    <a:gd name="connsiteY8" fmla="*/ 45744 h 199536"/>
                    <a:gd name="connsiteX0" fmla="*/ 322493 w 322493"/>
                    <a:gd name="connsiteY0" fmla="*/ 112417 h 266209"/>
                    <a:gd name="connsiteX1" fmla="*/ 232789 w 322493"/>
                    <a:gd name="connsiteY1" fmla="*/ 249265 h 266209"/>
                    <a:gd name="connsiteX2" fmla="*/ 84508 w 322493"/>
                    <a:gd name="connsiteY2" fmla="*/ 266209 h 266209"/>
                    <a:gd name="connsiteX3" fmla="*/ 52972 w 322493"/>
                    <a:gd name="connsiteY3" fmla="*/ 203246 h 266209"/>
                    <a:gd name="connsiteX4" fmla="*/ 4476 w 322493"/>
                    <a:gd name="connsiteY4" fmla="*/ 81006 h 266209"/>
                    <a:gd name="connsiteX5" fmla="*/ 0 w 322493"/>
                    <a:gd name="connsiteY5" fmla="*/ 66673 h 266209"/>
                    <a:gd name="connsiteX6" fmla="*/ 270998 w 322493"/>
                    <a:gd name="connsiteY6" fmla="*/ 0 h 266209"/>
                    <a:gd name="connsiteX7" fmla="*/ 310994 w 322493"/>
                    <a:gd name="connsiteY7" fmla="*/ 89460 h 266209"/>
                    <a:gd name="connsiteX8" fmla="*/ 322493 w 322493"/>
                    <a:gd name="connsiteY8" fmla="*/ 112417 h 266209"/>
                    <a:gd name="connsiteX0" fmla="*/ 336781 w 336781"/>
                    <a:gd name="connsiteY0" fmla="*/ 112417 h 266209"/>
                    <a:gd name="connsiteX1" fmla="*/ 247077 w 336781"/>
                    <a:gd name="connsiteY1" fmla="*/ 249265 h 266209"/>
                    <a:gd name="connsiteX2" fmla="*/ 98796 w 336781"/>
                    <a:gd name="connsiteY2" fmla="*/ 266209 h 266209"/>
                    <a:gd name="connsiteX3" fmla="*/ 67260 w 336781"/>
                    <a:gd name="connsiteY3" fmla="*/ 203246 h 266209"/>
                    <a:gd name="connsiteX4" fmla="*/ 18764 w 336781"/>
                    <a:gd name="connsiteY4" fmla="*/ 81006 h 266209"/>
                    <a:gd name="connsiteX5" fmla="*/ 0 w 336781"/>
                    <a:gd name="connsiteY5" fmla="*/ 19048 h 266209"/>
                    <a:gd name="connsiteX6" fmla="*/ 285286 w 336781"/>
                    <a:gd name="connsiteY6" fmla="*/ 0 h 266209"/>
                    <a:gd name="connsiteX7" fmla="*/ 325282 w 336781"/>
                    <a:gd name="connsiteY7" fmla="*/ 89460 h 266209"/>
                    <a:gd name="connsiteX8" fmla="*/ 336781 w 336781"/>
                    <a:gd name="connsiteY8" fmla="*/ 112417 h 266209"/>
                    <a:gd name="connsiteX0" fmla="*/ 336781 w 336781"/>
                    <a:gd name="connsiteY0" fmla="*/ 112417 h 266209"/>
                    <a:gd name="connsiteX1" fmla="*/ 247077 w 336781"/>
                    <a:gd name="connsiteY1" fmla="*/ 249265 h 266209"/>
                    <a:gd name="connsiteX2" fmla="*/ 98796 w 336781"/>
                    <a:gd name="connsiteY2" fmla="*/ 266209 h 266209"/>
                    <a:gd name="connsiteX3" fmla="*/ 67260 w 336781"/>
                    <a:gd name="connsiteY3" fmla="*/ 203246 h 266209"/>
                    <a:gd name="connsiteX4" fmla="*/ 18764 w 336781"/>
                    <a:gd name="connsiteY4" fmla="*/ 81006 h 266209"/>
                    <a:gd name="connsiteX5" fmla="*/ 0 w 336781"/>
                    <a:gd name="connsiteY5" fmla="*/ 7142 h 266209"/>
                    <a:gd name="connsiteX6" fmla="*/ 285286 w 336781"/>
                    <a:gd name="connsiteY6" fmla="*/ 0 h 266209"/>
                    <a:gd name="connsiteX7" fmla="*/ 325282 w 336781"/>
                    <a:gd name="connsiteY7" fmla="*/ 89460 h 266209"/>
                    <a:gd name="connsiteX8" fmla="*/ 336781 w 336781"/>
                    <a:gd name="connsiteY8" fmla="*/ 112417 h 266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36781" h="266209">
                      <a:moveTo>
                        <a:pt x="336781" y="112417"/>
                      </a:moveTo>
                      <a:lnTo>
                        <a:pt x="247077" y="249265"/>
                      </a:lnTo>
                      <a:lnTo>
                        <a:pt x="98796" y="266209"/>
                      </a:lnTo>
                      <a:lnTo>
                        <a:pt x="67260" y="203246"/>
                      </a:lnTo>
                      <a:cubicBezTo>
                        <a:pt x="49661" y="163305"/>
                        <a:pt x="33472" y="122540"/>
                        <a:pt x="18764" y="81006"/>
                      </a:cubicBezTo>
                      <a:lnTo>
                        <a:pt x="0" y="7142"/>
                      </a:lnTo>
                      <a:lnTo>
                        <a:pt x="285286" y="0"/>
                      </a:lnTo>
                      <a:lnTo>
                        <a:pt x="325282" y="89460"/>
                      </a:lnTo>
                      <a:lnTo>
                        <a:pt x="336781" y="112417"/>
                      </a:lnTo>
                      <a:close/>
                    </a:path>
                  </a:pathLst>
                </a:custGeom>
                <a:solidFill>
                  <a:srgbClr val="343268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F07A6B98-E3D2-295A-CA06-F87598C87610}"/>
                  </a:ext>
                </a:extLst>
              </p:cNvPr>
              <p:cNvGrpSpPr/>
              <p:nvPr/>
            </p:nvGrpSpPr>
            <p:grpSpPr>
              <a:xfrm>
                <a:off x="2712081" y="856223"/>
                <a:ext cx="3959211" cy="4201536"/>
                <a:chOff x="1225084" y="1117910"/>
                <a:chExt cx="4332945" cy="4598144"/>
              </a:xfrm>
            </p:grpSpPr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1BE77374-B7F2-03E3-08CF-B372E937439C}"/>
                    </a:ext>
                  </a:extLst>
                </p:cNvPr>
                <p:cNvGrpSpPr/>
                <p:nvPr/>
              </p:nvGrpSpPr>
              <p:grpSpPr>
                <a:xfrm>
                  <a:off x="3076869" y="1117910"/>
                  <a:ext cx="1174608" cy="1174606"/>
                  <a:chOff x="3076869" y="1117910"/>
                  <a:chExt cx="1174608" cy="1174606"/>
                </a:xfrm>
              </p:grpSpPr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E25E3097-2C6C-E2B1-DE06-5A9C37C34D8F}"/>
                      </a:ext>
                    </a:extLst>
                  </p:cNvPr>
                  <p:cNvGrpSpPr/>
                  <p:nvPr/>
                </p:nvGrpSpPr>
                <p:grpSpPr>
                  <a:xfrm>
                    <a:off x="3076869" y="1117910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156A833B-DF06-1B50-89ED-5F4D34FB7D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109" name="Oval 108">
                        <a:extLst>
                          <a:ext uri="{FF2B5EF4-FFF2-40B4-BE49-F238E27FC236}">
                            <a16:creationId xmlns:a16="http://schemas.microsoft.com/office/drawing/2014/main" id="{E6A06653-2A09-AE91-3522-F32D406A7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10" name="Oval 109">
                        <a:extLst>
                          <a:ext uri="{FF2B5EF4-FFF2-40B4-BE49-F238E27FC236}">
                            <a16:creationId xmlns:a16="http://schemas.microsoft.com/office/drawing/2014/main" id="{377549B8-DC7B-8F66-C9AD-AE6B1E76C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08" name="Oval 15">
                      <a:extLst>
                        <a:ext uri="{FF2B5EF4-FFF2-40B4-BE49-F238E27FC236}">
                          <a16:creationId xmlns:a16="http://schemas.microsoft.com/office/drawing/2014/main" id="{580E7041-9764-C850-B903-9CC68231586D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E4661A9F-AD82-648D-E675-8B7BA2A57AA5}"/>
                      </a:ext>
                    </a:extLst>
                  </p:cNvPr>
                  <p:cNvSpPr txBox="1"/>
                  <p:nvPr/>
                </p:nvSpPr>
                <p:spPr>
                  <a:xfrm>
                    <a:off x="3292987" y="1481788"/>
                    <a:ext cx="742374" cy="44685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Call for Sponsors</a:t>
                    </a:r>
                    <a:endParaRPr lang="en-IN" sz="20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BA340416-9FD7-79A2-CFE4-F7DDB7E5B5FE}"/>
                    </a:ext>
                  </a:extLst>
                </p:cNvPr>
                <p:cNvGrpSpPr/>
                <p:nvPr/>
              </p:nvGrpSpPr>
              <p:grpSpPr>
                <a:xfrm>
                  <a:off x="4383421" y="1847356"/>
                  <a:ext cx="1174608" cy="1174606"/>
                  <a:chOff x="4383421" y="1847356"/>
                  <a:chExt cx="1174608" cy="1174606"/>
                </a:xfrm>
              </p:grpSpPr>
              <p:grpSp>
                <p:nvGrpSpPr>
                  <p:cNvPr id="99" name="Group 98">
                    <a:extLst>
                      <a:ext uri="{FF2B5EF4-FFF2-40B4-BE49-F238E27FC236}">
                        <a16:creationId xmlns:a16="http://schemas.microsoft.com/office/drawing/2014/main" id="{F58E3E7F-828D-5D53-E7E2-46848D153767}"/>
                      </a:ext>
                    </a:extLst>
                  </p:cNvPr>
                  <p:cNvGrpSpPr/>
                  <p:nvPr/>
                </p:nvGrpSpPr>
                <p:grpSpPr>
                  <a:xfrm>
                    <a:off x="4383421" y="1847356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101" name="Group 100">
                      <a:extLst>
                        <a:ext uri="{FF2B5EF4-FFF2-40B4-BE49-F238E27FC236}">
                          <a16:creationId xmlns:a16="http://schemas.microsoft.com/office/drawing/2014/main" id="{15370965-71B4-9B97-366A-E5183DAF42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103" name="Oval 102">
                        <a:extLst>
                          <a:ext uri="{FF2B5EF4-FFF2-40B4-BE49-F238E27FC236}">
                            <a16:creationId xmlns:a16="http://schemas.microsoft.com/office/drawing/2014/main" id="{F59A3923-B931-27DB-B5FB-C813E5883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104" name="Oval 103">
                        <a:extLst>
                          <a:ext uri="{FF2B5EF4-FFF2-40B4-BE49-F238E27FC236}">
                            <a16:creationId xmlns:a16="http://schemas.microsoft.com/office/drawing/2014/main" id="{AF81E097-9A73-8664-D66E-2F59329E2C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5" y="4593631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102" name="Oval 15">
                      <a:extLst>
                        <a:ext uri="{FF2B5EF4-FFF2-40B4-BE49-F238E27FC236}">
                          <a16:creationId xmlns:a16="http://schemas.microsoft.com/office/drawing/2014/main" id="{D4249293-4082-9F81-6531-556C2C6A6E1A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721CC57F-7F0F-0FA4-F89D-4D44BB9BA78E}"/>
                      </a:ext>
                    </a:extLst>
                  </p:cNvPr>
                  <p:cNvSpPr txBox="1"/>
                  <p:nvPr/>
                </p:nvSpPr>
                <p:spPr>
                  <a:xfrm>
                    <a:off x="4611143" y="2264092"/>
                    <a:ext cx="719163" cy="341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Identify </a:t>
                    </a:r>
                  </a:p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Project</a:t>
                    </a:r>
                    <a:endParaRPr lang="en-IN" sz="22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6E840362-D466-A1FC-E65A-CF15D59E2EF6}"/>
                    </a:ext>
                  </a:extLst>
                </p:cNvPr>
                <p:cNvGrpSpPr/>
                <p:nvPr/>
              </p:nvGrpSpPr>
              <p:grpSpPr>
                <a:xfrm>
                  <a:off x="1716098" y="1542645"/>
                  <a:ext cx="1174608" cy="1174606"/>
                  <a:chOff x="1716098" y="1542645"/>
                  <a:chExt cx="1174608" cy="1174606"/>
                </a:xfrm>
              </p:grpSpPr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0F1BF9AE-573B-365F-2CE4-632A8E06C898}"/>
                      </a:ext>
                    </a:extLst>
                  </p:cNvPr>
                  <p:cNvGrpSpPr/>
                  <p:nvPr/>
                </p:nvGrpSpPr>
                <p:grpSpPr>
                  <a:xfrm>
                    <a:off x="1716098" y="1542645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95" name="Group 94">
                      <a:extLst>
                        <a:ext uri="{FF2B5EF4-FFF2-40B4-BE49-F238E27FC236}">
                          <a16:creationId xmlns:a16="http://schemas.microsoft.com/office/drawing/2014/main" id="{4A152AC5-8D47-F241-DB19-438EC45381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97" name="Oval 96">
                        <a:extLst>
                          <a:ext uri="{FF2B5EF4-FFF2-40B4-BE49-F238E27FC236}">
                            <a16:creationId xmlns:a16="http://schemas.microsoft.com/office/drawing/2014/main" id="{6D548954-B9A1-15BD-D9CC-7C7C40C506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8" name="Oval 97">
                        <a:extLst>
                          <a:ext uri="{FF2B5EF4-FFF2-40B4-BE49-F238E27FC236}">
                            <a16:creationId xmlns:a16="http://schemas.microsoft.com/office/drawing/2014/main" id="{3C71B684-336A-2B18-1FF1-E8FFB0858C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96" name="Oval 15">
                      <a:extLst>
                        <a:ext uri="{FF2B5EF4-FFF2-40B4-BE49-F238E27FC236}">
                          <a16:creationId xmlns:a16="http://schemas.microsoft.com/office/drawing/2014/main" id="{51D6E920-3BC9-4027-CB59-526DB68F496A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0414D56A-3A92-8304-2EA1-1156B7AC2E46}"/>
                      </a:ext>
                    </a:extLst>
                  </p:cNvPr>
                  <p:cNvSpPr txBox="1"/>
                  <p:nvPr/>
                </p:nvSpPr>
                <p:spPr>
                  <a:xfrm>
                    <a:off x="1882026" y="1959380"/>
                    <a:ext cx="842757" cy="341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IN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Create public call</a:t>
                    </a:r>
                  </a:p>
                </p:txBody>
              </p:sp>
            </p:grp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E88DB48C-0286-DF1A-4148-506F8DD341E1}"/>
                    </a:ext>
                  </a:extLst>
                </p:cNvPr>
                <p:cNvGrpSpPr/>
                <p:nvPr/>
              </p:nvGrpSpPr>
              <p:grpSpPr>
                <a:xfrm>
                  <a:off x="1225084" y="2949413"/>
                  <a:ext cx="1174608" cy="1174606"/>
                  <a:chOff x="1225084" y="2949413"/>
                  <a:chExt cx="1174608" cy="1174606"/>
                </a:xfrm>
              </p:grpSpPr>
              <p:grpSp>
                <p:nvGrpSpPr>
                  <p:cNvPr id="87" name="Group 86">
                    <a:extLst>
                      <a:ext uri="{FF2B5EF4-FFF2-40B4-BE49-F238E27FC236}">
                        <a16:creationId xmlns:a16="http://schemas.microsoft.com/office/drawing/2014/main" id="{219079DE-542A-77FF-E21E-6F6647E911D6}"/>
                      </a:ext>
                    </a:extLst>
                  </p:cNvPr>
                  <p:cNvGrpSpPr/>
                  <p:nvPr/>
                </p:nvGrpSpPr>
                <p:grpSpPr>
                  <a:xfrm>
                    <a:off x="1225084" y="2949413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89" name="Group 88">
                      <a:extLst>
                        <a:ext uri="{FF2B5EF4-FFF2-40B4-BE49-F238E27FC236}">
                          <a16:creationId xmlns:a16="http://schemas.microsoft.com/office/drawing/2014/main" id="{12387D7F-E19E-7E84-A494-C3CB4A18C2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91" name="Oval 90">
                        <a:extLst>
                          <a:ext uri="{FF2B5EF4-FFF2-40B4-BE49-F238E27FC236}">
                            <a16:creationId xmlns:a16="http://schemas.microsoft.com/office/drawing/2014/main" id="{4B02E28A-936E-D3BD-40E7-A1CDAFEA21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2" name="Oval 91">
                        <a:extLst>
                          <a:ext uri="{FF2B5EF4-FFF2-40B4-BE49-F238E27FC236}">
                            <a16:creationId xmlns:a16="http://schemas.microsoft.com/office/drawing/2014/main" id="{F7AEB976-04D7-F329-F646-0327E22A2E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90" name="Oval 15">
                      <a:extLst>
                        <a:ext uri="{FF2B5EF4-FFF2-40B4-BE49-F238E27FC236}">
                          <a16:creationId xmlns:a16="http://schemas.microsoft.com/office/drawing/2014/main" id="{B0EB617A-CAF2-081E-86FA-31304EF58688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7750D82E-1933-8AC6-8B99-CD0240957E42}"/>
                      </a:ext>
                    </a:extLst>
                  </p:cNvPr>
                  <p:cNvSpPr txBox="1"/>
                  <p:nvPr/>
                </p:nvSpPr>
                <p:spPr>
                  <a:xfrm>
                    <a:off x="1382283" y="3366149"/>
                    <a:ext cx="860210" cy="341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Select best members</a:t>
                    </a:r>
                    <a:endParaRPr lang="en-IN" sz="22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C6FE7CA9-6A06-C90C-9F2F-C33F13A86797}"/>
                    </a:ext>
                  </a:extLst>
                </p:cNvPr>
                <p:cNvGrpSpPr/>
                <p:nvPr/>
              </p:nvGrpSpPr>
              <p:grpSpPr>
                <a:xfrm>
                  <a:off x="1871078" y="4260230"/>
                  <a:ext cx="1174608" cy="1174606"/>
                  <a:chOff x="1871078" y="4260230"/>
                  <a:chExt cx="1174608" cy="1174606"/>
                </a:xfrm>
              </p:grpSpPr>
              <p:grpSp>
                <p:nvGrpSpPr>
                  <p:cNvPr id="81" name="Group 80">
                    <a:extLst>
                      <a:ext uri="{FF2B5EF4-FFF2-40B4-BE49-F238E27FC236}">
                        <a16:creationId xmlns:a16="http://schemas.microsoft.com/office/drawing/2014/main" id="{4BA5C6AC-AC52-7678-2556-E8D3120E408D}"/>
                      </a:ext>
                    </a:extLst>
                  </p:cNvPr>
                  <p:cNvGrpSpPr/>
                  <p:nvPr/>
                </p:nvGrpSpPr>
                <p:grpSpPr>
                  <a:xfrm>
                    <a:off x="1871078" y="4260230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83" name="Group 82">
                      <a:extLst>
                        <a:ext uri="{FF2B5EF4-FFF2-40B4-BE49-F238E27FC236}">
                          <a16:creationId xmlns:a16="http://schemas.microsoft.com/office/drawing/2014/main" id="{4C506EF2-953C-49C0-7D7D-E9AB503123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85" name="Oval 84">
                        <a:extLst>
                          <a:ext uri="{FF2B5EF4-FFF2-40B4-BE49-F238E27FC236}">
                            <a16:creationId xmlns:a16="http://schemas.microsoft.com/office/drawing/2014/main" id="{B3FBE42E-02DC-CB1A-E7A4-12FD07E8D9D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" name="Oval 85">
                        <a:extLst>
                          <a:ext uri="{FF2B5EF4-FFF2-40B4-BE49-F238E27FC236}">
                            <a16:creationId xmlns:a16="http://schemas.microsoft.com/office/drawing/2014/main" id="{A2BD7531-5218-DD10-B03D-FF29C690CA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84" name="Oval 15">
                      <a:extLst>
                        <a:ext uri="{FF2B5EF4-FFF2-40B4-BE49-F238E27FC236}">
                          <a16:creationId xmlns:a16="http://schemas.microsoft.com/office/drawing/2014/main" id="{AF29E372-9C03-CBB1-8E2C-ADFA3B4DA097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3E0CB665-22F9-F149-6FA7-D11674C87A1A}"/>
                      </a:ext>
                    </a:extLst>
                  </p:cNvPr>
                  <p:cNvSpPr txBox="1"/>
                  <p:nvPr/>
                </p:nvSpPr>
                <p:spPr>
                  <a:xfrm>
                    <a:off x="1957154" y="4676965"/>
                    <a:ext cx="1002459" cy="341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Execute</a:t>
                    </a:r>
                  </a:p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Project</a:t>
                    </a:r>
                    <a:endParaRPr lang="en-IN" sz="22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900F7A51-B349-0615-6943-11022B6394FE}"/>
                    </a:ext>
                  </a:extLst>
                </p:cNvPr>
                <p:cNvGrpSpPr/>
                <p:nvPr/>
              </p:nvGrpSpPr>
              <p:grpSpPr>
                <a:xfrm>
                  <a:off x="3309600" y="4541448"/>
                  <a:ext cx="1174608" cy="1174606"/>
                  <a:chOff x="3309600" y="4541448"/>
                  <a:chExt cx="1174608" cy="1174606"/>
                </a:xfrm>
              </p:grpSpPr>
              <p:grpSp>
                <p:nvGrpSpPr>
                  <p:cNvPr id="75" name="Group 74">
                    <a:extLst>
                      <a:ext uri="{FF2B5EF4-FFF2-40B4-BE49-F238E27FC236}">
                        <a16:creationId xmlns:a16="http://schemas.microsoft.com/office/drawing/2014/main" id="{690CCC38-063E-5C88-DA48-03FEF31C9F79}"/>
                      </a:ext>
                    </a:extLst>
                  </p:cNvPr>
                  <p:cNvGrpSpPr/>
                  <p:nvPr/>
                </p:nvGrpSpPr>
                <p:grpSpPr>
                  <a:xfrm>
                    <a:off x="3309600" y="4541448"/>
                    <a:ext cx="1174608" cy="1174606"/>
                    <a:chOff x="3512530" y="4530146"/>
                    <a:chExt cx="1084870" cy="1084868"/>
                  </a:xfrm>
                </p:grpSpPr>
                <p:grpSp>
                  <p:nvGrpSpPr>
                    <p:cNvPr id="77" name="Group 76">
                      <a:extLst>
                        <a:ext uri="{FF2B5EF4-FFF2-40B4-BE49-F238E27FC236}">
                          <a16:creationId xmlns:a16="http://schemas.microsoft.com/office/drawing/2014/main" id="{978F9669-95EB-89C2-5E36-4D68A92CB76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2530" y="4530146"/>
                      <a:ext cx="1084870" cy="1084868"/>
                      <a:chOff x="3512530" y="4530146"/>
                      <a:chExt cx="1084870" cy="1084868"/>
                    </a:xfrm>
                  </p:grpSpPr>
                  <p:sp>
                    <p:nvSpPr>
                      <p:cNvPr id="79" name="Oval 78">
                        <a:extLst>
                          <a:ext uri="{FF2B5EF4-FFF2-40B4-BE49-F238E27FC236}">
                            <a16:creationId xmlns:a16="http://schemas.microsoft.com/office/drawing/2014/main" id="{3AE85EDD-BCD4-8D2F-DA03-931C6DB50A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2530" y="4530146"/>
                        <a:ext cx="1084870" cy="1084868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>
                        <a:outerShdw blurRad="63500" sx="102000" sy="102000" algn="ctr" rotWithShape="0">
                          <a:prstClr val="black">
                            <a:alpha val="15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IN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0A9EA10F-1FEB-FE51-1570-23B4DE77E8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76016" y="4593632"/>
                        <a:ext cx="957899" cy="957897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3C3977"/>
                          </a:gs>
                          <a:gs pos="77000">
                            <a:srgbClr val="302E60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78" name="Oval 15">
                      <a:extLst>
                        <a:ext uri="{FF2B5EF4-FFF2-40B4-BE49-F238E27FC236}">
                          <a16:creationId xmlns:a16="http://schemas.microsoft.com/office/drawing/2014/main" id="{FC54DD18-EE5F-C38F-CDF0-F55F55C4FE4C}"/>
                        </a:ext>
                      </a:extLst>
                    </p:cNvPr>
                    <p:cNvSpPr/>
                    <p:nvPr/>
                  </p:nvSpPr>
                  <p:spPr>
                    <a:xfrm rot="685469">
                      <a:off x="3646006" y="4639433"/>
                      <a:ext cx="191673" cy="4132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33315" h="1580881">
                          <a:moveTo>
                            <a:pt x="128392" y="976666"/>
                          </a:moveTo>
                          <a:lnTo>
                            <a:pt x="194510" y="1035401"/>
                          </a:lnTo>
                          <a:cubicBezTo>
                            <a:pt x="130933" y="1190883"/>
                            <a:pt x="103823" y="1351609"/>
                            <a:pt x="123357" y="1503362"/>
                          </a:cubicBezTo>
                          <a:cubicBezTo>
                            <a:pt x="107585" y="1516257"/>
                            <a:pt x="93169" y="1530598"/>
                            <a:pt x="79181" y="1545373"/>
                          </a:cubicBezTo>
                          <a:cubicBezTo>
                            <a:pt x="72157" y="1490118"/>
                            <a:pt x="68766" y="1433777"/>
                            <a:pt x="68766" y="1376616"/>
                          </a:cubicBezTo>
                          <a:cubicBezTo>
                            <a:pt x="68766" y="1237233"/>
                            <a:pt x="88927" y="1102728"/>
                            <a:pt x="128392" y="976666"/>
                          </a:cubicBezTo>
                          <a:close/>
                          <a:moveTo>
                            <a:pt x="40339" y="898446"/>
                          </a:moveTo>
                          <a:lnTo>
                            <a:pt x="112261" y="962337"/>
                          </a:lnTo>
                          <a:cubicBezTo>
                            <a:pt x="74160" y="1085932"/>
                            <a:pt x="54864" y="1217624"/>
                            <a:pt x="54864" y="1353984"/>
                          </a:cubicBezTo>
                          <a:cubicBezTo>
                            <a:pt x="54864" y="1422462"/>
                            <a:pt x="59730" y="1489763"/>
                            <a:pt x="70452" y="1555322"/>
                          </a:cubicBezTo>
                          <a:lnTo>
                            <a:pt x="48026" y="1580881"/>
                          </a:lnTo>
                          <a:cubicBezTo>
                            <a:pt x="16027" y="1467032"/>
                            <a:pt x="0" y="1346634"/>
                            <a:pt x="0" y="1222359"/>
                          </a:cubicBezTo>
                          <a:cubicBezTo>
                            <a:pt x="0" y="1110509"/>
                            <a:pt x="12983" y="1001800"/>
                            <a:pt x="40339" y="898446"/>
                          </a:cubicBezTo>
                          <a:close/>
                          <a:moveTo>
                            <a:pt x="565206" y="309979"/>
                          </a:moveTo>
                          <a:cubicBezTo>
                            <a:pt x="532308" y="396964"/>
                            <a:pt x="509586" y="487147"/>
                            <a:pt x="497646" y="578891"/>
                          </a:cubicBezTo>
                          <a:cubicBezTo>
                            <a:pt x="381256" y="698368"/>
                            <a:pt x="285786" y="834500"/>
                            <a:pt x="221042" y="977066"/>
                          </a:cubicBezTo>
                          <a:lnTo>
                            <a:pt x="157974" y="885874"/>
                          </a:lnTo>
                          <a:cubicBezTo>
                            <a:pt x="241570" y="657653"/>
                            <a:pt x="383796" y="459489"/>
                            <a:pt x="565206" y="309979"/>
                          </a:cubicBezTo>
                          <a:close/>
                          <a:moveTo>
                            <a:pt x="733315" y="0"/>
                          </a:moveTo>
                          <a:cubicBezTo>
                            <a:pt x="671780" y="81098"/>
                            <a:pt x="622531" y="168839"/>
                            <a:pt x="585497" y="260862"/>
                          </a:cubicBezTo>
                          <a:cubicBezTo>
                            <a:pt x="387377" y="413083"/>
                            <a:pt x="232415" y="621808"/>
                            <a:pt x="143014" y="864243"/>
                          </a:cubicBezTo>
                          <a:lnTo>
                            <a:pt x="77467" y="769467"/>
                          </a:lnTo>
                          <a:cubicBezTo>
                            <a:pt x="189121" y="432012"/>
                            <a:pt x="427470" y="156161"/>
                            <a:pt x="733315" y="0"/>
                          </a:cubicBezTo>
                          <a:close/>
                        </a:path>
                      </a:pathLst>
                    </a:custGeom>
                    <a:gradFill flip="none" rotWithShape="1">
                      <a:gsLst>
                        <a:gs pos="0">
                          <a:srgbClr val="FFFFFF">
                            <a:alpha val="75000"/>
                          </a:srgbClr>
                        </a:gs>
                        <a:gs pos="100000">
                          <a:srgbClr val="FFFFFF">
                            <a:alpha val="0"/>
                          </a:srgbClr>
                        </a:gs>
                      </a:gsLst>
                      <a:lin ang="3600000" scaled="0"/>
                      <a:tileRect/>
                    </a:gradFill>
                    <a:ln w="25400" cap="flat" cmpd="sng" algn="ctr">
                      <a:noFill/>
                      <a:prstDash val="solid"/>
                    </a:ln>
                    <a:effectLst/>
                  </p:spPr>
                  <p:txBody>
                    <a:bodyPr rtlCol="0" anchor="ctr"/>
                    <a:lstStyle/>
                    <a:p>
                      <a:pPr algn="ctr" defTabSz="457200">
                        <a:defRPr/>
                      </a:pPr>
                      <a:endParaRPr lang="en-US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C2E7E202-409A-A0AE-04E7-9448606794AA}"/>
                      </a:ext>
                    </a:extLst>
                  </p:cNvPr>
                  <p:cNvSpPr txBox="1"/>
                  <p:nvPr/>
                </p:nvSpPr>
                <p:spPr>
                  <a:xfrm>
                    <a:off x="3395676" y="5033235"/>
                    <a:ext cx="1002459" cy="19103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Deliver  Results</a:t>
                    </a:r>
                  </a:p>
                </p:txBody>
              </p:sp>
            </p:grp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E766BD2-ABDD-1A69-0537-44AF11FB115F}"/>
                </a:ext>
              </a:extLst>
            </p:cNvPr>
            <p:cNvGrpSpPr/>
            <p:nvPr/>
          </p:nvGrpSpPr>
          <p:grpSpPr>
            <a:xfrm>
              <a:off x="3944899" y="2122644"/>
              <a:ext cx="6466244" cy="1759067"/>
              <a:chOff x="3944899" y="2122644"/>
              <a:chExt cx="6466244" cy="1759067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B19E459-F717-F544-C6FB-5E7FA1F18F4F}"/>
                  </a:ext>
                </a:extLst>
              </p:cNvPr>
              <p:cNvGrpSpPr/>
              <p:nvPr/>
            </p:nvGrpSpPr>
            <p:grpSpPr>
              <a:xfrm>
                <a:off x="3944899" y="2122644"/>
                <a:ext cx="1746149" cy="1746149"/>
                <a:chOff x="4010888" y="2150925"/>
                <a:chExt cx="1746149" cy="1746149"/>
              </a:xfrm>
            </p:grpSpPr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56160548-6FF2-1249-8703-34C75104D6EB}"/>
                    </a:ext>
                  </a:extLst>
                </p:cNvPr>
                <p:cNvSpPr/>
                <p:nvPr/>
              </p:nvSpPr>
              <p:spPr>
                <a:xfrm>
                  <a:off x="4010888" y="2150925"/>
                  <a:ext cx="1746149" cy="1746149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>
                  <a:outerShdw blurRad="114300" sx="102000" sy="102000" algn="ctr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25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33E7BBBE-5BD3-E8CA-063C-5415B38A73D5}"/>
                    </a:ext>
                  </a:extLst>
                </p:cNvPr>
                <p:cNvSpPr txBox="1"/>
                <p:nvPr/>
              </p:nvSpPr>
              <p:spPr>
                <a:xfrm>
                  <a:off x="4204532" y="2911782"/>
                  <a:ext cx="1358861" cy="224431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r>
                    <a:rPr lang="en-US" sz="3000" b="1" kern="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Arial Nova Cond" panose="020B0506020202020204" pitchFamily="34" charset="0"/>
                      <a:cs typeface="Arial"/>
                      <a:sym typeface="Arial"/>
                    </a:rPr>
                    <a:t>Innovation</a:t>
                  </a: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A7AC23E2-8C35-2D8A-8470-AC6E09063B52}"/>
                  </a:ext>
                </a:extLst>
              </p:cNvPr>
              <p:cNvGrpSpPr/>
              <p:nvPr/>
            </p:nvGrpSpPr>
            <p:grpSpPr>
              <a:xfrm>
                <a:off x="8664994" y="2135562"/>
                <a:ext cx="1746149" cy="1746149"/>
                <a:chOff x="8702702" y="2169975"/>
                <a:chExt cx="1746149" cy="1746149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5A37A775-20AF-4C40-110E-ED7D14629963}"/>
                    </a:ext>
                  </a:extLst>
                </p:cNvPr>
                <p:cNvSpPr/>
                <p:nvPr/>
              </p:nvSpPr>
              <p:spPr>
                <a:xfrm>
                  <a:off x="8702702" y="2169975"/>
                  <a:ext cx="1746149" cy="1746149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>
                  <a:outerShdw blurRad="114300" sx="102000" sy="102000" algn="ctr" rotWithShape="0">
                    <a:prstClr val="black">
                      <a:alpha val="1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25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A5075D70-DD5F-3D3A-B1A9-23FC0E12AD3C}"/>
                    </a:ext>
                  </a:extLst>
                </p:cNvPr>
                <p:cNvSpPr txBox="1"/>
                <p:nvPr/>
              </p:nvSpPr>
              <p:spPr>
                <a:xfrm>
                  <a:off x="8788447" y="2837320"/>
                  <a:ext cx="1574658" cy="411458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r>
                    <a:rPr lang="en-US" sz="3000" b="1" kern="0" dirty="0">
                      <a:solidFill>
                        <a:srgbClr val="000000"/>
                      </a:solidFill>
                      <a:latin typeface="Arial Nova Cond" panose="020B0506020202020204" pitchFamily="34" charset="0"/>
                      <a:cs typeface="Arial"/>
                      <a:sym typeface="Arial"/>
                    </a:rPr>
                    <a:t>Standards </a:t>
                  </a:r>
                </a:p>
                <a:p>
                  <a:pPr algn="ctr" defTabSz="457200">
                    <a:buClr>
                      <a:srgbClr val="000000"/>
                    </a:buClr>
                    <a:defRPr/>
                  </a:pPr>
                  <a:r>
                    <a:rPr lang="en-US" sz="3000" b="1" kern="0" dirty="0">
                      <a:solidFill>
                        <a:srgbClr val="000000"/>
                      </a:solidFill>
                      <a:latin typeface="Arial Nova Cond" panose="020B0506020202020204" pitchFamily="34" charset="0"/>
                      <a:cs typeface="Arial"/>
                      <a:sym typeface="Arial"/>
                    </a:rPr>
                    <a:t>Development</a:t>
                  </a:r>
                  <a:endParaRPr lang="en-IN" sz="3000" b="1" kern="0" dirty="0">
                    <a:solidFill>
                      <a:srgbClr val="000000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F570115-5153-BCB5-F8E6-3390236F49F9}"/>
                </a:ext>
              </a:extLst>
            </p:cNvPr>
            <p:cNvGrpSpPr/>
            <p:nvPr/>
          </p:nvGrpSpPr>
          <p:grpSpPr>
            <a:xfrm>
              <a:off x="6417272" y="941982"/>
              <a:ext cx="5209355" cy="4157553"/>
              <a:chOff x="6417272" y="941982"/>
              <a:chExt cx="5209355" cy="4157553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A33D732-CAE5-DA5B-71A2-0FE92D4F3DB9}"/>
                  </a:ext>
                </a:extLst>
              </p:cNvPr>
              <p:cNvGrpSpPr/>
              <p:nvPr/>
            </p:nvGrpSpPr>
            <p:grpSpPr>
              <a:xfrm>
                <a:off x="6417272" y="1369665"/>
                <a:ext cx="4999662" cy="3511192"/>
                <a:chOff x="6417272" y="1369665"/>
                <a:chExt cx="4999662" cy="3511192"/>
              </a:xfrm>
            </p:grpSpPr>
            <p:sp>
              <p:nvSpPr>
                <p:cNvPr id="52" name="Freeform: Shape 293">
                  <a:extLst>
                    <a:ext uri="{FF2B5EF4-FFF2-40B4-BE49-F238E27FC236}">
                      <a16:creationId xmlns:a16="http://schemas.microsoft.com/office/drawing/2014/main" id="{7E76606A-220E-9A34-CD05-FAE3083C61B6}"/>
                    </a:ext>
                  </a:extLst>
                </p:cNvPr>
                <p:cNvSpPr/>
                <p:nvPr/>
              </p:nvSpPr>
              <p:spPr>
                <a:xfrm rot="13041973">
                  <a:off x="7737107" y="3654208"/>
                  <a:ext cx="218104" cy="293958"/>
                </a:xfrm>
                <a:custGeom>
                  <a:avLst/>
                  <a:gdLst>
                    <a:gd name="connsiteX0" fmla="*/ 156466 w 226387"/>
                    <a:gd name="connsiteY0" fmla="*/ 305121 h 305121"/>
                    <a:gd name="connsiteX1" fmla="*/ 10770 w 226387"/>
                    <a:gd name="connsiteY1" fmla="*/ 293638 h 305121"/>
                    <a:gd name="connsiteX2" fmla="*/ 0 w 226387"/>
                    <a:gd name="connsiteY2" fmla="*/ 0 h 305121"/>
                    <a:gd name="connsiteX3" fmla="*/ 145931 w 226387"/>
                    <a:gd name="connsiteY3" fmla="*/ 11210 h 305121"/>
                    <a:gd name="connsiteX4" fmla="*/ 226387 w 226387"/>
                    <a:gd name="connsiteY4" fmla="*/ 168461 h 305121"/>
                    <a:gd name="connsiteX5" fmla="*/ 156466 w 226387"/>
                    <a:gd name="connsiteY5" fmla="*/ 305121 h 305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6387" h="305121">
                      <a:moveTo>
                        <a:pt x="156466" y="305121"/>
                      </a:moveTo>
                      <a:lnTo>
                        <a:pt x="10770" y="293638"/>
                      </a:lnTo>
                      <a:lnTo>
                        <a:pt x="0" y="0"/>
                      </a:lnTo>
                      <a:lnTo>
                        <a:pt x="145931" y="11210"/>
                      </a:lnTo>
                      <a:lnTo>
                        <a:pt x="226387" y="168461"/>
                      </a:lnTo>
                      <a:lnTo>
                        <a:pt x="156466" y="305121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Freeform: Shape 294">
                  <a:extLst>
                    <a:ext uri="{FF2B5EF4-FFF2-40B4-BE49-F238E27FC236}">
                      <a16:creationId xmlns:a16="http://schemas.microsoft.com/office/drawing/2014/main" id="{94E38574-15AD-20FA-A96A-11630168F23F}"/>
                    </a:ext>
                  </a:extLst>
                </p:cNvPr>
                <p:cNvSpPr/>
                <p:nvPr/>
              </p:nvSpPr>
              <p:spPr>
                <a:xfrm rot="12112036">
                  <a:off x="9833438" y="1612381"/>
                  <a:ext cx="1276834" cy="591328"/>
                </a:xfrm>
                <a:custGeom>
                  <a:avLst/>
                  <a:gdLst>
                    <a:gd name="connsiteX0" fmla="*/ 1325324 w 1325324"/>
                    <a:gd name="connsiteY0" fmla="*/ 598166 h 613785"/>
                    <a:gd name="connsiteX1" fmla="*/ 1307665 w 1325324"/>
                    <a:gd name="connsiteY1" fmla="*/ 601177 h 613785"/>
                    <a:gd name="connsiteX2" fmla="*/ 137323 w 1325324"/>
                    <a:gd name="connsiteY2" fmla="*/ 331569 h 613785"/>
                    <a:gd name="connsiteX3" fmla="*/ 0 w 1325324"/>
                    <a:gd name="connsiteY3" fmla="*/ 233630 h 613785"/>
                    <a:gd name="connsiteX4" fmla="*/ 39856 w 1325324"/>
                    <a:gd name="connsiteY4" fmla="*/ 62244 h 613785"/>
                    <a:gd name="connsiteX5" fmla="*/ 188532 w 1325324"/>
                    <a:gd name="connsiteY5" fmla="*/ 0 h 613785"/>
                    <a:gd name="connsiteX6" fmla="*/ 299481 w 1325324"/>
                    <a:gd name="connsiteY6" fmla="*/ 79137 h 613785"/>
                    <a:gd name="connsiteX7" fmla="*/ 1272227 w 1325324"/>
                    <a:gd name="connsiteY7" fmla="*/ 303258 h 613785"/>
                    <a:gd name="connsiteX8" fmla="*/ 1289585 w 1325324"/>
                    <a:gd name="connsiteY8" fmla="*/ 300298 h 613785"/>
                    <a:gd name="connsiteX9" fmla="*/ 1230122 w 1325324"/>
                    <a:gd name="connsiteY9" fmla="*/ 444591 h 613785"/>
                    <a:gd name="connsiteX10" fmla="*/ 1325324 w 1325324"/>
                    <a:gd name="connsiteY10" fmla="*/ 598166 h 6137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25324" h="613785">
                      <a:moveTo>
                        <a:pt x="1325324" y="598166"/>
                      </a:moveTo>
                      <a:lnTo>
                        <a:pt x="1307665" y="601177"/>
                      </a:lnTo>
                      <a:cubicBezTo>
                        <a:pt x="881318" y="651893"/>
                        <a:pt x="472291" y="547125"/>
                        <a:pt x="137323" y="331569"/>
                      </a:cubicBezTo>
                      <a:lnTo>
                        <a:pt x="0" y="233630"/>
                      </a:lnTo>
                      <a:lnTo>
                        <a:pt x="39856" y="62244"/>
                      </a:lnTo>
                      <a:lnTo>
                        <a:pt x="188532" y="0"/>
                      </a:lnTo>
                      <a:lnTo>
                        <a:pt x="299481" y="79137"/>
                      </a:lnTo>
                      <a:cubicBezTo>
                        <a:pt x="577895" y="258320"/>
                        <a:pt x="917864" y="345411"/>
                        <a:pt x="1272227" y="303258"/>
                      </a:cubicBezTo>
                      <a:lnTo>
                        <a:pt x="1289585" y="300298"/>
                      </a:lnTo>
                      <a:lnTo>
                        <a:pt x="1230122" y="444591"/>
                      </a:lnTo>
                      <a:lnTo>
                        <a:pt x="1325324" y="598166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Freeform: Shape 295">
                  <a:extLst>
                    <a:ext uri="{FF2B5EF4-FFF2-40B4-BE49-F238E27FC236}">
                      <a16:creationId xmlns:a16="http://schemas.microsoft.com/office/drawing/2014/main" id="{CEFFA5FB-CCB9-E6A9-CFB5-BE950C99A6EA}"/>
                    </a:ext>
                  </a:extLst>
                </p:cNvPr>
                <p:cNvSpPr/>
                <p:nvPr/>
              </p:nvSpPr>
              <p:spPr>
                <a:xfrm rot="12112036">
                  <a:off x="10623973" y="2287070"/>
                  <a:ext cx="792961" cy="1281358"/>
                </a:xfrm>
                <a:custGeom>
                  <a:avLst/>
                  <a:gdLst>
                    <a:gd name="connsiteX0" fmla="*/ 634523 w 823075"/>
                    <a:gd name="connsiteY0" fmla="*/ 1330020 h 1330020"/>
                    <a:gd name="connsiteX1" fmla="*/ 541224 w 823075"/>
                    <a:gd name="connsiteY1" fmla="*/ 1249019 h 1330020"/>
                    <a:gd name="connsiteX2" fmla="*/ 4718 w 823075"/>
                    <a:gd name="connsiteY2" fmla="*/ 174016 h 1330020"/>
                    <a:gd name="connsiteX3" fmla="*/ 0 w 823075"/>
                    <a:gd name="connsiteY3" fmla="*/ 104702 h 1330020"/>
                    <a:gd name="connsiteX4" fmla="*/ 146507 w 823075"/>
                    <a:gd name="connsiteY4" fmla="*/ 0 h 1330020"/>
                    <a:gd name="connsiteX5" fmla="*/ 296650 w 823075"/>
                    <a:gd name="connsiteY5" fmla="*/ 50647 h 1330020"/>
                    <a:gd name="connsiteX6" fmla="*/ 302637 w 823075"/>
                    <a:gd name="connsiteY6" fmla="*/ 138577 h 1330020"/>
                    <a:gd name="connsiteX7" fmla="*/ 748570 w 823075"/>
                    <a:gd name="connsiteY7" fmla="*/ 1032168 h 1330020"/>
                    <a:gd name="connsiteX8" fmla="*/ 823075 w 823075"/>
                    <a:gd name="connsiteY8" fmla="*/ 1096859 h 1330020"/>
                    <a:gd name="connsiteX9" fmla="*/ 674256 w 823075"/>
                    <a:gd name="connsiteY9" fmla="*/ 1159163 h 1330020"/>
                    <a:gd name="connsiteX10" fmla="*/ 634523 w 823075"/>
                    <a:gd name="connsiteY10" fmla="*/ 1330020 h 1330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23075" h="1330020">
                      <a:moveTo>
                        <a:pt x="634523" y="1330020"/>
                      </a:moveTo>
                      <a:lnTo>
                        <a:pt x="541224" y="1249019"/>
                      </a:lnTo>
                      <a:cubicBezTo>
                        <a:pt x="253207" y="973804"/>
                        <a:pt x="55459" y="600570"/>
                        <a:pt x="4718" y="174016"/>
                      </a:cubicBezTo>
                      <a:lnTo>
                        <a:pt x="0" y="104702"/>
                      </a:lnTo>
                      <a:lnTo>
                        <a:pt x="146507" y="0"/>
                      </a:lnTo>
                      <a:lnTo>
                        <a:pt x="296650" y="50647"/>
                      </a:lnTo>
                      <a:lnTo>
                        <a:pt x="302637" y="138577"/>
                      </a:lnTo>
                      <a:cubicBezTo>
                        <a:pt x="344815" y="493147"/>
                        <a:pt x="509179" y="803396"/>
                        <a:pt x="748570" y="1032168"/>
                      </a:cubicBezTo>
                      <a:lnTo>
                        <a:pt x="823075" y="1096859"/>
                      </a:lnTo>
                      <a:lnTo>
                        <a:pt x="674256" y="1159163"/>
                      </a:lnTo>
                      <a:lnTo>
                        <a:pt x="634523" y="1330020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Freeform: Shape 296">
                  <a:extLst>
                    <a:ext uri="{FF2B5EF4-FFF2-40B4-BE49-F238E27FC236}">
                      <a16:creationId xmlns:a16="http://schemas.microsoft.com/office/drawing/2014/main" id="{67CEFE61-3D30-291E-A83A-B2B8CA40235D}"/>
                    </a:ext>
                  </a:extLst>
                </p:cNvPr>
                <p:cNvSpPr/>
                <p:nvPr/>
              </p:nvSpPr>
              <p:spPr>
                <a:xfrm rot="12112036">
                  <a:off x="10276028" y="3450706"/>
                  <a:ext cx="687232" cy="1276251"/>
                </a:xfrm>
                <a:custGeom>
                  <a:avLst/>
                  <a:gdLst>
                    <a:gd name="connsiteX0" fmla="*/ 301374 w 713331"/>
                    <a:gd name="connsiteY0" fmla="*/ 1274644 h 1324719"/>
                    <a:gd name="connsiteX1" fmla="*/ 147263 w 713331"/>
                    <a:gd name="connsiteY1" fmla="*/ 1222658 h 1324719"/>
                    <a:gd name="connsiteX2" fmla="*/ 4453 w 713331"/>
                    <a:gd name="connsiteY2" fmla="*/ 1324719 h 1324719"/>
                    <a:gd name="connsiteX3" fmla="*/ 265 w 713331"/>
                    <a:gd name="connsiteY3" fmla="*/ 1263201 h 1324719"/>
                    <a:gd name="connsiteX4" fmla="*/ 492696 w 713331"/>
                    <a:gd name="connsiteY4" fmla="*/ 6160 h 1324719"/>
                    <a:gd name="connsiteX5" fmla="*/ 499168 w 713331"/>
                    <a:gd name="connsiteY5" fmla="*/ 0 h 1324719"/>
                    <a:gd name="connsiteX6" fmla="*/ 667137 w 713331"/>
                    <a:gd name="connsiteY6" fmla="*/ 57618 h 1324719"/>
                    <a:gd name="connsiteX7" fmla="*/ 713331 w 713331"/>
                    <a:gd name="connsiteY7" fmla="*/ 209905 h 1324719"/>
                    <a:gd name="connsiteX8" fmla="*/ 709546 w 713331"/>
                    <a:gd name="connsiteY8" fmla="*/ 213508 h 1324719"/>
                    <a:gd name="connsiteX9" fmla="*/ 300268 w 713331"/>
                    <a:gd name="connsiteY9" fmla="*/ 1258406 h 1324719"/>
                    <a:gd name="connsiteX10" fmla="*/ 301374 w 713331"/>
                    <a:gd name="connsiteY10" fmla="*/ 1274644 h 1324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13331" h="1324719">
                      <a:moveTo>
                        <a:pt x="301374" y="1274644"/>
                      </a:moveTo>
                      <a:lnTo>
                        <a:pt x="147263" y="1222658"/>
                      </a:lnTo>
                      <a:lnTo>
                        <a:pt x="4453" y="1324719"/>
                      </a:lnTo>
                      <a:lnTo>
                        <a:pt x="265" y="1263201"/>
                      </a:lnTo>
                      <a:cubicBezTo>
                        <a:pt x="-8020" y="782698"/>
                        <a:pt x="178350" y="335443"/>
                        <a:pt x="492696" y="6160"/>
                      </a:cubicBezTo>
                      <a:lnTo>
                        <a:pt x="499168" y="0"/>
                      </a:lnTo>
                      <a:lnTo>
                        <a:pt x="667137" y="57618"/>
                      </a:lnTo>
                      <a:lnTo>
                        <a:pt x="713331" y="209905"/>
                      </a:lnTo>
                      <a:lnTo>
                        <a:pt x="709546" y="213508"/>
                      </a:lnTo>
                      <a:cubicBezTo>
                        <a:pt x="448278" y="487217"/>
                        <a:pt x="293378" y="858992"/>
                        <a:pt x="300268" y="1258406"/>
                      </a:cubicBezTo>
                      <a:lnTo>
                        <a:pt x="301374" y="1274644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Freeform: Shape 297">
                  <a:extLst>
                    <a:ext uri="{FF2B5EF4-FFF2-40B4-BE49-F238E27FC236}">
                      <a16:creationId xmlns:a16="http://schemas.microsoft.com/office/drawing/2014/main" id="{324947CC-C895-0C96-F20D-92C45D2BDDFA}"/>
                    </a:ext>
                  </a:extLst>
                </p:cNvPr>
                <p:cNvSpPr/>
                <p:nvPr/>
              </p:nvSpPr>
              <p:spPr>
                <a:xfrm rot="12112036">
                  <a:off x="8880526" y="4187868"/>
                  <a:ext cx="1324338" cy="692989"/>
                </a:xfrm>
                <a:custGeom>
                  <a:avLst/>
                  <a:gdLst>
                    <a:gd name="connsiteX0" fmla="*/ 1300087 w 1374632"/>
                    <a:gd name="connsiteY0" fmla="*/ 302696 h 719306"/>
                    <a:gd name="connsiteX1" fmla="*/ 1218900 w 1374632"/>
                    <a:gd name="connsiteY1" fmla="*/ 300005 h 719306"/>
                    <a:gd name="connsiteX2" fmla="*/ 1068049 w 1374632"/>
                    <a:gd name="connsiteY2" fmla="*/ 310266 h 719306"/>
                    <a:gd name="connsiteX3" fmla="*/ 277879 w 1374632"/>
                    <a:gd name="connsiteY3" fmla="*/ 658422 h 719306"/>
                    <a:gd name="connsiteX4" fmla="*/ 213920 w 1374632"/>
                    <a:gd name="connsiteY4" fmla="*/ 719306 h 719306"/>
                    <a:gd name="connsiteX5" fmla="*/ 167620 w 1374632"/>
                    <a:gd name="connsiteY5" fmla="*/ 566672 h 719306"/>
                    <a:gd name="connsiteX6" fmla="*/ 0 w 1374632"/>
                    <a:gd name="connsiteY6" fmla="*/ 509174 h 719306"/>
                    <a:gd name="connsiteX7" fmla="*/ 81923 w 1374632"/>
                    <a:gd name="connsiteY7" fmla="*/ 431198 h 719306"/>
                    <a:gd name="connsiteX8" fmla="*/ 1032611 w 1374632"/>
                    <a:gd name="connsiteY8" fmla="*/ 12346 h 719306"/>
                    <a:gd name="connsiteX9" fmla="*/ 1214105 w 1374632"/>
                    <a:gd name="connsiteY9" fmla="*/ 0 h 719306"/>
                    <a:gd name="connsiteX10" fmla="*/ 1295691 w 1374632"/>
                    <a:gd name="connsiteY10" fmla="*/ 2704 h 719306"/>
                    <a:gd name="connsiteX11" fmla="*/ 1374632 w 1374632"/>
                    <a:gd name="connsiteY11" fmla="*/ 156996 h 719306"/>
                    <a:gd name="connsiteX12" fmla="*/ 1300087 w 1374632"/>
                    <a:gd name="connsiteY12" fmla="*/ 302696 h 719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74632" h="719306">
                      <a:moveTo>
                        <a:pt x="1300087" y="302696"/>
                      </a:moveTo>
                      <a:lnTo>
                        <a:pt x="1218900" y="300005"/>
                      </a:lnTo>
                      <a:cubicBezTo>
                        <a:pt x="1169002" y="300860"/>
                        <a:pt x="1118672" y="304244"/>
                        <a:pt x="1068049" y="310266"/>
                      </a:cubicBezTo>
                      <a:cubicBezTo>
                        <a:pt x="764309" y="346397"/>
                        <a:pt x="493125" y="472353"/>
                        <a:pt x="277879" y="658422"/>
                      </a:cubicBezTo>
                      <a:lnTo>
                        <a:pt x="213920" y="719306"/>
                      </a:lnTo>
                      <a:lnTo>
                        <a:pt x="167620" y="566672"/>
                      </a:lnTo>
                      <a:lnTo>
                        <a:pt x="0" y="509174"/>
                      </a:lnTo>
                      <a:lnTo>
                        <a:pt x="81923" y="431198"/>
                      </a:lnTo>
                      <a:cubicBezTo>
                        <a:pt x="340897" y="207349"/>
                        <a:pt x="667170" y="55817"/>
                        <a:pt x="1032611" y="12346"/>
                      </a:cubicBezTo>
                      <a:cubicBezTo>
                        <a:pt x="1093517" y="5101"/>
                        <a:pt x="1154071" y="1029"/>
                        <a:pt x="1214105" y="0"/>
                      </a:cubicBezTo>
                      <a:lnTo>
                        <a:pt x="1295691" y="2704"/>
                      </a:lnTo>
                      <a:lnTo>
                        <a:pt x="1374632" y="156996"/>
                      </a:lnTo>
                      <a:lnTo>
                        <a:pt x="1300087" y="302696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black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Freeform: Shape 298">
                  <a:extLst>
                    <a:ext uri="{FF2B5EF4-FFF2-40B4-BE49-F238E27FC236}">
                      <a16:creationId xmlns:a16="http://schemas.microsoft.com/office/drawing/2014/main" id="{E1229B72-1066-080C-7343-D69DB255B869}"/>
                    </a:ext>
                  </a:extLst>
                </p:cNvPr>
                <p:cNvSpPr/>
                <p:nvPr/>
              </p:nvSpPr>
              <p:spPr>
                <a:xfrm rot="16200000">
                  <a:off x="8588916" y="4272712"/>
                  <a:ext cx="369170" cy="317380"/>
                </a:xfrm>
                <a:custGeom>
                  <a:avLst/>
                  <a:gdLst>
                    <a:gd name="connsiteX0" fmla="*/ 383190 w 383190"/>
                    <a:gd name="connsiteY0" fmla="*/ 150339 h 329433"/>
                    <a:gd name="connsiteX1" fmla="*/ 349500 w 383190"/>
                    <a:gd name="connsiteY1" fmla="*/ 200029 h 329433"/>
                    <a:gd name="connsiteX2" fmla="*/ 287143 w 383190"/>
                    <a:gd name="connsiteY2" fmla="*/ 311805 h 329433"/>
                    <a:gd name="connsiteX3" fmla="*/ 279380 w 383190"/>
                    <a:gd name="connsiteY3" fmla="*/ 329433 h 329433"/>
                    <a:gd name="connsiteX4" fmla="*/ 170760 w 383190"/>
                    <a:gd name="connsiteY4" fmla="*/ 204641 h 329433"/>
                    <a:gd name="connsiteX5" fmla="*/ 0 w 383190"/>
                    <a:gd name="connsiteY5" fmla="*/ 220269 h 329433"/>
                    <a:gd name="connsiteX6" fmla="*/ 19080 w 383190"/>
                    <a:gd name="connsiteY6" fmla="*/ 176937 h 329433"/>
                    <a:gd name="connsiteX7" fmla="*/ 94101 w 383190"/>
                    <a:gd name="connsiteY7" fmla="*/ 42454 h 329433"/>
                    <a:gd name="connsiteX8" fmla="*/ 122884 w 383190"/>
                    <a:gd name="connsiteY8" fmla="*/ 0 h 329433"/>
                    <a:gd name="connsiteX9" fmla="*/ 205883 w 383190"/>
                    <a:gd name="connsiteY9" fmla="*/ 150339 h 329433"/>
                    <a:gd name="connsiteX10" fmla="*/ 383190 w 383190"/>
                    <a:gd name="connsiteY10" fmla="*/ 150339 h 329433"/>
                    <a:gd name="connsiteX0" fmla="*/ 383190 w 383190"/>
                    <a:gd name="connsiteY0" fmla="*/ 150339 h 329433"/>
                    <a:gd name="connsiteX1" fmla="*/ 349500 w 383190"/>
                    <a:gd name="connsiteY1" fmla="*/ 200029 h 329433"/>
                    <a:gd name="connsiteX2" fmla="*/ 287143 w 383190"/>
                    <a:gd name="connsiteY2" fmla="*/ 311805 h 329433"/>
                    <a:gd name="connsiteX3" fmla="*/ 279380 w 383190"/>
                    <a:gd name="connsiteY3" fmla="*/ 329433 h 329433"/>
                    <a:gd name="connsiteX4" fmla="*/ 170760 w 383190"/>
                    <a:gd name="connsiteY4" fmla="*/ 204641 h 329433"/>
                    <a:gd name="connsiteX5" fmla="*/ 0 w 383190"/>
                    <a:gd name="connsiteY5" fmla="*/ 220269 h 329433"/>
                    <a:gd name="connsiteX6" fmla="*/ 19080 w 383190"/>
                    <a:gd name="connsiteY6" fmla="*/ 176937 h 329433"/>
                    <a:gd name="connsiteX7" fmla="*/ 94101 w 383190"/>
                    <a:gd name="connsiteY7" fmla="*/ 42454 h 329433"/>
                    <a:gd name="connsiteX8" fmla="*/ 122884 w 383190"/>
                    <a:gd name="connsiteY8" fmla="*/ 0 h 329433"/>
                    <a:gd name="connsiteX9" fmla="*/ 232985 w 383190"/>
                    <a:gd name="connsiteY9" fmla="*/ 123240 h 329433"/>
                    <a:gd name="connsiteX10" fmla="*/ 383190 w 383190"/>
                    <a:gd name="connsiteY10" fmla="*/ 150339 h 3294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83190" h="329433">
                      <a:moveTo>
                        <a:pt x="383190" y="150339"/>
                      </a:moveTo>
                      <a:lnTo>
                        <a:pt x="349500" y="200029"/>
                      </a:lnTo>
                      <a:cubicBezTo>
                        <a:pt x="327224" y="236154"/>
                        <a:pt x="306404" y="273432"/>
                        <a:pt x="287143" y="311805"/>
                      </a:cubicBezTo>
                      <a:lnTo>
                        <a:pt x="279380" y="329433"/>
                      </a:lnTo>
                      <a:lnTo>
                        <a:pt x="170760" y="204641"/>
                      </a:lnTo>
                      <a:lnTo>
                        <a:pt x="0" y="220269"/>
                      </a:lnTo>
                      <a:lnTo>
                        <a:pt x="19080" y="176937"/>
                      </a:lnTo>
                      <a:cubicBezTo>
                        <a:pt x="42253" y="130769"/>
                        <a:pt x="67301" y="85918"/>
                        <a:pt x="94101" y="42454"/>
                      </a:cubicBezTo>
                      <a:lnTo>
                        <a:pt x="122884" y="0"/>
                      </a:lnTo>
                      <a:lnTo>
                        <a:pt x="232985" y="123240"/>
                      </a:lnTo>
                      <a:lnTo>
                        <a:pt x="383190" y="150339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Freeform: Shape 299">
                  <a:extLst>
                    <a:ext uri="{FF2B5EF4-FFF2-40B4-BE49-F238E27FC236}">
                      <a16:creationId xmlns:a16="http://schemas.microsoft.com/office/drawing/2014/main" id="{4C9E6767-B2C3-00A3-7C32-264D674CD43C}"/>
                    </a:ext>
                  </a:extLst>
                </p:cNvPr>
                <p:cNvSpPr/>
                <p:nvPr/>
              </p:nvSpPr>
              <p:spPr>
                <a:xfrm rot="16200000">
                  <a:off x="9714514" y="1423966"/>
                  <a:ext cx="308921" cy="200319"/>
                </a:xfrm>
                <a:custGeom>
                  <a:avLst/>
                  <a:gdLst>
                    <a:gd name="connsiteX0" fmla="*/ 320653 w 320653"/>
                    <a:gd name="connsiteY0" fmla="*/ 0 h 207926"/>
                    <a:gd name="connsiteX1" fmla="*/ 313591 w 320653"/>
                    <a:gd name="connsiteY1" fmla="*/ 62942 h 207926"/>
                    <a:gd name="connsiteX2" fmla="*/ 288828 w 320653"/>
                    <a:gd name="connsiteY2" fmla="*/ 177559 h 207926"/>
                    <a:gd name="connsiteX3" fmla="*/ 115329 w 320653"/>
                    <a:gd name="connsiteY3" fmla="*/ 207926 h 207926"/>
                    <a:gd name="connsiteX4" fmla="*/ 0 w 320653"/>
                    <a:gd name="connsiteY4" fmla="*/ 95522 h 207926"/>
                    <a:gd name="connsiteX5" fmla="*/ 17421 w 320653"/>
                    <a:gd name="connsiteY5" fmla="*/ 14889 h 207926"/>
                    <a:gd name="connsiteX6" fmla="*/ 19138 w 320653"/>
                    <a:gd name="connsiteY6" fmla="*/ 0 h 207926"/>
                    <a:gd name="connsiteX7" fmla="*/ 320653 w 320653"/>
                    <a:gd name="connsiteY7" fmla="*/ 0 h 207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20653" h="207926">
                      <a:moveTo>
                        <a:pt x="320653" y="0"/>
                      </a:moveTo>
                      <a:lnTo>
                        <a:pt x="313591" y="62942"/>
                      </a:lnTo>
                      <a:lnTo>
                        <a:pt x="288828" y="177559"/>
                      </a:lnTo>
                      <a:lnTo>
                        <a:pt x="115329" y="207926"/>
                      </a:lnTo>
                      <a:lnTo>
                        <a:pt x="0" y="95522"/>
                      </a:lnTo>
                      <a:lnTo>
                        <a:pt x="17421" y="14889"/>
                      </a:lnTo>
                      <a:lnTo>
                        <a:pt x="19138" y="0"/>
                      </a:lnTo>
                      <a:lnTo>
                        <a:pt x="320653" y="0"/>
                      </a:lnTo>
                      <a:close/>
                    </a:path>
                  </a:pathLst>
                </a:custGeom>
                <a:solidFill>
                  <a:srgbClr val="0F77C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00" kern="0">
                    <a:solidFill>
                      <a:prstClr val="white"/>
                    </a:solidFill>
                    <a:latin typeface="Arial Nova Cond" panose="020B0506020202020204" pitchFamily="34" charset="0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Freeform: Shape 144">
                  <a:extLst>
                    <a:ext uri="{FF2B5EF4-FFF2-40B4-BE49-F238E27FC236}">
                      <a16:creationId xmlns:a16="http://schemas.microsoft.com/office/drawing/2014/main" id="{F8A80512-C5C3-1878-91A7-4F15AFB6F863}"/>
                    </a:ext>
                  </a:extLst>
                </p:cNvPr>
                <p:cNvSpPr/>
                <p:nvPr/>
              </p:nvSpPr>
              <p:spPr>
                <a:xfrm rot="18467649">
                  <a:off x="6501344" y="2410975"/>
                  <a:ext cx="483125" cy="651270"/>
                </a:xfrm>
                <a:custGeom>
                  <a:avLst/>
                  <a:gdLst>
                    <a:gd name="connsiteX0" fmla="*/ 279303 w 483125"/>
                    <a:gd name="connsiteY0" fmla="*/ 0 h 651270"/>
                    <a:gd name="connsiteX1" fmla="*/ 483125 w 483125"/>
                    <a:gd name="connsiteY1" fmla="*/ 289021 h 651270"/>
                    <a:gd name="connsiteX2" fmla="*/ 367518 w 483125"/>
                    <a:gd name="connsiteY2" fmla="*/ 272224 h 651270"/>
                    <a:gd name="connsiteX3" fmla="*/ 322895 w 483125"/>
                    <a:gd name="connsiteY3" fmla="*/ 650170 h 651270"/>
                    <a:gd name="connsiteX4" fmla="*/ 48133 w 483125"/>
                    <a:gd name="connsiteY4" fmla="*/ 651270 h 651270"/>
                    <a:gd name="connsiteX5" fmla="*/ 107080 w 483125"/>
                    <a:gd name="connsiteY5" fmla="*/ 228397 h 651270"/>
                    <a:gd name="connsiteX6" fmla="*/ 0 w 483125"/>
                    <a:gd name="connsiteY6" fmla="*/ 208862 h 651270"/>
                    <a:gd name="connsiteX7" fmla="*/ 279303 w 483125"/>
                    <a:gd name="connsiteY7" fmla="*/ 0 h 651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3125" h="651270">
                      <a:moveTo>
                        <a:pt x="279303" y="0"/>
                      </a:moveTo>
                      <a:lnTo>
                        <a:pt x="483125" y="289021"/>
                      </a:lnTo>
                      <a:cubicBezTo>
                        <a:pt x="441038" y="281338"/>
                        <a:pt x="409603" y="279907"/>
                        <a:pt x="367518" y="272224"/>
                      </a:cubicBezTo>
                      <a:lnTo>
                        <a:pt x="322895" y="650170"/>
                      </a:lnTo>
                      <a:lnTo>
                        <a:pt x="48133" y="651270"/>
                      </a:lnTo>
                      <a:lnTo>
                        <a:pt x="107080" y="228397"/>
                      </a:lnTo>
                      <a:cubicBezTo>
                        <a:pt x="71386" y="221885"/>
                        <a:pt x="35693" y="215373"/>
                        <a:pt x="0" y="208862"/>
                      </a:cubicBezTo>
                      <a:lnTo>
                        <a:pt x="279303" y="0"/>
                      </a:lnTo>
                      <a:close/>
                    </a:path>
                  </a:pathLst>
                </a:custGeom>
                <a:solidFill>
                  <a:srgbClr val="0F7AC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25" kern="0">
                    <a:solidFill>
                      <a:prstClr val="white"/>
                    </a:solidFill>
                    <a:latin typeface="Calibri" panose="020F0502020204030204"/>
                    <a:cs typeface="Arial"/>
                    <a:sym typeface="Arial"/>
                  </a:endParaRPr>
                </a:p>
              </p:txBody>
            </p:sp>
            <p:sp>
              <p:nvSpPr>
                <p:cNvPr id="60" name="Freeform: Shape 139">
                  <a:extLst>
                    <a:ext uri="{FF2B5EF4-FFF2-40B4-BE49-F238E27FC236}">
                      <a16:creationId xmlns:a16="http://schemas.microsoft.com/office/drawing/2014/main" id="{A4B32271-3918-84FC-4DF5-AEAE8E646AEC}"/>
                    </a:ext>
                  </a:extLst>
                </p:cNvPr>
                <p:cNvSpPr/>
                <p:nvPr/>
              </p:nvSpPr>
              <p:spPr>
                <a:xfrm rot="18467649">
                  <a:off x="7344573" y="3128289"/>
                  <a:ext cx="334662" cy="740540"/>
                </a:xfrm>
                <a:custGeom>
                  <a:avLst/>
                  <a:gdLst>
                    <a:gd name="connsiteX0" fmla="*/ 334662 w 334662"/>
                    <a:gd name="connsiteY0" fmla="*/ 0 h 740540"/>
                    <a:gd name="connsiteX1" fmla="*/ 333732 w 334662"/>
                    <a:gd name="connsiteY1" fmla="*/ 7871 h 740540"/>
                    <a:gd name="connsiteX2" fmla="*/ 334540 w 334662"/>
                    <a:gd name="connsiteY2" fmla="*/ 7882 h 740540"/>
                    <a:gd name="connsiteX3" fmla="*/ 282906 w 334662"/>
                    <a:gd name="connsiteY3" fmla="*/ 732012 h 740540"/>
                    <a:gd name="connsiteX4" fmla="*/ 147183 w 334662"/>
                    <a:gd name="connsiteY4" fmla="*/ 663846 h 740540"/>
                    <a:gd name="connsiteX5" fmla="*/ 0 w 334662"/>
                    <a:gd name="connsiteY5" fmla="*/ 740540 h 740540"/>
                    <a:gd name="connsiteX6" fmla="*/ 50708 w 334662"/>
                    <a:gd name="connsiteY6" fmla="*/ 8921 h 740540"/>
                    <a:gd name="connsiteX7" fmla="*/ 51016 w 334662"/>
                    <a:gd name="connsiteY7" fmla="*/ 4472 h 740540"/>
                    <a:gd name="connsiteX8" fmla="*/ 51328 w 334662"/>
                    <a:gd name="connsiteY8" fmla="*/ 4476 h 740540"/>
                    <a:gd name="connsiteX9" fmla="*/ 51952 w 334662"/>
                    <a:gd name="connsiteY9" fmla="*/ 0 h 740540"/>
                    <a:gd name="connsiteX10" fmla="*/ 334662 w 334662"/>
                    <a:gd name="connsiteY10" fmla="*/ 0 h 740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34662" h="740540">
                      <a:moveTo>
                        <a:pt x="334662" y="0"/>
                      </a:moveTo>
                      <a:lnTo>
                        <a:pt x="333732" y="7871"/>
                      </a:lnTo>
                      <a:cubicBezTo>
                        <a:pt x="334002" y="7875"/>
                        <a:pt x="334270" y="7878"/>
                        <a:pt x="334540" y="7882"/>
                      </a:cubicBezTo>
                      <a:lnTo>
                        <a:pt x="282906" y="732012"/>
                      </a:lnTo>
                      <a:lnTo>
                        <a:pt x="147183" y="663846"/>
                      </a:lnTo>
                      <a:lnTo>
                        <a:pt x="0" y="740540"/>
                      </a:lnTo>
                      <a:lnTo>
                        <a:pt x="50708" y="8921"/>
                      </a:lnTo>
                      <a:lnTo>
                        <a:pt x="51016" y="4472"/>
                      </a:lnTo>
                      <a:cubicBezTo>
                        <a:pt x="51120" y="4474"/>
                        <a:pt x="51224" y="4474"/>
                        <a:pt x="51328" y="4476"/>
                      </a:cubicBezTo>
                      <a:lnTo>
                        <a:pt x="51952" y="0"/>
                      </a:lnTo>
                      <a:lnTo>
                        <a:pt x="334662" y="0"/>
                      </a:lnTo>
                      <a:close/>
                    </a:path>
                  </a:pathLst>
                </a:custGeom>
                <a:solidFill>
                  <a:srgbClr val="0F7ACB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7200">
                    <a:buClr>
                      <a:srgbClr val="000000"/>
                    </a:buClr>
                    <a:defRPr/>
                  </a:pPr>
                  <a:endParaRPr lang="en-IN" sz="525" kern="0">
                    <a:solidFill>
                      <a:prstClr val="white"/>
                    </a:solidFill>
                    <a:latin typeface="Calibri" panose="020F0502020204030204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6B3D794-0315-7CC2-49AA-4D1C5180E022}"/>
                  </a:ext>
                </a:extLst>
              </p:cNvPr>
              <p:cNvGrpSpPr/>
              <p:nvPr/>
            </p:nvGrpSpPr>
            <p:grpSpPr>
              <a:xfrm>
                <a:off x="7764440" y="941982"/>
                <a:ext cx="3862187" cy="4157553"/>
                <a:chOff x="7764440" y="941982"/>
                <a:chExt cx="3862187" cy="4157553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CB992413-B66C-422D-31D4-DCA93E197098}"/>
                    </a:ext>
                  </a:extLst>
                </p:cNvPr>
                <p:cNvGrpSpPr/>
                <p:nvPr/>
              </p:nvGrpSpPr>
              <p:grpSpPr>
                <a:xfrm>
                  <a:off x="8768571" y="941982"/>
                  <a:ext cx="1073294" cy="1073291"/>
                  <a:chOff x="7853283" y="1211764"/>
                  <a:chExt cx="1174608" cy="1174606"/>
                </a:xfrm>
              </p:grpSpPr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D5143B66-A372-1688-1D0D-B1C44B32F3C0}"/>
                      </a:ext>
                    </a:extLst>
                  </p:cNvPr>
                  <p:cNvGrpSpPr/>
                  <p:nvPr/>
                </p:nvGrpSpPr>
                <p:grpSpPr>
                  <a:xfrm>
                    <a:off x="7853283" y="1211764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48" name="Oval 47">
                      <a:extLst>
                        <a:ext uri="{FF2B5EF4-FFF2-40B4-BE49-F238E27FC236}">
                          <a16:creationId xmlns:a16="http://schemas.microsoft.com/office/drawing/2014/main" id="{F5BEDC11-9C77-19A7-61A7-C06583A1DA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909730AA-5355-93DE-BEFC-AC2914B0A0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id="{E7D1C929-5D16-8439-6A05-8D7204B5F8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51" name="Oval 15">
                        <a:extLst>
                          <a:ext uri="{FF2B5EF4-FFF2-40B4-BE49-F238E27FC236}">
                            <a16:creationId xmlns:a16="http://schemas.microsoft.com/office/drawing/2014/main" id="{32CA7FB0-F0C6-B46E-D8A9-1C8762A66BFC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C8E4D64-3F28-FA69-6210-FB4252A0DC20}"/>
                      </a:ext>
                    </a:extLst>
                  </p:cNvPr>
                  <p:cNvSpPr txBox="1"/>
                  <p:nvPr/>
                </p:nvSpPr>
                <p:spPr>
                  <a:xfrm>
                    <a:off x="7993874" y="1703552"/>
                    <a:ext cx="893425" cy="191035"/>
                  </a:xfrm>
                  <a:prstGeom prst="rect">
                    <a:avLst/>
                  </a:prstGeom>
                  <a:noFill/>
                </p:spPr>
                <p:txBody>
                  <a:bodyPr wrap="square" lIns="0" rIns="0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DWG discussion</a:t>
                    </a:r>
                    <a:endParaRPr lang="en-IN" sz="22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BA6C6140-A32A-6F7F-82C5-42FF446F8EB4}"/>
                    </a:ext>
                  </a:extLst>
                </p:cNvPr>
                <p:cNvGrpSpPr/>
                <p:nvPr/>
              </p:nvGrpSpPr>
              <p:grpSpPr>
                <a:xfrm>
                  <a:off x="10030578" y="1291834"/>
                  <a:ext cx="1073294" cy="1073291"/>
                  <a:chOff x="9234418" y="1594641"/>
                  <a:chExt cx="1174608" cy="1174606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AE43686B-3EF1-BE1E-6DB1-38A3043382FE}"/>
                      </a:ext>
                    </a:extLst>
                  </p:cNvPr>
                  <p:cNvGrpSpPr/>
                  <p:nvPr/>
                </p:nvGrpSpPr>
                <p:grpSpPr>
                  <a:xfrm>
                    <a:off x="9234418" y="1594641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id="{088F41C7-ED99-898C-52DD-733D0CA98D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55255D52-0225-1D7F-1124-DC050166AD1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44" name="Oval 43">
                        <a:extLst>
                          <a:ext uri="{FF2B5EF4-FFF2-40B4-BE49-F238E27FC236}">
                            <a16:creationId xmlns:a16="http://schemas.microsoft.com/office/drawing/2014/main" id="{D190B357-5D7A-39BB-E854-F68E13D5EA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45" name="Oval 15">
                        <a:extLst>
                          <a:ext uri="{FF2B5EF4-FFF2-40B4-BE49-F238E27FC236}">
                            <a16:creationId xmlns:a16="http://schemas.microsoft.com/office/drawing/2014/main" id="{31BA415F-012C-024A-43E1-C63C95328B5B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906F610F-586D-0F22-09AF-D1330F84A994}"/>
                      </a:ext>
                    </a:extLst>
                  </p:cNvPr>
                  <p:cNvSpPr txBox="1"/>
                  <p:nvPr/>
                </p:nvSpPr>
                <p:spPr>
                  <a:xfrm>
                    <a:off x="9375009" y="2086423"/>
                    <a:ext cx="893425" cy="19103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de-DE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SWG </a:t>
                    </a:r>
                    <a:r>
                      <a:rPr lang="de-DE" sz="2200" b="1" kern="0" dirty="0" err="1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formation</a:t>
                    </a:r>
                    <a:endParaRPr lang="en-US" sz="2200" b="1" kern="0" dirty="0">
                      <a:solidFill>
                        <a:prstClr val="white"/>
                      </a:solidFill>
                      <a:latin typeface="Arial Nova Cond" panose="020B050602020202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A8B26DF4-4356-A4DC-A5F7-EAE27A2EF3D9}"/>
                    </a:ext>
                  </a:extLst>
                </p:cNvPr>
                <p:cNvGrpSpPr/>
                <p:nvPr/>
              </p:nvGrpSpPr>
              <p:grpSpPr>
                <a:xfrm>
                  <a:off x="10553333" y="2430180"/>
                  <a:ext cx="1073294" cy="1073291"/>
                  <a:chOff x="9806519" y="2840442"/>
                  <a:chExt cx="1174608" cy="1174606"/>
                </a:xfrm>
              </p:grpSpPr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20183DD6-469B-5C33-07A8-5DF53187B650}"/>
                      </a:ext>
                    </a:extLst>
                  </p:cNvPr>
                  <p:cNvGrpSpPr/>
                  <p:nvPr/>
                </p:nvGrpSpPr>
                <p:grpSpPr>
                  <a:xfrm>
                    <a:off x="9806519" y="2840442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36" name="Oval 35">
                      <a:extLst>
                        <a:ext uri="{FF2B5EF4-FFF2-40B4-BE49-F238E27FC236}">
                          <a16:creationId xmlns:a16="http://schemas.microsoft.com/office/drawing/2014/main" id="{FAC62098-4A8D-D390-4FC1-6ED86ED2D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7" name="Group 36">
                      <a:extLst>
                        <a:ext uri="{FF2B5EF4-FFF2-40B4-BE49-F238E27FC236}">
                          <a16:creationId xmlns:a16="http://schemas.microsoft.com/office/drawing/2014/main" id="{FD823CC2-58D3-4F2C-338A-3390E8ABED7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38" name="Oval 37">
                        <a:extLst>
                          <a:ext uri="{FF2B5EF4-FFF2-40B4-BE49-F238E27FC236}">
                            <a16:creationId xmlns:a16="http://schemas.microsoft.com/office/drawing/2014/main" id="{BF794DAF-360D-5444-817F-D96B98A229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9" name="Oval 15">
                        <a:extLst>
                          <a:ext uri="{FF2B5EF4-FFF2-40B4-BE49-F238E27FC236}">
                            <a16:creationId xmlns:a16="http://schemas.microsoft.com/office/drawing/2014/main" id="{E02F1255-22FA-30CD-5EE6-0CF4867850D4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2585BD95-AC2F-558C-DBB6-A8F909243F96}"/>
                      </a:ext>
                    </a:extLst>
                  </p:cNvPr>
                  <p:cNvSpPr txBox="1"/>
                  <p:nvPr/>
                </p:nvSpPr>
                <p:spPr>
                  <a:xfrm>
                    <a:off x="9899350" y="3090053"/>
                    <a:ext cx="1034017" cy="485708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Standards development</a:t>
                    </a: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9E792E70-BFE1-E115-E4FC-82D74AD8F1D9}"/>
                    </a:ext>
                  </a:extLst>
                </p:cNvPr>
                <p:cNvGrpSpPr/>
                <p:nvPr/>
              </p:nvGrpSpPr>
              <p:grpSpPr>
                <a:xfrm>
                  <a:off x="10166495" y="3608814"/>
                  <a:ext cx="1073294" cy="1073291"/>
                  <a:chOff x="9383165" y="4130335"/>
                  <a:chExt cx="1174608" cy="1174606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2CFB30AA-6498-4429-CD67-9D94CC011C03}"/>
                      </a:ext>
                    </a:extLst>
                  </p:cNvPr>
                  <p:cNvGrpSpPr/>
                  <p:nvPr/>
                </p:nvGrpSpPr>
                <p:grpSpPr>
                  <a:xfrm>
                    <a:off x="9383165" y="4130335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1421CE46-CD82-B801-77A2-625511B53F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BE58504E-E29A-429D-E6DA-CAF55052CA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32" name="Oval 31">
                        <a:extLst>
                          <a:ext uri="{FF2B5EF4-FFF2-40B4-BE49-F238E27FC236}">
                            <a16:creationId xmlns:a16="http://schemas.microsoft.com/office/drawing/2014/main" id="{C598B201-5F23-3093-2B69-2472013CE5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33" name="Oval 15">
                        <a:extLst>
                          <a:ext uri="{FF2B5EF4-FFF2-40B4-BE49-F238E27FC236}">
                            <a16:creationId xmlns:a16="http://schemas.microsoft.com/office/drawing/2014/main" id="{F1557F0C-BD20-74CA-B7F6-DF3337543DD5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94BEB433-8101-01AE-D2D4-65A4C189BB06}"/>
                      </a:ext>
                    </a:extLst>
                  </p:cNvPr>
                  <p:cNvSpPr txBox="1"/>
                  <p:nvPr/>
                </p:nvSpPr>
                <p:spPr>
                  <a:xfrm>
                    <a:off x="9523756" y="4509816"/>
                    <a:ext cx="956724" cy="44685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0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DWG/SWG Presentation</a:t>
                    </a:r>
                  </a:p>
                </p:txBody>
              </p: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FB373A96-C861-5EC3-5E49-C9497BAAB978}"/>
                    </a:ext>
                  </a:extLst>
                </p:cNvPr>
                <p:cNvGrpSpPr/>
                <p:nvPr/>
              </p:nvGrpSpPr>
              <p:grpSpPr>
                <a:xfrm>
                  <a:off x="8990370" y="4026244"/>
                  <a:ext cx="1073294" cy="1073291"/>
                  <a:chOff x="8096019" y="4587168"/>
                  <a:chExt cx="1174608" cy="1174606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D7FD6F8E-BEC7-015D-6590-4303D99297ED}"/>
                      </a:ext>
                    </a:extLst>
                  </p:cNvPr>
                  <p:cNvGrpSpPr/>
                  <p:nvPr/>
                </p:nvGrpSpPr>
                <p:grpSpPr>
                  <a:xfrm>
                    <a:off x="8096019" y="4587168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EF2CBE84-5505-DB85-246C-D7FD2B07AD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305D13C8-F527-CE5E-CA1F-B129195711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26" name="Oval 25">
                        <a:extLst>
                          <a:ext uri="{FF2B5EF4-FFF2-40B4-BE49-F238E27FC236}">
                            <a16:creationId xmlns:a16="http://schemas.microsoft.com/office/drawing/2014/main" id="{97C65B94-6CA3-DBAF-2624-19D7D8EF6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7" name="Oval 15">
                        <a:extLst>
                          <a:ext uri="{FF2B5EF4-FFF2-40B4-BE49-F238E27FC236}">
                            <a16:creationId xmlns:a16="http://schemas.microsoft.com/office/drawing/2014/main" id="{694702F2-0372-7CE2-9211-5FEB146ABC35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4D2D51A6-F941-4762-0AE8-D08F2F356B6B}"/>
                      </a:ext>
                    </a:extLst>
                  </p:cNvPr>
                  <p:cNvSpPr txBox="1"/>
                  <p:nvPr/>
                </p:nvSpPr>
                <p:spPr>
                  <a:xfrm>
                    <a:off x="8202180" y="4970474"/>
                    <a:ext cx="962283" cy="407995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Formulation of enhancements</a:t>
                    </a:r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B67404C-F526-5C59-F956-FC0A0932DE93}"/>
                    </a:ext>
                  </a:extLst>
                </p:cNvPr>
                <p:cNvGrpSpPr/>
                <p:nvPr/>
              </p:nvGrpSpPr>
              <p:grpSpPr>
                <a:xfrm>
                  <a:off x="7764440" y="3585605"/>
                  <a:ext cx="1073294" cy="1073291"/>
                  <a:chOff x="6754366" y="4104935"/>
                  <a:chExt cx="1174608" cy="1174606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4C5BDBF0-DDC6-4AE9-1626-F30EC2CD209C}"/>
                      </a:ext>
                    </a:extLst>
                  </p:cNvPr>
                  <p:cNvGrpSpPr/>
                  <p:nvPr/>
                </p:nvGrpSpPr>
                <p:grpSpPr>
                  <a:xfrm>
                    <a:off x="6754366" y="4104935"/>
                    <a:ext cx="1174608" cy="1174606"/>
                    <a:chOff x="7848187" y="1854368"/>
                    <a:chExt cx="1210200" cy="1210198"/>
                  </a:xfrm>
                </p:grpSpPr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E6E9A1E7-FE3D-F4BB-B024-04AB917120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48187" y="1854368"/>
                      <a:ext cx="1210200" cy="121019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noFill/>
                    </a:ln>
                    <a:effectLst>
                      <a:outerShdw blurRad="63500" sx="102000" sy="102000" algn="ctr" rotWithShape="0">
                        <a:prstClr val="black">
                          <a:alpha val="15000"/>
                        </a:prstClr>
                      </a:outerShd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 defTabSz="457200">
                        <a:buClr>
                          <a:srgbClr val="000000"/>
                        </a:buClr>
                        <a:defRPr/>
                      </a:pPr>
                      <a:endParaRPr lang="en-IN" sz="500" kern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19" name="Group 18">
                      <a:extLst>
                        <a:ext uri="{FF2B5EF4-FFF2-40B4-BE49-F238E27FC236}">
                          <a16:creationId xmlns:a16="http://schemas.microsoft.com/office/drawing/2014/main" id="{85B6003D-5B06-6A69-9480-466FB32681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19007" y="1925188"/>
                      <a:ext cx="1068561" cy="1068559"/>
                      <a:chOff x="7919007" y="1925188"/>
                      <a:chExt cx="1068561" cy="1068559"/>
                    </a:xfrm>
                  </p:grpSpPr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DA056084-F09A-0EB2-2E0C-EDA701EA5C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9007" y="1925188"/>
                        <a:ext cx="1068561" cy="1068559"/>
                      </a:xfrm>
                      <a:prstGeom prst="ellipse">
                        <a:avLst/>
                      </a:prstGeom>
                      <a:gradFill>
                        <a:gsLst>
                          <a:gs pos="6000">
                            <a:srgbClr val="1186DD"/>
                          </a:gs>
                          <a:gs pos="77000">
                            <a:srgbClr val="0E71BE"/>
                          </a:gs>
                        </a:gsLst>
                        <a:path path="circle">
                          <a:fillToRect l="50000" t="50000" r="50000" b="50000"/>
                        </a:path>
                      </a:gradFill>
                      <a:ln>
                        <a:noFill/>
                      </a:ln>
                      <a:effectLst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 defTabSz="457200">
                          <a:buClr>
                            <a:srgbClr val="000000"/>
                          </a:buClr>
                          <a:defRPr/>
                        </a:pPr>
                        <a:endParaRPr lang="en-US" sz="500" kern="0" dirty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21" name="Oval 15">
                        <a:extLst>
                          <a:ext uri="{FF2B5EF4-FFF2-40B4-BE49-F238E27FC236}">
                            <a16:creationId xmlns:a16="http://schemas.microsoft.com/office/drawing/2014/main" id="{50A2C149-72EC-03D4-C690-2A12CA7C0469}"/>
                          </a:ext>
                        </a:extLst>
                      </p:cNvPr>
                      <p:cNvSpPr/>
                      <p:nvPr/>
                    </p:nvSpPr>
                    <p:spPr>
                      <a:xfrm rot="685469">
                        <a:off x="7997083" y="1976280"/>
                        <a:ext cx="213816" cy="46094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33315" h="1580881">
                            <a:moveTo>
                              <a:pt x="128392" y="976666"/>
                            </a:moveTo>
                            <a:lnTo>
                              <a:pt x="194510" y="1035401"/>
                            </a:lnTo>
                            <a:cubicBezTo>
                              <a:pt x="130933" y="1190883"/>
                              <a:pt x="103823" y="1351609"/>
                              <a:pt x="123357" y="1503362"/>
                            </a:cubicBezTo>
                            <a:cubicBezTo>
                              <a:pt x="107585" y="1516257"/>
                              <a:pt x="93169" y="1530598"/>
                              <a:pt x="79181" y="1545373"/>
                            </a:cubicBezTo>
                            <a:cubicBezTo>
                              <a:pt x="72157" y="1490118"/>
                              <a:pt x="68766" y="1433777"/>
                              <a:pt x="68766" y="1376616"/>
                            </a:cubicBezTo>
                            <a:cubicBezTo>
                              <a:pt x="68766" y="1237233"/>
                              <a:pt x="88927" y="1102728"/>
                              <a:pt x="128392" y="976666"/>
                            </a:cubicBezTo>
                            <a:close/>
                            <a:moveTo>
                              <a:pt x="40339" y="898446"/>
                            </a:moveTo>
                            <a:lnTo>
                              <a:pt x="112261" y="962337"/>
                            </a:lnTo>
                            <a:cubicBezTo>
                              <a:pt x="74160" y="1085932"/>
                              <a:pt x="54864" y="1217624"/>
                              <a:pt x="54864" y="1353984"/>
                            </a:cubicBezTo>
                            <a:cubicBezTo>
                              <a:pt x="54864" y="1422462"/>
                              <a:pt x="59730" y="1489763"/>
                              <a:pt x="70452" y="1555322"/>
                            </a:cubicBezTo>
                            <a:lnTo>
                              <a:pt x="48026" y="1580881"/>
                            </a:lnTo>
                            <a:cubicBezTo>
                              <a:pt x="16027" y="1467032"/>
                              <a:pt x="0" y="1346634"/>
                              <a:pt x="0" y="1222359"/>
                            </a:cubicBezTo>
                            <a:cubicBezTo>
                              <a:pt x="0" y="1110509"/>
                              <a:pt x="12983" y="1001800"/>
                              <a:pt x="40339" y="898446"/>
                            </a:cubicBezTo>
                            <a:close/>
                            <a:moveTo>
                              <a:pt x="565206" y="309979"/>
                            </a:moveTo>
                            <a:cubicBezTo>
                              <a:pt x="532308" y="396964"/>
                              <a:pt x="509586" y="487147"/>
                              <a:pt x="497646" y="578891"/>
                            </a:cubicBezTo>
                            <a:cubicBezTo>
                              <a:pt x="381256" y="698368"/>
                              <a:pt x="285786" y="834500"/>
                              <a:pt x="221042" y="977066"/>
                            </a:cubicBezTo>
                            <a:lnTo>
                              <a:pt x="157974" y="885874"/>
                            </a:lnTo>
                            <a:cubicBezTo>
                              <a:pt x="241570" y="657653"/>
                              <a:pt x="383796" y="459489"/>
                              <a:pt x="565206" y="309979"/>
                            </a:cubicBezTo>
                            <a:close/>
                            <a:moveTo>
                              <a:pt x="733315" y="0"/>
                            </a:moveTo>
                            <a:cubicBezTo>
                              <a:pt x="671780" y="81098"/>
                              <a:pt x="622531" y="168839"/>
                              <a:pt x="585497" y="260862"/>
                            </a:cubicBezTo>
                            <a:cubicBezTo>
                              <a:pt x="387377" y="413083"/>
                              <a:pt x="232415" y="621808"/>
                              <a:pt x="143014" y="864243"/>
                            </a:cubicBezTo>
                            <a:lnTo>
                              <a:pt x="77467" y="769467"/>
                            </a:lnTo>
                            <a:cubicBezTo>
                              <a:pt x="189121" y="432012"/>
                              <a:pt x="427470" y="156161"/>
                              <a:pt x="733315" y="0"/>
                            </a:cubicBezTo>
                            <a:close/>
                          </a:path>
                        </a:pathLst>
                      </a:custGeom>
                      <a:gradFill flip="none" rotWithShape="1">
                        <a:gsLst>
                          <a:gs pos="0">
                            <a:srgbClr val="FFFFFF">
                              <a:alpha val="75000"/>
                            </a:srgbClr>
                          </a:gs>
                          <a:gs pos="100000">
                            <a:srgbClr val="FFFFFF">
                              <a:alpha val="0"/>
                            </a:srgbClr>
                          </a:gs>
                        </a:gsLst>
                        <a:lin ang="3600000" scaled="0"/>
                        <a:tileRect/>
                      </a:gradFill>
                      <a:ln w="25400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tlCol="0" anchor="ctr"/>
                      <a:lstStyle/>
                      <a:p>
                        <a:pPr algn="ctr" defTabSz="457200">
                          <a:defRPr/>
                        </a:pPr>
                        <a:endParaRPr lang="en-US" sz="500" kern="0">
                          <a:solidFill>
                            <a:prstClr val="white"/>
                          </a:solidFill>
                          <a:latin typeface="Arial Nova Cond" panose="020B0506020202020204" pitchFamily="34" charset="0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05AAA4B-A36B-8480-9E71-41A375E2AED2}"/>
                      </a:ext>
                    </a:extLst>
                  </p:cNvPr>
                  <p:cNvSpPr txBox="1"/>
                  <p:nvPr/>
                </p:nvSpPr>
                <p:spPr>
                  <a:xfrm>
                    <a:off x="6860527" y="4521670"/>
                    <a:ext cx="962283" cy="341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 defTabSz="457200">
                      <a:buClr>
                        <a:srgbClr val="000000"/>
                      </a:buClr>
                      <a:defRPr/>
                    </a:pPr>
                    <a:r>
                      <a:rPr lang="en-US" sz="2200" b="1" kern="0" dirty="0">
                        <a:solidFill>
                          <a:prstClr val="white"/>
                        </a:solidFill>
                        <a:latin typeface="Arial Nova Cond" panose="020B0506020202020204" pitchFamily="34" charset="0"/>
                        <a:cs typeface="Arial"/>
                        <a:sym typeface="Arial"/>
                      </a:rPr>
                      <a:t>Interest gathering</a:t>
                    </a:r>
                  </a:p>
                </p:txBody>
              </p:sp>
            </p:grpSp>
          </p:grpSp>
        </p:grp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111B45AA-175D-D202-DA81-3F45005F9137}"/>
              </a:ext>
            </a:extLst>
          </p:cNvPr>
          <p:cNvSpPr txBox="1"/>
          <p:nvPr/>
        </p:nvSpPr>
        <p:spPr>
          <a:xfrm>
            <a:off x="14033190" y="8682479"/>
            <a:ext cx="3374846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DWG = Domain Working Group</a:t>
            </a:r>
          </a:p>
          <a:p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262626"/>
                </a:solidFill>
                <a:effectLst/>
                <a:uFillTx/>
                <a:latin typeface="Mont Book"/>
                <a:ea typeface="Mont Book"/>
                <a:cs typeface="Mont Book"/>
                <a:sym typeface="Mont Book"/>
              </a:rPr>
              <a:t>SWG = Standards Working Group</a:t>
            </a:r>
          </a:p>
        </p:txBody>
      </p:sp>
    </p:spTree>
    <p:extLst>
      <p:ext uri="{BB962C8B-B14F-4D97-AF65-F5344CB8AC3E}">
        <p14:creationId xmlns:p14="http://schemas.microsoft.com/office/powerpoint/2010/main" val="3874381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BC45-5CF7-B1D8-EFF1-57E7A60F0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AA4F37-9C29-39C4-1B48-735B6B1D2F1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5"/>
            <a:ext cx="16573356" cy="2059056"/>
          </a:xfrm>
        </p:spPr>
        <p:txBody>
          <a:bodyPr/>
          <a:lstStyle/>
          <a:p>
            <a:r>
              <a:rPr lang="en-US" dirty="0"/>
              <a:t>The testbed is composed of the following threads: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1712F3-6BAC-9F6B-8E90-27EC0D4E7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Overview of OGC Testbed-21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FD4D3-1F9B-5CE3-9798-F64B71A36711}"/>
              </a:ext>
            </a:extLst>
          </p:cNvPr>
          <p:cNvSpPr/>
          <p:nvPr/>
        </p:nvSpPr>
        <p:spPr>
          <a:xfrm>
            <a:off x="1447800" y="4202624"/>
            <a:ext cx="4800600" cy="3074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/>
              <a:t>Data Quality for Integrity, Provenance, and Trust (DQ4IPT)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293DA9-E289-8FAD-B96A-F5E6E051762A}"/>
              </a:ext>
            </a:extLst>
          </p:cNvPr>
          <p:cNvSpPr/>
          <p:nvPr/>
        </p:nvSpPr>
        <p:spPr>
          <a:xfrm>
            <a:off x="7010400" y="4229100"/>
            <a:ext cx="4800600" cy="304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/>
              <a:t>GEOINT Imagery Media for Intelligence, Surveillance, and Reconnaissance for OGC Testbed-21 (GIMI-T21)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204AF2-DC76-48B7-1BC8-CF4A95AA602E}"/>
              </a:ext>
            </a:extLst>
          </p:cNvPr>
          <p:cNvSpPr/>
          <p:nvPr/>
        </p:nvSpPr>
        <p:spPr>
          <a:xfrm>
            <a:off x="12877800" y="4202624"/>
            <a:ext cx="4533756" cy="30744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/>
              <a:t>Conformance Testing Tool Development (CTTG)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9776A601-BA2C-7CEE-E621-CB940F898FDA}"/>
              </a:ext>
            </a:extLst>
          </p:cNvPr>
          <p:cNvSpPr txBox="1">
            <a:spLocks/>
          </p:cNvSpPr>
          <p:nvPr/>
        </p:nvSpPr>
        <p:spPr>
          <a:xfrm>
            <a:off x="909101" y="8702436"/>
            <a:ext cx="16573356" cy="15845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0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2pPr>
            <a:lvl3pPr marL="12001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Some of the participating groups: </a:t>
            </a:r>
            <a:r>
              <a:rPr lang="en-US" dirty="0" err="1"/>
              <a:t>libheif</a:t>
            </a:r>
            <a:r>
              <a:rPr lang="en-US" dirty="0"/>
              <a:t>, </a:t>
            </a:r>
            <a:r>
              <a:rPr lang="en-US" dirty="0" err="1"/>
              <a:t>GStreamer</a:t>
            </a:r>
            <a:r>
              <a:rPr lang="en-US" dirty="0"/>
              <a:t>, Apache SIS, TEAM Engine</a:t>
            </a:r>
          </a:p>
        </p:txBody>
      </p:sp>
    </p:spTree>
    <p:extLst>
      <p:ext uri="{BB962C8B-B14F-4D97-AF65-F5344CB8AC3E}">
        <p14:creationId xmlns:p14="http://schemas.microsoft.com/office/powerpoint/2010/main" val="2301396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407139-F174-1DB3-C468-EC648F5EA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OGC Standards will feature in the code sprint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C31C94-350B-47B2-C5D1-9B13159840C3}"/>
              </a:ext>
            </a:extLst>
          </p:cNvPr>
          <p:cNvSpPr/>
          <p:nvPr/>
        </p:nvSpPr>
        <p:spPr>
          <a:xfrm>
            <a:off x="1160106" y="2523965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/>
              <a:t>GeoHEIF</a:t>
            </a:r>
            <a:endParaRPr lang="en-US" sz="3000" dirty="0"/>
          </a:p>
          <a:p>
            <a:pPr algn="ctr"/>
            <a:r>
              <a:rPr lang="en-US" sz="3000" dirty="0"/>
              <a:t>Candidate Standard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74B426-EABA-F694-0171-F95AB2DEB271}"/>
              </a:ext>
            </a:extLst>
          </p:cNvPr>
          <p:cNvSpPr/>
          <p:nvPr/>
        </p:nvSpPr>
        <p:spPr>
          <a:xfrm>
            <a:off x="6705600" y="7759925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OGC API – EDR</a:t>
            </a:r>
          </a:p>
          <a:p>
            <a:pPr algn="ctr"/>
            <a:r>
              <a:rPr lang="en-US" sz="3000" dirty="0"/>
              <a:t>Standard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83580EF-7E71-9596-1E79-C1B90C5068B6}"/>
              </a:ext>
            </a:extLst>
          </p:cNvPr>
          <p:cNvSpPr/>
          <p:nvPr/>
        </p:nvSpPr>
        <p:spPr>
          <a:xfrm>
            <a:off x="6705600" y="5157159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OGC API – Maps</a:t>
            </a:r>
          </a:p>
          <a:p>
            <a:pPr algn="ctr"/>
            <a:r>
              <a:rPr lang="en-US" sz="3000" dirty="0"/>
              <a:t>Standard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21F5B43-8041-8700-A6A5-768D2D2676A7}"/>
              </a:ext>
            </a:extLst>
          </p:cNvPr>
          <p:cNvSpPr/>
          <p:nvPr/>
        </p:nvSpPr>
        <p:spPr>
          <a:xfrm>
            <a:off x="1160106" y="5169954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/>
              <a:t>GeoSPARQL</a:t>
            </a:r>
            <a:endParaRPr lang="en-US" sz="3000" dirty="0"/>
          </a:p>
          <a:p>
            <a:pPr algn="ctr"/>
            <a:r>
              <a:rPr lang="en-US" sz="3000" dirty="0"/>
              <a:t>Standard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280746-405F-2EFB-97CA-1EE708EC9C2A}"/>
              </a:ext>
            </a:extLst>
          </p:cNvPr>
          <p:cNvSpPr/>
          <p:nvPr/>
        </p:nvSpPr>
        <p:spPr>
          <a:xfrm>
            <a:off x="12268200" y="5143500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OGC API – </a:t>
            </a:r>
          </a:p>
          <a:p>
            <a:pPr algn="ctr"/>
            <a:r>
              <a:rPr lang="en-US" sz="3000" dirty="0"/>
              <a:t>Connected Systems</a:t>
            </a:r>
          </a:p>
          <a:p>
            <a:pPr algn="ctr"/>
            <a:r>
              <a:rPr lang="en-US" sz="3000" dirty="0"/>
              <a:t>Standard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8143FAE-5B3F-3F95-0CB9-C9EB27FA9B25}"/>
              </a:ext>
            </a:extLst>
          </p:cNvPr>
          <p:cNvSpPr/>
          <p:nvPr/>
        </p:nvSpPr>
        <p:spPr>
          <a:xfrm>
            <a:off x="6705600" y="2523965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3D Tiles</a:t>
            </a:r>
          </a:p>
          <a:p>
            <a:pPr algn="ctr"/>
            <a:r>
              <a:rPr lang="en-US" sz="3000" dirty="0"/>
              <a:t>Community Standard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CD5702E-A652-49F6-268F-DE2C63D554FE}"/>
              </a:ext>
            </a:extLst>
          </p:cNvPr>
          <p:cNvSpPr/>
          <p:nvPr/>
        </p:nvSpPr>
        <p:spPr>
          <a:xfrm>
            <a:off x="1188098" y="7815943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OGC API – Coverages</a:t>
            </a:r>
          </a:p>
          <a:p>
            <a:pPr algn="ctr"/>
            <a:r>
              <a:rPr lang="en-US" sz="3000" dirty="0"/>
              <a:t>Candidate Standard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48FA649-D726-F83B-5F21-CB98A7CAF082}"/>
              </a:ext>
            </a:extLst>
          </p:cNvPr>
          <p:cNvSpPr/>
          <p:nvPr/>
        </p:nvSpPr>
        <p:spPr>
          <a:xfrm>
            <a:off x="12268200" y="2560510"/>
            <a:ext cx="3962400" cy="1752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 err="1"/>
              <a:t>GeoSciML</a:t>
            </a:r>
            <a:endParaRPr lang="en-US" sz="3000" dirty="0"/>
          </a:p>
          <a:p>
            <a:pPr algn="ctr"/>
            <a:r>
              <a:rPr lang="en-US" sz="3000" dirty="0"/>
              <a:t>Standard</a:t>
            </a:r>
          </a:p>
        </p:txBody>
      </p:sp>
    </p:spTree>
    <p:extLst>
      <p:ext uri="{BB962C8B-B14F-4D97-AF65-F5344CB8AC3E}">
        <p14:creationId xmlns:p14="http://schemas.microsoft.com/office/powerpoint/2010/main" val="1760986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C3BC73-95D4-E15F-39A9-6950DF52F313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Develop prototype implementations</a:t>
            </a:r>
          </a:p>
          <a:p>
            <a:endParaRPr lang="en-US" dirty="0"/>
          </a:p>
          <a:p>
            <a:r>
              <a:rPr lang="en-US" dirty="0"/>
              <a:t>Test the prototype implementations</a:t>
            </a:r>
          </a:p>
          <a:p>
            <a:endParaRPr lang="en-US" dirty="0"/>
          </a:p>
          <a:p>
            <a:r>
              <a:rPr lang="en-US" dirty="0"/>
              <a:t>Identify opportunities for further innovation</a:t>
            </a:r>
          </a:p>
          <a:p>
            <a:endParaRPr lang="en-US" dirty="0"/>
          </a:p>
          <a:p>
            <a:r>
              <a:rPr lang="en-US" dirty="0"/>
              <a:t>Provide feedback to the Editors, Working Groups, and OGC Testbed participants about what worked and what did not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CEDAAC-9149-7C31-DDD7-C05EBEB01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Goals for OGC Working Groups</a:t>
            </a:r>
          </a:p>
        </p:txBody>
      </p:sp>
    </p:spTree>
    <p:extLst>
      <p:ext uri="{BB962C8B-B14F-4D97-AF65-F5344CB8AC3E}">
        <p14:creationId xmlns:p14="http://schemas.microsoft.com/office/powerpoint/2010/main" val="3355990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</a:rPr>
              <a:t>www.ogc.org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761" y="3490404"/>
            <a:ext cx="6110039" cy="3306192"/>
          </a:xfrm>
        </p:spPr>
        <p:txBody>
          <a:bodyPr/>
          <a:lstStyle/>
          <a:p>
            <a:pPr>
              <a:lnSpc>
                <a:spcPts val="9800"/>
              </a:lnSpc>
            </a:pPr>
            <a:r>
              <a:rPr lang="en-US" sz="123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591f4a-b750-44ad-8ebf-06d36ba90675" xsi:nil="true"/>
    <lcf76f155ced4ddcb4097134ff3c332f xmlns="d6fbc86c-d850-4140-ac77-9d31bd829bd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E3310CD124948B4E279413993BB0E" ma:contentTypeVersion="13" ma:contentTypeDescription="Create a new document." ma:contentTypeScope="" ma:versionID="0a4033e78b75580e944694f4110b9443">
  <xsd:schema xmlns:xsd="http://www.w3.org/2001/XMLSchema" xmlns:xs="http://www.w3.org/2001/XMLSchema" xmlns:p="http://schemas.microsoft.com/office/2006/metadata/properties" xmlns:ns2="d6fbc86c-d850-4140-ac77-9d31bd829bdd" xmlns:ns3="9d591f4a-b750-44ad-8ebf-06d36ba90675" targetNamespace="http://schemas.microsoft.com/office/2006/metadata/properties" ma:root="true" ma:fieldsID="efd5ec2613c3be04dd453b3842ae1d37" ns2:_="" ns3:_="">
    <xsd:import namespace="d6fbc86c-d850-4140-ac77-9d31bd829bdd"/>
    <xsd:import namespace="9d591f4a-b750-44ad-8ebf-06d36ba906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bc86c-d850-4140-ac77-9d31bd829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e216777-a1e1-495c-93e8-2566215d5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91f4a-b750-44ad-8ebf-06d36ba906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77d112-1c04-4fa5-a3ca-824683e69c49}" ma:internalName="TaxCatchAll" ma:showField="CatchAllData" ma:web="9d591f4a-b750-44ad-8ebf-06d36ba906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83FC41-384C-4416-9A4E-6653321403C3}">
  <ds:schemaRefs>
    <ds:schemaRef ds:uri="http://schemas.microsoft.com/office/2006/metadata/properties"/>
    <ds:schemaRef ds:uri="http://schemas.microsoft.com/office/infopath/2007/PartnerControls"/>
    <ds:schemaRef ds:uri="9d591f4a-b750-44ad-8ebf-06d36ba90675"/>
    <ds:schemaRef ds:uri="d6fbc86c-d850-4140-ac77-9d31bd829bdd"/>
  </ds:schemaRefs>
</ds:datastoreItem>
</file>

<file path=customXml/itemProps2.xml><?xml version="1.0" encoding="utf-8"?>
<ds:datastoreItem xmlns:ds="http://schemas.openxmlformats.org/officeDocument/2006/customXml" ds:itemID="{311F3D4D-EBA0-40F5-94E2-7634A01ED3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fbc86c-d850-4140-ac77-9d31bd829bdd"/>
    <ds:schemaRef ds:uri="9d591f4a-b750-44ad-8ebf-06d36ba906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1783</TotalTime>
  <Words>264</Words>
  <Application>Microsoft Macintosh PowerPoint</Application>
  <PresentationFormat>Custom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SemiBold</vt:lpstr>
      <vt:lpstr>Mont Book</vt:lpstr>
      <vt:lpstr>Calibri</vt:lpstr>
      <vt:lpstr>Arial Nova Cond</vt:lpstr>
      <vt:lpstr>Arial</vt:lpstr>
      <vt:lpstr>Aptos Display</vt:lpstr>
      <vt:lpstr>Office Theme</vt:lpstr>
      <vt:lpstr>Dr Gobe Hobona (OGC) 22 April 2026</vt:lpstr>
      <vt:lpstr>Introduction to OGC</vt:lpstr>
      <vt:lpstr>Innovation</vt:lpstr>
      <vt:lpstr>Overview of OGC Testbed-21</vt:lpstr>
      <vt:lpstr>Which OGC Standards will feature in the code sprint</vt:lpstr>
      <vt:lpstr>Sprint Goals for OGC Working Groups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Simmons</dc:creator>
  <cp:lastModifiedBy>Gobe Hobona</cp:lastModifiedBy>
  <cp:revision>272</cp:revision>
  <dcterms:created xsi:type="dcterms:W3CDTF">2025-04-29T18:14:43Z</dcterms:created>
  <dcterms:modified xsi:type="dcterms:W3CDTF">2026-04-22T12:44:27Z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0x0101002E9E3310CD124948B4E279413993BB0E</vt:lpwstr>
  </property>
  <property fmtid="{D5CDD505-2E9C-101B-9397-08002B2CF9AE}" pid="3" name="MediaServiceImageTags">
    <vt:lpwstr/>
  </property>
</Properties>
</file>