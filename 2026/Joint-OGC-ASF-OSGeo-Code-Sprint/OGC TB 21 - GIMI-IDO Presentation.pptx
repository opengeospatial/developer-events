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1560" r:id="rId2"/>
    <p:sldId id="257" r:id="rId3"/>
    <p:sldId id="1322" r:id="rId4"/>
    <p:sldId id="1323" r:id="rId5"/>
    <p:sldId id="1561" r:id="rId6"/>
    <p:sldId id="2977" r:id="rId7"/>
    <p:sldId id="2976" r:id="rId8"/>
    <p:sldId id="3017" r:id="rId9"/>
    <p:sldId id="2975" r:id="rId10"/>
    <p:sldId id="3018"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4660"/>
  </p:normalViewPr>
  <p:slideViewPr>
    <p:cSldViewPr snapToGrid="0">
      <p:cViewPr varScale="1">
        <p:scale>
          <a:sx n="69" d="100"/>
          <a:sy n="69" d="100"/>
        </p:scale>
        <p:origin x="45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97936C-6800-401C-9489-526B32D5160F}"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51659-5CF1-410F-B428-0ED93789288E}" type="slidenum">
              <a:rPr lang="en-US" smtClean="0"/>
              <a:t>‹#›</a:t>
            </a:fld>
            <a:endParaRPr lang="en-US"/>
          </a:p>
        </p:txBody>
      </p:sp>
    </p:spTree>
    <p:extLst>
      <p:ext uri="{BB962C8B-B14F-4D97-AF65-F5344CB8AC3E}">
        <p14:creationId xmlns:p14="http://schemas.microsoft.com/office/powerpoint/2010/main" val="3129410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0166A-BF1A-4E43-A109-356669B6B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154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0166A-BF1A-4E43-A109-356669B6B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75254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56000">
              <a:srgbClr val="D2F0FF"/>
            </a:gs>
            <a:gs pos="85000">
              <a:srgbClr val="66ACCE"/>
            </a:gs>
            <a:gs pos="0">
              <a:schemeClr val="bg1"/>
            </a:gs>
            <a:gs pos="100000">
              <a:srgbClr val="006699"/>
            </a:gs>
          </a:gsLst>
          <a:lin ang="5400000" scaled="1"/>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BA0FAD3-9A34-4CB0-9D81-85815BEB44A8}"/>
              </a:ext>
            </a:extLst>
          </p:cNvPr>
          <p:cNvSpPr>
            <a:spLocks noGrp="1"/>
          </p:cNvSpPr>
          <p:nvPr>
            <p:ph type="subTitle" idx="1" hasCustomPrompt="1"/>
          </p:nvPr>
        </p:nvSpPr>
        <p:spPr>
          <a:xfrm>
            <a:off x="556592" y="4485861"/>
            <a:ext cx="6725478" cy="1675548"/>
          </a:xfrm>
        </p:spPr>
        <p:txBody>
          <a:bodyPr>
            <a:normAutofit/>
          </a:bodyPr>
          <a:lstStyle>
            <a:lvl1pPr marL="0" indent="0" algn="l">
              <a:buNone/>
              <a:defRPr sz="3200">
                <a:solidFill>
                  <a:srgbClr val="00456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Name </a:t>
            </a:r>
          </a:p>
          <a:p>
            <a:r>
              <a:rPr lang="en-US" dirty="0"/>
              <a:t>NGA/TAES Contractor</a:t>
            </a:r>
          </a:p>
          <a:p>
            <a:r>
              <a:rPr lang="en-US" dirty="0"/>
              <a:t>Date</a:t>
            </a:r>
          </a:p>
        </p:txBody>
      </p:sp>
      <p:sp>
        <p:nvSpPr>
          <p:cNvPr id="2" name="Title 1">
            <a:extLst>
              <a:ext uri="{FF2B5EF4-FFF2-40B4-BE49-F238E27FC236}">
                <a16:creationId xmlns:a16="http://schemas.microsoft.com/office/drawing/2014/main" id="{2987555B-4872-4DB3-B44F-1E9D8CE3E51B}"/>
              </a:ext>
            </a:extLst>
          </p:cNvPr>
          <p:cNvSpPr>
            <a:spLocks noGrp="1"/>
          </p:cNvSpPr>
          <p:nvPr>
            <p:ph type="ctrTitle" hasCustomPrompt="1"/>
          </p:nvPr>
        </p:nvSpPr>
        <p:spPr>
          <a:xfrm>
            <a:off x="3955774" y="2094398"/>
            <a:ext cx="8097078" cy="1579176"/>
          </a:xfrm>
        </p:spPr>
        <p:txBody>
          <a:bodyPr anchor="b">
            <a:normAutofit/>
          </a:bodyPr>
          <a:lstStyle>
            <a:lvl1pPr algn="ctr">
              <a:defRPr sz="5400">
                <a:solidFill>
                  <a:srgbClr val="003B58"/>
                </a:solidFill>
              </a:defRPr>
            </a:lvl1pPr>
          </a:lstStyle>
          <a:p>
            <a:r>
              <a:rPr lang="en-US" dirty="0"/>
              <a:t>Click to edit title</a:t>
            </a:r>
          </a:p>
        </p:txBody>
      </p:sp>
      <p:sp>
        <p:nvSpPr>
          <p:cNvPr id="17" name="TextBox 16">
            <a:extLst>
              <a:ext uri="{FF2B5EF4-FFF2-40B4-BE49-F238E27FC236}">
                <a16:creationId xmlns:a16="http://schemas.microsoft.com/office/drawing/2014/main" id="{EF960FB7-9849-4601-B8CC-A0A9C90992D4}"/>
              </a:ext>
            </a:extLst>
          </p:cNvPr>
          <p:cNvSpPr txBox="1"/>
          <p:nvPr userDrawn="1"/>
        </p:nvSpPr>
        <p:spPr>
          <a:xfrm>
            <a:off x="504828" y="6548537"/>
            <a:ext cx="3517900" cy="338554"/>
          </a:xfrm>
          <a:prstGeom prst="rect">
            <a:avLst/>
          </a:prstGeom>
          <a:noFill/>
        </p:spPr>
        <p:txBody>
          <a:bodyPr wrap="square" rtlCol="0">
            <a:spAutoFit/>
          </a:bodyPr>
          <a:lstStyle/>
          <a:p>
            <a:r>
              <a:rPr lang="en-US" sz="1600" kern="1200" dirty="0">
                <a:solidFill>
                  <a:schemeClr val="bg1">
                    <a:lumMod val="95000"/>
                  </a:schemeClr>
                </a:solidFill>
                <a:effectLst>
                  <a:outerShdw blurRad="38100" dist="38100" dir="2700000" algn="tl">
                    <a:srgbClr val="000000">
                      <a:alpha val="43137"/>
                    </a:srgbClr>
                  </a:outerShdw>
                </a:effectLst>
                <a:latin typeface="+mn-lt"/>
                <a:ea typeface="+mn-ea"/>
                <a:cs typeface="+mn-cs"/>
              </a:rPr>
              <a:t>https://GWG.NGA.MIL</a:t>
            </a:r>
          </a:p>
        </p:txBody>
      </p:sp>
      <p:sp>
        <p:nvSpPr>
          <p:cNvPr id="8" name="TextBox 7">
            <a:extLst>
              <a:ext uri="{FF2B5EF4-FFF2-40B4-BE49-F238E27FC236}">
                <a16:creationId xmlns:a16="http://schemas.microsoft.com/office/drawing/2014/main" id="{3EE5F9BC-0E68-4DE4-9B26-35A37CF4D4BF}"/>
              </a:ext>
            </a:extLst>
          </p:cNvPr>
          <p:cNvSpPr txBox="1"/>
          <p:nvPr userDrawn="1"/>
        </p:nvSpPr>
        <p:spPr>
          <a:xfrm rot="16200000">
            <a:off x="-822806" y="4991590"/>
            <a:ext cx="2140924" cy="514344"/>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a:t>
            </a:r>
            <a:r>
              <a:rPr lang="en-US" sz="1600" dirty="0">
                <a:solidFill>
                  <a:schemeClr val="bg1"/>
                </a:solidFill>
                <a:effectLst>
                  <a:outerShdw blurRad="38100" dist="38100" dir="2700000" algn="tl">
                    <a:srgbClr val="000000">
                      <a:alpha val="43137"/>
                    </a:srgbClr>
                  </a:outerShdw>
                </a:effectLst>
              </a:rPr>
              <a:t>NGA</a:t>
            </a:r>
            <a:r>
              <a:rPr lang="en-US" sz="1400" dirty="0">
                <a:solidFill>
                  <a:schemeClr val="bg1"/>
                </a:solidFill>
                <a:effectLst>
                  <a:outerShdw blurRad="38100" dist="38100" dir="2700000" algn="tl">
                    <a:srgbClr val="000000">
                      <a:alpha val="43137"/>
                    </a:srgbClr>
                  </a:outerShdw>
                </a:effectLst>
              </a:rPr>
              <a:t>.MIL</a:t>
            </a:r>
          </a:p>
        </p:txBody>
      </p:sp>
      <p:grpSp>
        <p:nvGrpSpPr>
          <p:cNvPr id="14" name="Group 13">
            <a:extLst>
              <a:ext uri="{FF2B5EF4-FFF2-40B4-BE49-F238E27FC236}">
                <a16:creationId xmlns:a16="http://schemas.microsoft.com/office/drawing/2014/main" id="{589B17CA-FE90-46E4-A597-C439E37FA192}"/>
              </a:ext>
            </a:extLst>
          </p:cNvPr>
          <p:cNvGrpSpPr/>
          <p:nvPr userDrawn="1"/>
        </p:nvGrpSpPr>
        <p:grpSpPr>
          <a:xfrm>
            <a:off x="0" y="6307714"/>
            <a:ext cx="12196750" cy="296772"/>
            <a:chOff x="0" y="6307714"/>
            <a:chExt cx="12196750" cy="296772"/>
          </a:xfrm>
        </p:grpSpPr>
        <p:sp>
          <p:nvSpPr>
            <p:cNvPr id="15" name="Rectangle 14">
              <a:extLst>
                <a:ext uri="{FF2B5EF4-FFF2-40B4-BE49-F238E27FC236}">
                  <a16:creationId xmlns:a16="http://schemas.microsoft.com/office/drawing/2014/main" id="{3FC19CDA-DF24-43D6-A837-6F6E427B5174}"/>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62EE849-2340-4D67-B9FD-83C0C04C5EA3}"/>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B1F1B98-F9CA-46DB-9BAC-92FB62427B6B}"/>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Rectangle 19">
              <a:extLst>
                <a:ext uri="{FF2B5EF4-FFF2-40B4-BE49-F238E27FC236}">
                  <a16:creationId xmlns:a16="http://schemas.microsoft.com/office/drawing/2014/main" id="{33784CA2-AD03-44FF-8BF1-08C5DFB7A1C0}"/>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57FE73E4-16F0-4F5B-A00A-5A074CD3C5E0}"/>
              </a:ext>
            </a:extLst>
          </p:cNvPr>
          <p:cNvGrpSpPr/>
          <p:nvPr userDrawn="1"/>
        </p:nvGrpSpPr>
        <p:grpSpPr>
          <a:xfrm>
            <a:off x="3184" y="213128"/>
            <a:ext cx="12196750" cy="296772"/>
            <a:chOff x="0" y="6307714"/>
            <a:chExt cx="12196750" cy="296772"/>
          </a:xfrm>
        </p:grpSpPr>
        <p:sp>
          <p:nvSpPr>
            <p:cNvPr id="22" name="Rectangle 21">
              <a:extLst>
                <a:ext uri="{FF2B5EF4-FFF2-40B4-BE49-F238E27FC236}">
                  <a16:creationId xmlns:a16="http://schemas.microsoft.com/office/drawing/2014/main" id="{8744315B-B077-4E14-9832-C37CB8F0B02A}"/>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96D5AD5-7AE7-409C-80C2-BA5DB4EDD123}"/>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9FA76A95-0D1E-49AE-AD54-1EF2B0999C34}"/>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C5F60D4C-E24A-4DFE-964A-218995740818}"/>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BC60D321-429C-4608-AAB3-18026BF93AA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812" t="581" r="23021" b="581"/>
          <a:stretch/>
        </p:blipFill>
        <p:spPr>
          <a:xfrm>
            <a:off x="263528" y="139455"/>
            <a:ext cx="3587012" cy="3673799"/>
          </a:xfrm>
          <a:prstGeom prst="rect">
            <a:avLst/>
          </a:prstGeom>
        </p:spPr>
      </p:pic>
      <p:grpSp>
        <p:nvGrpSpPr>
          <p:cNvPr id="5" name="Group 4">
            <a:extLst>
              <a:ext uri="{FF2B5EF4-FFF2-40B4-BE49-F238E27FC236}">
                <a16:creationId xmlns:a16="http://schemas.microsoft.com/office/drawing/2014/main" id="{4A5EEDA6-440C-AA4F-F48B-EA483E95E9EC}"/>
              </a:ext>
            </a:extLst>
          </p:cNvPr>
          <p:cNvGrpSpPr/>
          <p:nvPr userDrawn="1"/>
        </p:nvGrpSpPr>
        <p:grpSpPr>
          <a:xfrm>
            <a:off x="6589930" y="464181"/>
            <a:ext cx="5598886" cy="797272"/>
            <a:chOff x="2339942" y="1330348"/>
            <a:chExt cx="7150724" cy="1018251"/>
          </a:xfrm>
        </p:grpSpPr>
        <p:pic>
          <p:nvPicPr>
            <p:cNvPr id="6" name="Picture 5">
              <a:extLst>
                <a:ext uri="{FF2B5EF4-FFF2-40B4-BE49-F238E27FC236}">
                  <a16:creationId xmlns:a16="http://schemas.microsoft.com/office/drawing/2014/main" id="{DA95D270-5590-2179-032D-81D25787720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9942" y="1330348"/>
              <a:ext cx="3180723" cy="1018251"/>
            </a:xfrm>
            <a:prstGeom prst="rect">
              <a:avLst/>
            </a:prstGeom>
          </p:spPr>
        </p:pic>
        <p:sp>
          <p:nvSpPr>
            <p:cNvPr id="7" name="TextBox 6">
              <a:extLst>
                <a:ext uri="{FF2B5EF4-FFF2-40B4-BE49-F238E27FC236}">
                  <a16:creationId xmlns:a16="http://schemas.microsoft.com/office/drawing/2014/main" id="{71E1C706-F365-7C49-0B01-BBB75B9569BE}"/>
                </a:ext>
              </a:extLst>
            </p:cNvPr>
            <p:cNvSpPr txBox="1"/>
            <p:nvPr/>
          </p:nvSpPr>
          <p:spPr>
            <a:xfrm>
              <a:off x="5395918" y="1514907"/>
              <a:ext cx="4094748" cy="668241"/>
            </a:xfrm>
            <a:prstGeom prst="rect">
              <a:avLst/>
            </a:prstGeom>
            <a:noFill/>
          </p:spPr>
          <p:txBody>
            <a:bodyPr wrap="square">
              <a:spAutoFit/>
            </a:bodyPr>
            <a:lstStyle/>
            <a:p>
              <a:pPr algn="ctr"/>
              <a:r>
                <a:rPr lang="en-US" sz="1400" b="1" dirty="0">
                  <a:solidFill>
                    <a:srgbClr val="0033CC"/>
                  </a:solidFill>
                  <a:latin typeface="Arial Black" panose="020B0A04020102020204" pitchFamily="34" charset="0"/>
                  <a:cs typeface="Aldhabi" panose="020F0502020204030204" pitchFamily="2" charset="-78"/>
                </a:rPr>
                <a:t>G</a:t>
              </a:r>
              <a:r>
                <a:rPr lang="en-US" sz="1400" b="1" dirty="0">
                  <a:latin typeface="Arial Black" panose="020B0A04020102020204" pitchFamily="34" charset="0"/>
                  <a:cs typeface="Aldhabi" panose="020F0502020204030204" pitchFamily="2" charset="-78"/>
                </a:rPr>
                <a:t>eospatial-Intelligence </a:t>
              </a:r>
              <a:r>
                <a:rPr lang="en-US" sz="1400" b="1" dirty="0">
                  <a:solidFill>
                    <a:srgbClr val="0033CC"/>
                  </a:solidFill>
                  <a:latin typeface="Arial Black" panose="020B0A04020102020204" pitchFamily="34" charset="0"/>
                  <a:cs typeface="Aldhabi" panose="020F0502020204030204" pitchFamily="2" charset="-78"/>
                </a:rPr>
                <a:t>M</a:t>
              </a:r>
              <a:r>
                <a:rPr lang="en-US" sz="1400" b="1" dirty="0">
                  <a:latin typeface="Arial Black" panose="020B0A04020102020204" pitchFamily="34" charset="0"/>
                  <a:cs typeface="Aldhabi" panose="020F0502020204030204" pitchFamily="2" charset="-78"/>
                </a:rPr>
                <a:t>edia</a:t>
              </a:r>
            </a:p>
            <a:p>
              <a:pPr algn="ctr"/>
              <a:r>
                <a:rPr lang="en-US" sz="1400" b="1" dirty="0">
                  <a:solidFill>
                    <a:srgbClr val="0033CC"/>
                  </a:solidFill>
                  <a:latin typeface="Arial Black" panose="020B0A04020102020204" pitchFamily="34" charset="0"/>
                  <a:cs typeface="Aldhabi" panose="020F0502020204030204" pitchFamily="2" charset="-78"/>
                </a:rPr>
                <a:t>S</a:t>
              </a:r>
              <a:r>
                <a:rPr lang="en-US" sz="1400" b="1" dirty="0">
                  <a:latin typeface="Arial Black" panose="020B0A04020102020204" pitchFamily="34" charset="0"/>
                  <a:cs typeface="Aldhabi" panose="020F0502020204030204" pitchFamily="2" charset="-78"/>
                </a:rPr>
                <a:t>tandards </a:t>
              </a:r>
              <a:r>
                <a:rPr lang="en-US" sz="1400" b="1" dirty="0">
                  <a:solidFill>
                    <a:srgbClr val="0033CC"/>
                  </a:solidFill>
                  <a:latin typeface="Arial Black" panose="020B0A04020102020204" pitchFamily="34" charset="0"/>
                  <a:cs typeface="Aldhabi" panose="020F0502020204030204" pitchFamily="2" charset="-78"/>
                </a:rPr>
                <a:t>B</a:t>
              </a:r>
              <a:r>
                <a:rPr lang="en-US" sz="1400" b="1" dirty="0">
                  <a:latin typeface="Arial Black" panose="020B0A04020102020204" pitchFamily="34" charset="0"/>
                  <a:cs typeface="Aldhabi" panose="020F0502020204030204" pitchFamily="2" charset="-78"/>
                </a:rPr>
                <a:t>oard</a:t>
              </a:r>
              <a:endParaRPr lang="en-US" sz="4400" b="1" dirty="0">
                <a:latin typeface="Arial Black" panose="020B0A04020102020204" pitchFamily="34" charset="0"/>
                <a:cs typeface="Aldhabi" panose="020F0502020204030204" pitchFamily="2" charset="-78"/>
              </a:endParaRPr>
            </a:p>
          </p:txBody>
        </p:sp>
      </p:grpSp>
    </p:spTree>
    <p:extLst>
      <p:ext uri="{BB962C8B-B14F-4D97-AF65-F5344CB8AC3E}">
        <p14:creationId xmlns:p14="http://schemas.microsoft.com/office/powerpoint/2010/main" val="106322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1549905" y="477767"/>
            <a:ext cx="10019243" cy="879475"/>
          </a:xfrm>
        </p:spPr>
        <p:txBody>
          <a:bodyPr>
            <a:normAutofit/>
          </a:bodyPr>
          <a:lstStyle>
            <a:lvl1pPr>
              <a:defRPr sz="3200" b="1">
                <a:solidFill>
                  <a:srgbClr val="004568"/>
                </a:solidFill>
              </a:defRPr>
            </a:lvl1pPr>
          </a:lstStyle>
          <a:p>
            <a:r>
              <a:rPr lang="en-US" dirty="0"/>
              <a:t>Click to edit title</a:t>
            </a:r>
          </a:p>
        </p:txBody>
      </p:sp>
      <p:sp>
        <p:nvSpPr>
          <p:cNvPr id="3" name="Content Placeholder 2">
            <a:extLst>
              <a:ext uri="{FF2B5EF4-FFF2-40B4-BE49-F238E27FC236}">
                <a16:creationId xmlns:a16="http://schemas.microsoft.com/office/drawing/2014/main" id="{33E8A24C-6CFD-41F9-B51F-E89A184E3F30}"/>
              </a:ext>
            </a:extLst>
          </p:cNvPr>
          <p:cNvSpPr>
            <a:spLocks noGrp="1"/>
          </p:cNvSpPr>
          <p:nvPr>
            <p:ph idx="1"/>
          </p:nvPr>
        </p:nvSpPr>
        <p:spPr>
          <a:xfrm>
            <a:off x="609600" y="1646238"/>
            <a:ext cx="10959548" cy="4530725"/>
          </a:xfrm>
        </p:spPr>
        <p:txBody>
          <a:bodyPr/>
          <a:lstStyle>
            <a:lvl1pPr>
              <a:defRPr sz="2400" b="1">
                <a:solidFill>
                  <a:srgbClr val="004568"/>
                </a:solidFill>
              </a:defRPr>
            </a:lvl1pPr>
            <a:lvl2pPr>
              <a:defRPr sz="2000">
                <a:solidFill>
                  <a:srgbClr val="004568"/>
                </a:solidFill>
              </a:defRPr>
            </a:lvl2pPr>
            <a:lvl3pPr>
              <a:defRPr sz="1800" b="0">
                <a:solidFill>
                  <a:srgbClr val="004568"/>
                </a:solidFill>
              </a:defRPr>
            </a:lvl3pPr>
            <a:lvl4pPr>
              <a:defRPr sz="1600">
                <a:solidFill>
                  <a:srgbClr val="004568"/>
                </a:solidFill>
              </a:defRPr>
            </a:lvl4pPr>
            <a:lvl5pPr>
              <a:defRPr sz="1600">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
        <p:nvSpPr>
          <p:cNvPr id="34" name="TextBox 33">
            <a:extLst>
              <a:ext uri="{FF2B5EF4-FFF2-40B4-BE49-F238E27FC236}">
                <a16:creationId xmlns:a16="http://schemas.microsoft.com/office/drawing/2014/main" id="{4F63C806-8B40-42A7-95AA-4E30ABCCC815}"/>
              </a:ext>
            </a:extLst>
          </p:cNvPr>
          <p:cNvSpPr txBox="1"/>
          <p:nvPr userDrawn="1"/>
        </p:nvSpPr>
        <p:spPr>
          <a:xfrm rot="16200000">
            <a:off x="-846620" y="4913804"/>
            <a:ext cx="2140924" cy="466716"/>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35" name="TextBox 34">
            <a:extLst>
              <a:ext uri="{FF2B5EF4-FFF2-40B4-BE49-F238E27FC236}">
                <a16:creationId xmlns:a16="http://schemas.microsoft.com/office/drawing/2014/main" id="{5E2E6800-C9CE-465F-8B72-3FA1216033B7}"/>
              </a:ext>
            </a:extLst>
          </p:cNvPr>
          <p:cNvSpPr txBox="1"/>
          <p:nvPr userDrawn="1"/>
        </p:nvSpPr>
        <p:spPr>
          <a:xfrm>
            <a:off x="771528" y="6531937"/>
            <a:ext cx="1946272" cy="307777"/>
          </a:xfrm>
          <a:prstGeom prst="rect">
            <a:avLst/>
          </a:prstGeom>
          <a:noFill/>
        </p:spPr>
        <p:txBody>
          <a:bodyPr wrap="square" rtlCol="0">
            <a:spAutoFit/>
          </a:bodyPr>
          <a:lstStyle/>
          <a:p>
            <a:r>
              <a:rPr lang="en-US" sz="1400" kern="1200" dirty="0">
                <a:solidFill>
                  <a:schemeClr val="bg1"/>
                </a:solidFill>
                <a:effectLst>
                  <a:outerShdw blurRad="38100" dist="38100" dir="2700000" algn="tl">
                    <a:srgbClr val="000000">
                      <a:alpha val="43137"/>
                    </a:srgbClr>
                  </a:outerShdw>
                </a:effectLst>
                <a:latin typeface="+mn-lt"/>
                <a:ea typeface="+mn-ea"/>
                <a:cs typeface="+mn-cs"/>
              </a:rPr>
              <a:t>https://GWG.NGA.MIL</a:t>
            </a:r>
          </a:p>
        </p:txBody>
      </p:sp>
      <p:grpSp>
        <p:nvGrpSpPr>
          <p:cNvPr id="45" name="Group 44">
            <a:extLst>
              <a:ext uri="{FF2B5EF4-FFF2-40B4-BE49-F238E27FC236}">
                <a16:creationId xmlns:a16="http://schemas.microsoft.com/office/drawing/2014/main" id="{422832F5-CD39-4AE3-8974-44926088A79C}"/>
              </a:ext>
            </a:extLst>
          </p:cNvPr>
          <p:cNvGrpSpPr/>
          <p:nvPr userDrawn="1"/>
        </p:nvGrpSpPr>
        <p:grpSpPr>
          <a:xfrm>
            <a:off x="0" y="6307714"/>
            <a:ext cx="12196750" cy="296772"/>
            <a:chOff x="0" y="6307714"/>
            <a:chExt cx="12196750" cy="296772"/>
          </a:xfrm>
        </p:grpSpPr>
        <p:sp>
          <p:nvSpPr>
            <p:cNvPr id="46" name="Rectangle 45">
              <a:extLst>
                <a:ext uri="{FF2B5EF4-FFF2-40B4-BE49-F238E27FC236}">
                  <a16:creationId xmlns:a16="http://schemas.microsoft.com/office/drawing/2014/main" id="{9171387D-A996-4A04-886D-A1ADD844A114}"/>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B617C64-210E-46E0-A9A5-9036A31C2030}"/>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490E7990-E7AD-4678-A07E-8684A6B236B1}"/>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9" name="Rectangle 48">
              <a:extLst>
                <a:ext uri="{FF2B5EF4-FFF2-40B4-BE49-F238E27FC236}">
                  <a16:creationId xmlns:a16="http://schemas.microsoft.com/office/drawing/2014/main" id="{F340906E-E31B-401B-9CC9-DD71427C3767}"/>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E97D5B7D-DE60-458F-853F-ABEFC0302A86}"/>
              </a:ext>
            </a:extLst>
          </p:cNvPr>
          <p:cNvGrpSpPr/>
          <p:nvPr userDrawn="1"/>
        </p:nvGrpSpPr>
        <p:grpSpPr>
          <a:xfrm>
            <a:off x="3184" y="213128"/>
            <a:ext cx="12196750" cy="296772"/>
            <a:chOff x="0" y="6307714"/>
            <a:chExt cx="12196750" cy="296772"/>
          </a:xfrm>
        </p:grpSpPr>
        <p:sp>
          <p:nvSpPr>
            <p:cNvPr id="51" name="Rectangle 50">
              <a:extLst>
                <a:ext uri="{FF2B5EF4-FFF2-40B4-BE49-F238E27FC236}">
                  <a16:creationId xmlns:a16="http://schemas.microsoft.com/office/drawing/2014/main" id="{7FF2BEB4-1F95-4AD8-BBDA-356CBD11A67E}"/>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E31F962-E58F-49ED-8ADC-D2C4C0D1618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1829895-0BEC-41A8-8A12-344937273D1E}"/>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Rectangle 53">
              <a:extLst>
                <a:ext uri="{FF2B5EF4-FFF2-40B4-BE49-F238E27FC236}">
                  <a16:creationId xmlns:a16="http://schemas.microsoft.com/office/drawing/2014/main" id="{28FDDC99-CB52-4C54-A932-3BAF694D9D3D}"/>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4" name="Picture 43">
            <a:extLst>
              <a:ext uri="{FF2B5EF4-FFF2-40B4-BE49-F238E27FC236}">
                <a16:creationId xmlns:a16="http://schemas.microsoft.com/office/drawing/2014/main" id="{CCD77AEC-0119-4EE5-B54C-C8D28F7840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917" t="1141" r="22812" b="1459"/>
          <a:stretch/>
        </p:blipFill>
        <p:spPr>
          <a:xfrm>
            <a:off x="285568" y="152586"/>
            <a:ext cx="1105264" cy="1113376"/>
          </a:xfrm>
          <a:prstGeom prst="rect">
            <a:avLst/>
          </a:prstGeom>
        </p:spPr>
      </p:pic>
      <p:grpSp>
        <p:nvGrpSpPr>
          <p:cNvPr id="8" name="Group 7">
            <a:extLst>
              <a:ext uri="{FF2B5EF4-FFF2-40B4-BE49-F238E27FC236}">
                <a16:creationId xmlns:a16="http://schemas.microsoft.com/office/drawing/2014/main" id="{31CB9E79-E473-5812-92A9-2FF04D17C982}"/>
              </a:ext>
            </a:extLst>
          </p:cNvPr>
          <p:cNvGrpSpPr/>
          <p:nvPr userDrawn="1"/>
        </p:nvGrpSpPr>
        <p:grpSpPr>
          <a:xfrm>
            <a:off x="11049000" y="243918"/>
            <a:ext cx="894714" cy="225906"/>
            <a:chOff x="11049000" y="243918"/>
            <a:chExt cx="894714" cy="225906"/>
          </a:xfrm>
        </p:grpSpPr>
        <p:sp>
          <p:nvSpPr>
            <p:cNvPr id="7" name="Rectangle 6">
              <a:extLst>
                <a:ext uri="{FF2B5EF4-FFF2-40B4-BE49-F238E27FC236}">
                  <a16:creationId xmlns:a16="http://schemas.microsoft.com/office/drawing/2014/main" id="{C8968A1F-9DD1-6B50-4F75-5AD27769E206}"/>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F187485-97FF-2C0E-9AB0-03F1199D1DD1}"/>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FEEF9F5-C6CE-00B6-9D01-938FF0D694B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2320041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1549906" y="484393"/>
            <a:ext cx="10019242" cy="879475"/>
          </a:xfrm>
        </p:spPr>
        <p:txBody>
          <a:bodyPr>
            <a:normAutofit/>
          </a:bodyPr>
          <a:lstStyle>
            <a:lvl1pPr>
              <a:defRPr sz="3200" b="1">
                <a:solidFill>
                  <a:srgbClr val="004568"/>
                </a:solidFill>
              </a:defRPr>
            </a:lvl1pPr>
          </a:lstStyle>
          <a:p>
            <a:r>
              <a:rPr lang="en-US" dirty="0"/>
              <a:t>Click to edit title</a:t>
            </a:r>
          </a:p>
        </p:txBody>
      </p:sp>
      <p:sp>
        <p:nvSpPr>
          <p:cNvPr id="3" name="Content Placeholder 2">
            <a:extLst>
              <a:ext uri="{FF2B5EF4-FFF2-40B4-BE49-F238E27FC236}">
                <a16:creationId xmlns:a16="http://schemas.microsoft.com/office/drawing/2014/main" id="{33E8A24C-6CFD-41F9-B51F-E89A184E3F30}"/>
              </a:ext>
            </a:extLst>
          </p:cNvPr>
          <p:cNvSpPr>
            <a:spLocks noGrp="1"/>
          </p:cNvSpPr>
          <p:nvPr>
            <p:ph idx="1"/>
          </p:nvPr>
        </p:nvSpPr>
        <p:spPr>
          <a:xfrm>
            <a:off x="609600" y="1415686"/>
            <a:ext cx="10959548" cy="4820911"/>
          </a:xfrm>
        </p:spPr>
        <p:txBody>
          <a:bodyPr/>
          <a:lstStyle>
            <a:lvl1pPr>
              <a:defRPr sz="2400" b="1">
                <a:solidFill>
                  <a:srgbClr val="004568"/>
                </a:solidFill>
              </a:defRPr>
            </a:lvl1pPr>
            <a:lvl2pPr>
              <a:defRPr sz="2000">
                <a:solidFill>
                  <a:srgbClr val="004568"/>
                </a:solidFill>
              </a:defRPr>
            </a:lvl2pPr>
            <a:lvl3pPr>
              <a:defRPr sz="1800" b="0">
                <a:solidFill>
                  <a:srgbClr val="004568"/>
                </a:solidFill>
              </a:defRPr>
            </a:lvl3pPr>
            <a:lvl4pPr>
              <a:defRPr sz="1600">
                <a:solidFill>
                  <a:srgbClr val="004568"/>
                </a:solidFill>
              </a:defRPr>
            </a:lvl4pPr>
            <a:lvl5pPr>
              <a:defRPr sz="1600">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
        <p:nvSpPr>
          <p:cNvPr id="34" name="TextBox 33">
            <a:extLst>
              <a:ext uri="{FF2B5EF4-FFF2-40B4-BE49-F238E27FC236}">
                <a16:creationId xmlns:a16="http://schemas.microsoft.com/office/drawing/2014/main" id="{4F63C806-8B40-42A7-95AA-4E30ABCCC815}"/>
              </a:ext>
            </a:extLst>
          </p:cNvPr>
          <p:cNvSpPr txBox="1"/>
          <p:nvPr userDrawn="1"/>
        </p:nvSpPr>
        <p:spPr>
          <a:xfrm rot="16200000">
            <a:off x="-846620" y="4913804"/>
            <a:ext cx="2140924" cy="466716"/>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35" name="TextBox 34">
            <a:extLst>
              <a:ext uri="{FF2B5EF4-FFF2-40B4-BE49-F238E27FC236}">
                <a16:creationId xmlns:a16="http://schemas.microsoft.com/office/drawing/2014/main" id="{5E2E6800-C9CE-465F-8B72-3FA1216033B7}"/>
              </a:ext>
            </a:extLst>
          </p:cNvPr>
          <p:cNvSpPr txBox="1"/>
          <p:nvPr userDrawn="1"/>
        </p:nvSpPr>
        <p:spPr>
          <a:xfrm>
            <a:off x="771528" y="6531937"/>
            <a:ext cx="1946272" cy="307777"/>
          </a:xfrm>
          <a:prstGeom prst="rect">
            <a:avLst/>
          </a:prstGeom>
          <a:noFill/>
        </p:spPr>
        <p:txBody>
          <a:bodyPr wrap="square" rtlCol="0">
            <a:spAutoFit/>
          </a:bodyPr>
          <a:lstStyle/>
          <a:p>
            <a:r>
              <a:rPr lang="en-US" sz="1400" kern="1200" dirty="0">
                <a:solidFill>
                  <a:schemeClr val="bg1"/>
                </a:solidFill>
                <a:effectLst>
                  <a:outerShdw blurRad="38100" dist="38100" dir="2700000" algn="tl">
                    <a:srgbClr val="000000">
                      <a:alpha val="43137"/>
                    </a:srgbClr>
                  </a:outerShdw>
                </a:effectLst>
                <a:latin typeface="+mn-lt"/>
                <a:ea typeface="+mn-ea"/>
                <a:cs typeface="+mn-cs"/>
              </a:rPr>
              <a:t>https://GWG.NGA.MIL</a:t>
            </a:r>
          </a:p>
        </p:txBody>
      </p:sp>
      <p:grpSp>
        <p:nvGrpSpPr>
          <p:cNvPr id="45" name="Group 44">
            <a:extLst>
              <a:ext uri="{FF2B5EF4-FFF2-40B4-BE49-F238E27FC236}">
                <a16:creationId xmlns:a16="http://schemas.microsoft.com/office/drawing/2014/main" id="{422832F5-CD39-4AE3-8974-44926088A79C}"/>
              </a:ext>
            </a:extLst>
          </p:cNvPr>
          <p:cNvGrpSpPr/>
          <p:nvPr userDrawn="1"/>
        </p:nvGrpSpPr>
        <p:grpSpPr>
          <a:xfrm>
            <a:off x="0" y="6307714"/>
            <a:ext cx="12196750" cy="296772"/>
            <a:chOff x="0" y="6307714"/>
            <a:chExt cx="12196750" cy="296772"/>
          </a:xfrm>
        </p:grpSpPr>
        <p:sp>
          <p:nvSpPr>
            <p:cNvPr id="46" name="Rectangle 45">
              <a:extLst>
                <a:ext uri="{FF2B5EF4-FFF2-40B4-BE49-F238E27FC236}">
                  <a16:creationId xmlns:a16="http://schemas.microsoft.com/office/drawing/2014/main" id="{9171387D-A996-4A04-886D-A1ADD844A114}"/>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B617C64-210E-46E0-A9A5-9036A31C2030}"/>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490E7990-E7AD-4678-A07E-8684A6B236B1}"/>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9" name="Rectangle 48">
              <a:extLst>
                <a:ext uri="{FF2B5EF4-FFF2-40B4-BE49-F238E27FC236}">
                  <a16:creationId xmlns:a16="http://schemas.microsoft.com/office/drawing/2014/main" id="{F340906E-E31B-401B-9CC9-DD71427C3767}"/>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E97D5B7D-DE60-458F-853F-ABEFC0302A86}"/>
              </a:ext>
            </a:extLst>
          </p:cNvPr>
          <p:cNvGrpSpPr/>
          <p:nvPr userDrawn="1"/>
        </p:nvGrpSpPr>
        <p:grpSpPr>
          <a:xfrm>
            <a:off x="3184" y="213128"/>
            <a:ext cx="12196750" cy="296772"/>
            <a:chOff x="0" y="6307714"/>
            <a:chExt cx="12196750" cy="296772"/>
          </a:xfrm>
        </p:grpSpPr>
        <p:sp>
          <p:nvSpPr>
            <p:cNvPr id="51" name="Rectangle 50">
              <a:extLst>
                <a:ext uri="{FF2B5EF4-FFF2-40B4-BE49-F238E27FC236}">
                  <a16:creationId xmlns:a16="http://schemas.microsoft.com/office/drawing/2014/main" id="{7FF2BEB4-1F95-4AD8-BBDA-356CBD11A67E}"/>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E31F962-E58F-49ED-8ADC-D2C4C0D1618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1829895-0BEC-41A8-8A12-344937273D1E}"/>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Rectangle 53">
              <a:extLst>
                <a:ext uri="{FF2B5EF4-FFF2-40B4-BE49-F238E27FC236}">
                  <a16:creationId xmlns:a16="http://schemas.microsoft.com/office/drawing/2014/main" id="{28FDDC99-CB52-4C54-A932-3BAF694D9D3D}"/>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4" name="Picture 43">
            <a:extLst>
              <a:ext uri="{FF2B5EF4-FFF2-40B4-BE49-F238E27FC236}">
                <a16:creationId xmlns:a16="http://schemas.microsoft.com/office/drawing/2014/main" id="{CCD77AEC-0119-4EE5-B54C-C8D28F7840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917" t="1141" r="22812" b="1459"/>
          <a:stretch/>
        </p:blipFill>
        <p:spPr>
          <a:xfrm>
            <a:off x="285568" y="152586"/>
            <a:ext cx="1105264" cy="1113376"/>
          </a:xfrm>
          <a:prstGeom prst="rect">
            <a:avLst/>
          </a:prstGeom>
        </p:spPr>
      </p:pic>
      <p:grpSp>
        <p:nvGrpSpPr>
          <p:cNvPr id="7" name="Group 6">
            <a:extLst>
              <a:ext uri="{FF2B5EF4-FFF2-40B4-BE49-F238E27FC236}">
                <a16:creationId xmlns:a16="http://schemas.microsoft.com/office/drawing/2014/main" id="{3BC3D2E6-D03A-DB87-A095-5070908376E7}"/>
              </a:ext>
            </a:extLst>
          </p:cNvPr>
          <p:cNvGrpSpPr/>
          <p:nvPr userDrawn="1"/>
        </p:nvGrpSpPr>
        <p:grpSpPr>
          <a:xfrm>
            <a:off x="11049000" y="243918"/>
            <a:ext cx="894714" cy="225906"/>
            <a:chOff x="11049000" y="243918"/>
            <a:chExt cx="894714" cy="225906"/>
          </a:xfrm>
        </p:grpSpPr>
        <p:sp>
          <p:nvSpPr>
            <p:cNvPr id="8" name="Rectangle 7">
              <a:extLst>
                <a:ext uri="{FF2B5EF4-FFF2-40B4-BE49-F238E27FC236}">
                  <a16:creationId xmlns:a16="http://schemas.microsoft.com/office/drawing/2014/main" id="{D7629ECB-7AC4-CF10-6C04-89E38B4428CB}"/>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4CAC05F-DC25-0F58-BDBE-EAB54609EE08}"/>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D36248D3-C9F9-2E48-343A-538FF200D90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1994410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609600" y="471141"/>
            <a:ext cx="10972800" cy="847449"/>
          </a:xfrm>
        </p:spPr>
        <p:txBody>
          <a:bodyPr>
            <a:normAutofit/>
          </a:bodyPr>
          <a:lstStyle>
            <a:lvl1pPr>
              <a:defRPr sz="3200" b="1">
                <a:solidFill>
                  <a:srgbClr val="004568"/>
                </a:solidFill>
              </a:defRPr>
            </a:lvl1pPr>
          </a:lstStyle>
          <a:p>
            <a:r>
              <a:rPr lang="en-US" dirty="0"/>
              <a:t>Click to edit title</a:t>
            </a:r>
          </a:p>
        </p:txBody>
      </p:sp>
      <p:sp>
        <p:nvSpPr>
          <p:cNvPr id="3" name="Content Placeholder 2">
            <a:extLst>
              <a:ext uri="{FF2B5EF4-FFF2-40B4-BE49-F238E27FC236}">
                <a16:creationId xmlns:a16="http://schemas.microsoft.com/office/drawing/2014/main" id="{33E8A24C-6CFD-41F9-B51F-E89A184E3F30}"/>
              </a:ext>
            </a:extLst>
          </p:cNvPr>
          <p:cNvSpPr>
            <a:spLocks noGrp="1"/>
          </p:cNvSpPr>
          <p:nvPr>
            <p:ph idx="1"/>
          </p:nvPr>
        </p:nvSpPr>
        <p:spPr>
          <a:xfrm>
            <a:off x="609599" y="1408680"/>
            <a:ext cx="10972801" cy="4913949"/>
          </a:xfrm>
        </p:spPr>
        <p:txBody>
          <a:bodyPr/>
          <a:lstStyle>
            <a:lvl1pPr>
              <a:defRPr sz="2400" b="1">
                <a:solidFill>
                  <a:srgbClr val="004568"/>
                </a:solidFill>
              </a:defRPr>
            </a:lvl1pPr>
            <a:lvl2pPr>
              <a:defRPr sz="2000">
                <a:solidFill>
                  <a:srgbClr val="004568"/>
                </a:solidFill>
              </a:defRPr>
            </a:lvl2pPr>
            <a:lvl3pPr>
              <a:defRPr sz="1800" b="0">
                <a:solidFill>
                  <a:srgbClr val="004568"/>
                </a:solidFill>
              </a:defRPr>
            </a:lvl3pPr>
            <a:lvl4pPr>
              <a:defRPr sz="1600">
                <a:solidFill>
                  <a:srgbClr val="004568"/>
                </a:solidFill>
              </a:defRPr>
            </a:lvl4pPr>
            <a:lvl5pPr>
              <a:defRPr sz="1600">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
        <p:nvSpPr>
          <p:cNvPr id="34" name="TextBox 33">
            <a:extLst>
              <a:ext uri="{FF2B5EF4-FFF2-40B4-BE49-F238E27FC236}">
                <a16:creationId xmlns:a16="http://schemas.microsoft.com/office/drawing/2014/main" id="{4F63C806-8B40-42A7-95AA-4E30ABCCC815}"/>
              </a:ext>
            </a:extLst>
          </p:cNvPr>
          <p:cNvSpPr txBox="1"/>
          <p:nvPr userDrawn="1"/>
        </p:nvSpPr>
        <p:spPr>
          <a:xfrm rot="16200000">
            <a:off x="-846620" y="4913804"/>
            <a:ext cx="2140924" cy="466716"/>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35" name="TextBox 34">
            <a:extLst>
              <a:ext uri="{FF2B5EF4-FFF2-40B4-BE49-F238E27FC236}">
                <a16:creationId xmlns:a16="http://schemas.microsoft.com/office/drawing/2014/main" id="{5E2E6800-C9CE-465F-8B72-3FA1216033B7}"/>
              </a:ext>
            </a:extLst>
          </p:cNvPr>
          <p:cNvSpPr txBox="1"/>
          <p:nvPr userDrawn="1"/>
        </p:nvSpPr>
        <p:spPr>
          <a:xfrm>
            <a:off x="771528" y="6531937"/>
            <a:ext cx="1946272" cy="307777"/>
          </a:xfrm>
          <a:prstGeom prst="rect">
            <a:avLst/>
          </a:prstGeom>
          <a:noFill/>
        </p:spPr>
        <p:txBody>
          <a:bodyPr wrap="square" rtlCol="0">
            <a:spAutoFit/>
          </a:bodyPr>
          <a:lstStyle/>
          <a:p>
            <a:r>
              <a:rPr lang="en-US" sz="1400" kern="1200" dirty="0">
                <a:solidFill>
                  <a:schemeClr val="bg1"/>
                </a:solidFill>
                <a:effectLst>
                  <a:outerShdw blurRad="38100" dist="38100" dir="2700000" algn="tl">
                    <a:srgbClr val="000000">
                      <a:alpha val="43137"/>
                    </a:srgbClr>
                  </a:outerShdw>
                </a:effectLst>
                <a:latin typeface="+mn-lt"/>
                <a:ea typeface="+mn-ea"/>
                <a:cs typeface="+mn-cs"/>
              </a:rPr>
              <a:t>https://GWG.NGA.MIL</a:t>
            </a:r>
          </a:p>
        </p:txBody>
      </p:sp>
      <p:grpSp>
        <p:nvGrpSpPr>
          <p:cNvPr id="45" name="Group 44">
            <a:extLst>
              <a:ext uri="{FF2B5EF4-FFF2-40B4-BE49-F238E27FC236}">
                <a16:creationId xmlns:a16="http://schemas.microsoft.com/office/drawing/2014/main" id="{422832F5-CD39-4AE3-8974-44926088A79C}"/>
              </a:ext>
            </a:extLst>
          </p:cNvPr>
          <p:cNvGrpSpPr/>
          <p:nvPr userDrawn="1"/>
        </p:nvGrpSpPr>
        <p:grpSpPr>
          <a:xfrm>
            <a:off x="0" y="6307714"/>
            <a:ext cx="12196750" cy="296772"/>
            <a:chOff x="0" y="6307714"/>
            <a:chExt cx="12196750" cy="296772"/>
          </a:xfrm>
        </p:grpSpPr>
        <p:sp>
          <p:nvSpPr>
            <p:cNvPr id="46" name="Rectangle 45">
              <a:extLst>
                <a:ext uri="{FF2B5EF4-FFF2-40B4-BE49-F238E27FC236}">
                  <a16:creationId xmlns:a16="http://schemas.microsoft.com/office/drawing/2014/main" id="{9171387D-A996-4A04-886D-A1ADD844A114}"/>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B617C64-210E-46E0-A9A5-9036A31C2030}"/>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490E7990-E7AD-4678-A07E-8684A6B236B1}"/>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9" name="Rectangle 48">
              <a:extLst>
                <a:ext uri="{FF2B5EF4-FFF2-40B4-BE49-F238E27FC236}">
                  <a16:creationId xmlns:a16="http://schemas.microsoft.com/office/drawing/2014/main" id="{F340906E-E31B-401B-9CC9-DD71427C3767}"/>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E97D5B7D-DE60-458F-853F-ABEFC0302A86}"/>
              </a:ext>
            </a:extLst>
          </p:cNvPr>
          <p:cNvGrpSpPr/>
          <p:nvPr userDrawn="1"/>
        </p:nvGrpSpPr>
        <p:grpSpPr>
          <a:xfrm>
            <a:off x="3184" y="213128"/>
            <a:ext cx="12196750" cy="296772"/>
            <a:chOff x="0" y="6307714"/>
            <a:chExt cx="12196750" cy="296772"/>
          </a:xfrm>
        </p:grpSpPr>
        <p:sp>
          <p:nvSpPr>
            <p:cNvPr id="51" name="Rectangle 50">
              <a:extLst>
                <a:ext uri="{FF2B5EF4-FFF2-40B4-BE49-F238E27FC236}">
                  <a16:creationId xmlns:a16="http://schemas.microsoft.com/office/drawing/2014/main" id="{7FF2BEB4-1F95-4AD8-BBDA-356CBD11A67E}"/>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E31F962-E58F-49ED-8ADC-D2C4C0D1618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1829895-0BEC-41A8-8A12-344937273D1E}"/>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Rectangle 53">
              <a:extLst>
                <a:ext uri="{FF2B5EF4-FFF2-40B4-BE49-F238E27FC236}">
                  <a16:creationId xmlns:a16="http://schemas.microsoft.com/office/drawing/2014/main" id="{28FDDC99-CB52-4C54-A932-3BAF694D9D3D}"/>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0003CF40-250E-CF80-5E94-92BEF49C48ED}"/>
              </a:ext>
            </a:extLst>
          </p:cNvPr>
          <p:cNvGrpSpPr/>
          <p:nvPr userDrawn="1"/>
        </p:nvGrpSpPr>
        <p:grpSpPr>
          <a:xfrm>
            <a:off x="11049000" y="243918"/>
            <a:ext cx="894714" cy="225906"/>
            <a:chOff x="11049000" y="243918"/>
            <a:chExt cx="894714" cy="225906"/>
          </a:xfrm>
        </p:grpSpPr>
        <p:sp>
          <p:nvSpPr>
            <p:cNvPr id="6" name="Rectangle 5">
              <a:extLst>
                <a:ext uri="{FF2B5EF4-FFF2-40B4-BE49-F238E27FC236}">
                  <a16:creationId xmlns:a16="http://schemas.microsoft.com/office/drawing/2014/main" id="{389F229F-B9AB-98B2-A9BB-9265C15C3EE4}"/>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7672493-69F4-8221-75FB-8064ACF6A0F1}"/>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CCCD170-9B25-3256-41A3-B5F1B90256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4105275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609600" y="477767"/>
            <a:ext cx="10972800" cy="847449"/>
          </a:xfrm>
        </p:spPr>
        <p:txBody>
          <a:bodyPr>
            <a:normAutofit/>
          </a:bodyPr>
          <a:lstStyle>
            <a:lvl1pPr>
              <a:defRPr sz="3200" b="1">
                <a:solidFill>
                  <a:srgbClr val="004568"/>
                </a:solidFill>
              </a:defRPr>
            </a:lvl1pPr>
          </a:lstStyle>
          <a:p>
            <a:r>
              <a:rPr lang="en-US" dirty="0"/>
              <a:t>Click to edit title</a:t>
            </a:r>
          </a:p>
        </p:txBody>
      </p:sp>
      <p:sp>
        <p:nvSpPr>
          <p:cNvPr id="3" name="Content Placeholder 2">
            <a:extLst>
              <a:ext uri="{FF2B5EF4-FFF2-40B4-BE49-F238E27FC236}">
                <a16:creationId xmlns:a16="http://schemas.microsoft.com/office/drawing/2014/main" id="{33E8A24C-6CFD-41F9-B51F-E89A184E3F30}"/>
              </a:ext>
            </a:extLst>
          </p:cNvPr>
          <p:cNvSpPr>
            <a:spLocks noGrp="1"/>
          </p:cNvSpPr>
          <p:nvPr>
            <p:ph idx="1"/>
          </p:nvPr>
        </p:nvSpPr>
        <p:spPr>
          <a:xfrm>
            <a:off x="609599" y="1368923"/>
            <a:ext cx="10972801" cy="5190211"/>
          </a:xfrm>
        </p:spPr>
        <p:txBody>
          <a:bodyPr/>
          <a:lstStyle>
            <a:lvl1pPr>
              <a:defRPr sz="2400" b="1">
                <a:solidFill>
                  <a:srgbClr val="004568"/>
                </a:solidFill>
              </a:defRPr>
            </a:lvl1pPr>
            <a:lvl2pPr>
              <a:defRPr sz="2000">
                <a:solidFill>
                  <a:srgbClr val="004568"/>
                </a:solidFill>
              </a:defRPr>
            </a:lvl2pPr>
            <a:lvl3pPr>
              <a:defRPr sz="1800" b="0">
                <a:solidFill>
                  <a:srgbClr val="004568"/>
                </a:solidFill>
              </a:defRPr>
            </a:lvl3pPr>
            <a:lvl4pPr>
              <a:defRPr sz="1600">
                <a:solidFill>
                  <a:srgbClr val="004568"/>
                </a:solidFill>
              </a:defRPr>
            </a:lvl4pPr>
            <a:lvl5pPr>
              <a:defRPr sz="1600">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grpSp>
        <p:nvGrpSpPr>
          <p:cNvPr id="50" name="Group 49">
            <a:extLst>
              <a:ext uri="{FF2B5EF4-FFF2-40B4-BE49-F238E27FC236}">
                <a16:creationId xmlns:a16="http://schemas.microsoft.com/office/drawing/2014/main" id="{E97D5B7D-DE60-458F-853F-ABEFC0302A86}"/>
              </a:ext>
            </a:extLst>
          </p:cNvPr>
          <p:cNvGrpSpPr/>
          <p:nvPr userDrawn="1"/>
        </p:nvGrpSpPr>
        <p:grpSpPr>
          <a:xfrm>
            <a:off x="3184" y="213128"/>
            <a:ext cx="12196750" cy="296772"/>
            <a:chOff x="0" y="6307714"/>
            <a:chExt cx="12196750" cy="296772"/>
          </a:xfrm>
        </p:grpSpPr>
        <p:sp>
          <p:nvSpPr>
            <p:cNvPr id="51" name="Rectangle 50">
              <a:extLst>
                <a:ext uri="{FF2B5EF4-FFF2-40B4-BE49-F238E27FC236}">
                  <a16:creationId xmlns:a16="http://schemas.microsoft.com/office/drawing/2014/main" id="{7FF2BEB4-1F95-4AD8-BBDA-356CBD11A67E}"/>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E31F962-E58F-49ED-8ADC-D2C4C0D1618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1829895-0BEC-41A8-8A12-344937273D1E}"/>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Rectangle 53">
              <a:extLst>
                <a:ext uri="{FF2B5EF4-FFF2-40B4-BE49-F238E27FC236}">
                  <a16:creationId xmlns:a16="http://schemas.microsoft.com/office/drawing/2014/main" id="{28FDDC99-CB52-4C54-A932-3BAF694D9D3D}"/>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48D56813-97F5-4C3C-4C73-4BAB72CE114A}"/>
              </a:ext>
            </a:extLst>
          </p:cNvPr>
          <p:cNvGrpSpPr/>
          <p:nvPr userDrawn="1"/>
        </p:nvGrpSpPr>
        <p:grpSpPr>
          <a:xfrm>
            <a:off x="11049000" y="243918"/>
            <a:ext cx="894714" cy="225906"/>
            <a:chOff x="11049000" y="243918"/>
            <a:chExt cx="894714" cy="225906"/>
          </a:xfrm>
        </p:grpSpPr>
        <p:sp>
          <p:nvSpPr>
            <p:cNvPr id="6" name="Rectangle 5">
              <a:extLst>
                <a:ext uri="{FF2B5EF4-FFF2-40B4-BE49-F238E27FC236}">
                  <a16:creationId xmlns:a16="http://schemas.microsoft.com/office/drawing/2014/main" id="{B44C3A7B-E64E-621F-A62C-141920CEF420}"/>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EBAC983-821B-F173-7107-833A3AE6B7D3}"/>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46AC90E-874E-1A27-25D4-7152554E2DB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807697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609600" y="107583"/>
            <a:ext cx="10972800" cy="768718"/>
          </a:xfrm>
        </p:spPr>
        <p:txBody>
          <a:bodyPr>
            <a:normAutofit/>
          </a:bodyPr>
          <a:lstStyle>
            <a:lvl1pPr>
              <a:defRPr sz="3200" b="1">
                <a:solidFill>
                  <a:srgbClr val="004568"/>
                </a:solidFill>
              </a:defRPr>
            </a:lvl1pPr>
          </a:lstStyle>
          <a:p>
            <a:r>
              <a:rPr lang="en-US" dirty="0"/>
              <a:t>Click to edit title</a:t>
            </a:r>
          </a:p>
        </p:txBody>
      </p:sp>
      <p:sp>
        <p:nvSpPr>
          <p:cNvPr id="3" name="Content Placeholder 2">
            <a:extLst>
              <a:ext uri="{FF2B5EF4-FFF2-40B4-BE49-F238E27FC236}">
                <a16:creationId xmlns:a16="http://schemas.microsoft.com/office/drawing/2014/main" id="{33E8A24C-6CFD-41F9-B51F-E89A184E3F30}"/>
              </a:ext>
            </a:extLst>
          </p:cNvPr>
          <p:cNvSpPr>
            <a:spLocks noGrp="1"/>
          </p:cNvSpPr>
          <p:nvPr>
            <p:ph idx="1"/>
          </p:nvPr>
        </p:nvSpPr>
        <p:spPr>
          <a:xfrm>
            <a:off x="609599" y="1034555"/>
            <a:ext cx="10972801" cy="5458319"/>
          </a:xfrm>
        </p:spPr>
        <p:txBody>
          <a:bodyPr/>
          <a:lstStyle>
            <a:lvl1pPr>
              <a:defRPr sz="2400" b="1">
                <a:solidFill>
                  <a:srgbClr val="004568"/>
                </a:solidFill>
              </a:defRPr>
            </a:lvl1pPr>
            <a:lvl2pPr>
              <a:defRPr sz="2000">
                <a:solidFill>
                  <a:srgbClr val="004568"/>
                </a:solidFill>
              </a:defRPr>
            </a:lvl2pPr>
            <a:lvl3pPr>
              <a:defRPr sz="1800" b="0">
                <a:solidFill>
                  <a:srgbClr val="004568"/>
                </a:solidFill>
              </a:defRPr>
            </a:lvl3pPr>
            <a:lvl4pPr>
              <a:defRPr sz="1600">
                <a:solidFill>
                  <a:srgbClr val="004568"/>
                </a:solidFill>
              </a:defRPr>
            </a:lvl4pPr>
            <a:lvl5pPr>
              <a:defRPr sz="1600">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cxnSp>
        <p:nvCxnSpPr>
          <p:cNvPr id="9" name="Straight Connector 8">
            <a:extLst>
              <a:ext uri="{FF2B5EF4-FFF2-40B4-BE49-F238E27FC236}">
                <a16:creationId xmlns:a16="http://schemas.microsoft.com/office/drawing/2014/main" id="{7153B8C9-DBB9-3E32-50C5-A2CA06FDF4FC}"/>
              </a:ext>
            </a:extLst>
          </p:cNvPr>
          <p:cNvCxnSpPr/>
          <p:nvPr userDrawn="1"/>
        </p:nvCxnSpPr>
        <p:spPr>
          <a:xfrm>
            <a:off x="609600" y="944880"/>
            <a:ext cx="1097279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0908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609600" y="107582"/>
            <a:ext cx="10972800" cy="847449"/>
          </a:xfrm>
        </p:spPr>
        <p:txBody>
          <a:bodyPr>
            <a:normAutofit/>
          </a:bodyPr>
          <a:lstStyle>
            <a:lvl1pPr>
              <a:defRPr sz="3200" b="1">
                <a:solidFill>
                  <a:srgbClr val="004568"/>
                </a:solidFill>
              </a:defRPr>
            </a:lvl1pPr>
          </a:lstStyle>
          <a:p>
            <a:r>
              <a:rPr lang="en-US" dirty="0"/>
              <a:t>Click to edit title</a:t>
            </a:r>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Tree>
    <p:extLst>
      <p:ext uri="{BB962C8B-B14F-4D97-AF65-F5344CB8AC3E}">
        <p14:creationId xmlns:p14="http://schemas.microsoft.com/office/powerpoint/2010/main" val="3736754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Tree>
    <p:extLst>
      <p:ext uri="{BB962C8B-B14F-4D97-AF65-F5344CB8AC3E}">
        <p14:creationId xmlns:p14="http://schemas.microsoft.com/office/powerpoint/2010/main" val="1900117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DD78C9D-7AC8-4C04-8DED-A62AED4BA4F2}"/>
              </a:ext>
            </a:extLst>
          </p:cNvPr>
          <p:cNvSpPr>
            <a:spLocks noGrp="1"/>
          </p:cNvSpPr>
          <p:nvPr>
            <p:ph type="title"/>
          </p:nvPr>
        </p:nvSpPr>
        <p:spPr>
          <a:xfrm>
            <a:off x="1524000" y="365125"/>
            <a:ext cx="9829800" cy="879475"/>
          </a:xfrm>
        </p:spPr>
        <p:txBody>
          <a:bodyPr>
            <a:normAutofit/>
          </a:bodyPr>
          <a:lstStyle>
            <a:lvl1pPr>
              <a:defRPr sz="3200" b="1">
                <a:solidFill>
                  <a:srgbClr val="004568"/>
                </a:solidFill>
              </a:defRPr>
            </a:lvl1pPr>
          </a:lstStyle>
          <a:p>
            <a:r>
              <a:rPr lang="en-US"/>
              <a:t>Click to edit Master title style</a:t>
            </a:r>
            <a:endParaRPr lang="en-US" dirty="0"/>
          </a:p>
        </p:txBody>
      </p:sp>
      <p:sp>
        <p:nvSpPr>
          <p:cNvPr id="20" name="Slide Number Placeholder 6">
            <a:extLst>
              <a:ext uri="{FF2B5EF4-FFF2-40B4-BE49-F238E27FC236}">
                <a16:creationId xmlns:a16="http://schemas.microsoft.com/office/drawing/2014/main" id="{A2E6E51E-D122-45BA-8F27-7E8A136C5F00}"/>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
        <p:nvSpPr>
          <p:cNvPr id="21" name="TextBox 20">
            <a:extLst>
              <a:ext uri="{FF2B5EF4-FFF2-40B4-BE49-F238E27FC236}">
                <a16:creationId xmlns:a16="http://schemas.microsoft.com/office/drawing/2014/main" id="{C16F052F-39EB-4388-8CCB-54AADC8D3923}"/>
              </a:ext>
            </a:extLst>
          </p:cNvPr>
          <p:cNvSpPr txBox="1"/>
          <p:nvPr userDrawn="1"/>
        </p:nvSpPr>
        <p:spPr>
          <a:xfrm rot="16200000">
            <a:off x="-846620" y="4913804"/>
            <a:ext cx="2140924" cy="466716"/>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22" name="TextBox 21">
            <a:extLst>
              <a:ext uri="{FF2B5EF4-FFF2-40B4-BE49-F238E27FC236}">
                <a16:creationId xmlns:a16="http://schemas.microsoft.com/office/drawing/2014/main" id="{2CFD7819-F2B8-4411-B17D-09030A9734E2}"/>
              </a:ext>
            </a:extLst>
          </p:cNvPr>
          <p:cNvSpPr txBox="1"/>
          <p:nvPr userDrawn="1"/>
        </p:nvSpPr>
        <p:spPr>
          <a:xfrm>
            <a:off x="771528" y="6531937"/>
            <a:ext cx="1946272" cy="307777"/>
          </a:xfrm>
          <a:prstGeom prst="rect">
            <a:avLst/>
          </a:prstGeom>
          <a:noFill/>
        </p:spPr>
        <p:txBody>
          <a:bodyPr wrap="square" rtlCol="0">
            <a:spAutoFit/>
          </a:bodyPr>
          <a:lstStyle/>
          <a:p>
            <a:r>
              <a:rPr lang="en-US" sz="1400" kern="1200" dirty="0">
                <a:solidFill>
                  <a:schemeClr val="bg1"/>
                </a:solidFill>
                <a:effectLst>
                  <a:outerShdw blurRad="38100" dist="38100" dir="2700000" algn="tl">
                    <a:srgbClr val="000000">
                      <a:alpha val="43137"/>
                    </a:srgbClr>
                  </a:outerShdw>
                </a:effectLst>
                <a:latin typeface="+mn-lt"/>
                <a:ea typeface="+mn-ea"/>
                <a:cs typeface="+mn-cs"/>
              </a:rPr>
              <a:t>https://GWG.NGA.MIL</a:t>
            </a:r>
          </a:p>
        </p:txBody>
      </p:sp>
      <p:grpSp>
        <p:nvGrpSpPr>
          <p:cNvPr id="33" name="Group 32">
            <a:extLst>
              <a:ext uri="{FF2B5EF4-FFF2-40B4-BE49-F238E27FC236}">
                <a16:creationId xmlns:a16="http://schemas.microsoft.com/office/drawing/2014/main" id="{97A49CE0-2531-4AC3-A5CB-ACEE9635CC86}"/>
              </a:ext>
            </a:extLst>
          </p:cNvPr>
          <p:cNvGrpSpPr/>
          <p:nvPr userDrawn="1"/>
        </p:nvGrpSpPr>
        <p:grpSpPr>
          <a:xfrm>
            <a:off x="0" y="6307714"/>
            <a:ext cx="12196750" cy="296772"/>
            <a:chOff x="0" y="6307714"/>
            <a:chExt cx="12196750" cy="296772"/>
          </a:xfrm>
        </p:grpSpPr>
        <p:sp>
          <p:nvSpPr>
            <p:cNvPr id="34" name="Rectangle 33">
              <a:extLst>
                <a:ext uri="{FF2B5EF4-FFF2-40B4-BE49-F238E27FC236}">
                  <a16:creationId xmlns:a16="http://schemas.microsoft.com/office/drawing/2014/main" id="{CCA3E0CD-B941-4189-A964-0CCFBF1E584A}"/>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8189621-C979-4B48-814E-6DDF7C6E66A1}"/>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F1FA450E-9A04-4EF6-A2B0-6A86772E8894}"/>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 name="Rectangle 36">
              <a:extLst>
                <a:ext uri="{FF2B5EF4-FFF2-40B4-BE49-F238E27FC236}">
                  <a16:creationId xmlns:a16="http://schemas.microsoft.com/office/drawing/2014/main" id="{288B6065-3404-49F0-B746-7588CCD66C14}"/>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AC7F04CA-D683-4D39-B532-017ABAA9F610}"/>
              </a:ext>
            </a:extLst>
          </p:cNvPr>
          <p:cNvGrpSpPr/>
          <p:nvPr userDrawn="1"/>
        </p:nvGrpSpPr>
        <p:grpSpPr>
          <a:xfrm>
            <a:off x="3184" y="213128"/>
            <a:ext cx="12196750" cy="296772"/>
            <a:chOff x="0" y="6307714"/>
            <a:chExt cx="12196750" cy="296772"/>
          </a:xfrm>
        </p:grpSpPr>
        <p:sp>
          <p:nvSpPr>
            <p:cNvPr id="39" name="Rectangle 38">
              <a:extLst>
                <a:ext uri="{FF2B5EF4-FFF2-40B4-BE49-F238E27FC236}">
                  <a16:creationId xmlns:a16="http://schemas.microsoft.com/office/drawing/2014/main" id="{20BF02A9-3BF7-4A11-A2F9-EDAB6B169605}"/>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B79FF35-30EE-4E86-96DF-942A7F004534}"/>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0905BEAD-45D8-42BF-B488-177DE36738F7}"/>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Rectangle 41">
              <a:extLst>
                <a:ext uri="{FF2B5EF4-FFF2-40B4-BE49-F238E27FC236}">
                  <a16:creationId xmlns:a16="http://schemas.microsoft.com/office/drawing/2014/main" id="{FAE89B9A-877F-4B60-983B-D46B18BFBF3E}"/>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1" name="Picture 30">
            <a:extLst>
              <a:ext uri="{FF2B5EF4-FFF2-40B4-BE49-F238E27FC236}">
                <a16:creationId xmlns:a16="http://schemas.microsoft.com/office/drawing/2014/main" id="{EE99621A-CA80-426D-ACE4-AF819F18C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917" t="1141" r="22812" b="1459"/>
          <a:stretch/>
        </p:blipFill>
        <p:spPr>
          <a:xfrm>
            <a:off x="285568" y="152586"/>
            <a:ext cx="1105264" cy="1113376"/>
          </a:xfrm>
          <a:prstGeom prst="rect">
            <a:avLst/>
          </a:prstGeom>
        </p:spPr>
      </p:pic>
      <p:grpSp>
        <p:nvGrpSpPr>
          <p:cNvPr id="2" name="Group 1">
            <a:extLst>
              <a:ext uri="{FF2B5EF4-FFF2-40B4-BE49-F238E27FC236}">
                <a16:creationId xmlns:a16="http://schemas.microsoft.com/office/drawing/2014/main" id="{4F7D631C-2572-E35D-BF3A-F05DD62E706D}"/>
              </a:ext>
            </a:extLst>
          </p:cNvPr>
          <p:cNvGrpSpPr/>
          <p:nvPr userDrawn="1"/>
        </p:nvGrpSpPr>
        <p:grpSpPr>
          <a:xfrm>
            <a:off x="11049000" y="243918"/>
            <a:ext cx="894714" cy="225906"/>
            <a:chOff x="11049000" y="243918"/>
            <a:chExt cx="894714" cy="225906"/>
          </a:xfrm>
        </p:grpSpPr>
        <p:sp>
          <p:nvSpPr>
            <p:cNvPr id="3" name="Rectangle 2">
              <a:extLst>
                <a:ext uri="{FF2B5EF4-FFF2-40B4-BE49-F238E27FC236}">
                  <a16:creationId xmlns:a16="http://schemas.microsoft.com/office/drawing/2014/main" id="{69DAD65F-DE74-0526-82FA-C3D73E5A81E1}"/>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2629354-31E0-8BF5-695D-51EDA649D31D}"/>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1B563F4-1BA0-D73D-6CBE-1E3CEB11082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1217012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A79DA34-9356-43CB-B40B-12BD918141EA}"/>
              </a:ext>
            </a:extLst>
          </p:cNvPr>
          <p:cNvSpPr>
            <a:spLocks noGrp="1"/>
          </p:cNvSpPr>
          <p:nvPr>
            <p:ph sz="half" idx="2"/>
          </p:nvPr>
        </p:nvSpPr>
        <p:spPr>
          <a:xfrm>
            <a:off x="6172200" y="1825625"/>
            <a:ext cx="5181600" cy="4351338"/>
          </a:xfrm>
        </p:spPr>
        <p:txBody>
          <a:bodyPr/>
          <a:lstStyle>
            <a:lvl1pPr>
              <a:defRPr>
                <a:solidFill>
                  <a:srgbClr val="004568"/>
                </a:solidFill>
              </a:defRPr>
            </a:lvl1pPr>
            <a:lvl2pPr>
              <a:defRPr>
                <a:solidFill>
                  <a:srgbClr val="004568"/>
                </a:solidFill>
              </a:defRPr>
            </a:lvl2pPr>
            <a:lvl3pPr>
              <a:defRPr>
                <a:solidFill>
                  <a:srgbClr val="004568"/>
                </a:solidFill>
              </a:defRPr>
            </a:lvl3pPr>
            <a:lvl4pPr>
              <a:defRPr>
                <a:solidFill>
                  <a:srgbClr val="004568"/>
                </a:solidFill>
              </a:defRPr>
            </a:lvl4pPr>
            <a:lvl5pPr>
              <a:defRPr>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3DA7A9-9DFA-434E-856B-05CF0041609A}"/>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
        <p:nvSpPr>
          <p:cNvPr id="8" name="Title 1">
            <a:extLst>
              <a:ext uri="{FF2B5EF4-FFF2-40B4-BE49-F238E27FC236}">
                <a16:creationId xmlns:a16="http://schemas.microsoft.com/office/drawing/2014/main" id="{0810CBD2-9AEB-474E-B872-0BA178B05366}"/>
              </a:ext>
            </a:extLst>
          </p:cNvPr>
          <p:cNvSpPr>
            <a:spLocks noGrp="1"/>
          </p:cNvSpPr>
          <p:nvPr>
            <p:ph type="title"/>
          </p:nvPr>
        </p:nvSpPr>
        <p:spPr>
          <a:xfrm>
            <a:off x="1524000" y="360947"/>
            <a:ext cx="9829800" cy="879475"/>
          </a:xfrm>
        </p:spPr>
        <p:txBody>
          <a:bodyPr>
            <a:normAutofit/>
          </a:bodyPr>
          <a:lstStyle>
            <a:lvl1pPr>
              <a:defRPr sz="3200" b="1">
                <a:solidFill>
                  <a:srgbClr val="004568"/>
                </a:solidFill>
              </a:defRPr>
            </a:lvl1pPr>
          </a:lstStyle>
          <a:p>
            <a:r>
              <a:rPr lang="en-US"/>
              <a:t>Click to edit Master title style</a:t>
            </a:r>
            <a:endParaRPr lang="en-US" dirty="0"/>
          </a:p>
        </p:txBody>
      </p:sp>
      <p:sp>
        <p:nvSpPr>
          <p:cNvPr id="18" name="TextBox 17">
            <a:extLst>
              <a:ext uri="{FF2B5EF4-FFF2-40B4-BE49-F238E27FC236}">
                <a16:creationId xmlns:a16="http://schemas.microsoft.com/office/drawing/2014/main" id="{732EF416-7468-45AF-A20F-3266F9363843}"/>
              </a:ext>
            </a:extLst>
          </p:cNvPr>
          <p:cNvSpPr txBox="1"/>
          <p:nvPr userDrawn="1"/>
        </p:nvSpPr>
        <p:spPr>
          <a:xfrm rot="16200000">
            <a:off x="-846620" y="4913804"/>
            <a:ext cx="2140924" cy="466716"/>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19" name="TextBox 18">
            <a:extLst>
              <a:ext uri="{FF2B5EF4-FFF2-40B4-BE49-F238E27FC236}">
                <a16:creationId xmlns:a16="http://schemas.microsoft.com/office/drawing/2014/main" id="{D8DC3DD0-7303-4481-83AB-EE8364F7FA68}"/>
              </a:ext>
            </a:extLst>
          </p:cNvPr>
          <p:cNvSpPr txBox="1"/>
          <p:nvPr userDrawn="1"/>
        </p:nvSpPr>
        <p:spPr>
          <a:xfrm>
            <a:off x="771528" y="6531937"/>
            <a:ext cx="1946272" cy="307777"/>
          </a:xfrm>
          <a:prstGeom prst="rect">
            <a:avLst/>
          </a:prstGeom>
          <a:noFill/>
        </p:spPr>
        <p:txBody>
          <a:bodyPr wrap="square" rtlCol="0">
            <a:spAutoFit/>
          </a:bodyPr>
          <a:lstStyle/>
          <a:p>
            <a:r>
              <a:rPr lang="en-US" sz="1400" kern="1200" dirty="0">
                <a:solidFill>
                  <a:schemeClr val="bg1"/>
                </a:solidFill>
                <a:effectLst>
                  <a:outerShdw blurRad="38100" dist="38100" dir="2700000" algn="tl">
                    <a:srgbClr val="000000">
                      <a:alpha val="43137"/>
                    </a:srgbClr>
                  </a:outerShdw>
                </a:effectLst>
                <a:latin typeface="+mn-lt"/>
                <a:ea typeface="+mn-ea"/>
                <a:cs typeface="+mn-cs"/>
              </a:rPr>
              <a:t>https://GWG.NGA.MIL</a:t>
            </a:r>
          </a:p>
        </p:txBody>
      </p:sp>
      <p:grpSp>
        <p:nvGrpSpPr>
          <p:cNvPr id="22" name="Group 21">
            <a:extLst>
              <a:ext uri="{FF2B5EF4-FFF2-40B4-BE49-F238E27FC236}">
                <a16:creationId xmlns:a16="http://schemas.microsoft.com/office/drawing/2014/main" id="{2D0F6CCB-A185-469B-92DD-3DED1E3DD935}"/>
              </a:ext>
            </a:extLst>
          </p:cNvPr>
          <p:cNvGrpSpPr/>
          <p:nvPr userDrawn="1"/>
        </p:nvGrpSpPr>
        <p:grpSpPr>
          <a:xfrm>
            <a:off x="0" y="6307714"/>
            <a:ext cx="12192001" cy="296772"/>
            <a:chOff x="0" y="6310165"/>
            <a:chExt cx="12192001" cy="296772"/>
          </a:xfrm>
        </p:grpSpPr>
        <p:sp>
          <p:nvSpPr>
            <p:cNvPr id="23" name="Rectangle 22">
              <a:extLst>
                <a:ext uri="{FF2B5EF4-FFF2-40B4-BE49-F238E27FC236}">
                  <a16:creationId xmlns:a16="http://schemas.microsoft.com/office/drawing/2014/main" id="{DC2F2CDC-A5F3-47D5-AF84-CE32184F0B81}"/>
                </a:ext>
              </a:extLst>
            </p:cNvPr>
            <p:cNvSpPr/>
            <p:nvPr/>
          </p:nvSpPr>
          <p:spPr>
            <a:xfrm>
              <a:off x="1" y="6400800"/>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75E7DD0-FC61-4EFD-A412-B25680E36E3E}"/>
                </a:ext>
              </a:extLst>
            </p:cNvPr>
            <p:cNvSpPr/>
            <p:nvPr/>
          </p:nvSpPr>
          <p:spPr>
            <a:xfrm>
              <a:off x="0" y="6561218"/>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C6441969-A168-4B56-9988-5B02DC0B6041}"/>
                </a:ext>
              </a:extLst>
            </p:cNvPr>
            <p:cNvSpPr/>
            <p:nvPr/>
          </p:nvSpPr>
          <p:spPr>
            <a:xfrm>
              <a:off x="0" y="6310165"/>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84A0653-B6FF-4274-A61F-C72413DFEDEA}"/>
              </a:ext>
            </a:extLst>
          </p:cNvPr>
          <p:cNvGrpSpPr/>
          <p:nvPr userDrawn="1"/>
        </p:nvGrpSpPr>
        <p:grpSpPr>
          <a:xfrm>
            <a:off x="3184" y="213128"/>
            <a:ext cx="12196750" cy="296772"/>
            <a:chOff x="0" y="6307714"/>
            <a:chExt cx="12196750" cy="296772"/>
          </a:xfrm>
        </p:grpSpPr>
        <p:sp>
          <p:nvSpPr>
            <p:cNvPr id="31" name="Rectangle 30">
              <a:extLst>
                <a:ext uri="{FF2B5EF4-FFF2-40B4-BE49-F238E27FC236}">
                  <a16:creationId xmlns:a16="http://schemas.microsoft.com/office/drawing/2014/main" id="{EE3B5559-2366-4D4E-9212-718042F34B86}"/>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7740F54-EFCB-44B2-9940-88B5619A8049}"/>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5D3371AD-8771-4F8D-949A-4AE0BECFA677}"/>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 name="Rectangle 33">
              <a:extLst>
                <a:ext uri="{FF2B5EF4-FFF2-40B4-BE49-F238E27FC236}">
                  <a16:creationId xmlns:a16="http://schemas.microsoft.com/office/drawing/2014/main" id="{C8089467-CDD3-4AE4-A6E3-E927F0D1A56D}"/>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Picture 20">
            <a:extLst>
              <a:ext uri="{FF2B5EF4-FFF2-40B4-BE49-F238E27FC236}">
                <a16:creationId xmlns:a16="http://schemas.microsoft.com/office/drawing/2014/main" id="{CB7009CC-FD56-4485-9D97-CDB0F3A1C7D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917" t="1141" r="22812" b="1459"/>
          <a:stretch/>
        </p:blipFill>
        <p:spPr>
          <a:xfrm>
            <a:off x="285568" y="152586"/>
            <a:ext cx="1105264" cy="1113376"/>
          </a:xfrm>
          <a:prstGeom prst="rect">
            <a:avLst/>
          </a:prstGeom>
        </p:spPr>
      </p:pic>
      <p:sp>
        <p:nvSpPr>
          <p:cNvPr id="35" name="Content Placeholder 3">
            <a:extLst>
              <a:ext uri="{FF2B5EF4-FFF2-40B4-BE49-F238E27FC236}">
                <a16:creationId xmlns:a16="http://schemas.microsoft.com/office/drawing/2014/main" id="{CECF2870-3AF3-42F3-8BAD-0CB470144172}"/>
              </a:ext>
            </a:extLst>
          </p:cNvPr>
          <p:cNvSpPr>
            <a:spLocks noGrp="1"/>
          </p:cNvSpPr>
          <p:nvPr>
            <p:ph sz="half" idx="13"/>
          </p:nvPr>
        </p:nvSpPr>
        <p:spPr>
          <a:xfrm>
            <a:off x="771528" y="1825625"/>
            <a:ext cx="5181600" cy="4351338"/>
          </a:xfrm>
        </p:spPr>
        <p:txBody>
          <a:bodyPr/>
          <a:lstStyle>
            <a:lvl1pPr>
              <a:defRPr>
                <a:solidFill>
                  <a:srgbClr val="004568"/>
                </a:solidFill>
              </a:defRPr>
            </a:lvl1pPr>
            <a:lvl2pPr>
              <a:defRPr>
                <a:solidFill>
                  <a:srgbClr val="004568"/>
                </a:solidFill>
              </a:defRPr>
            </a:lvl2pPr>
            <a:lvl3pPr>
              <a:defRPr>
                <a:solidFill>
                  <a:srgbClr val="004568"/>
                </a:solidFill>
              </a:defRPr>
            </a:lvl3pPr>
            <a:lvl4pPr>
              <a:defRPr>
                <a:solidFill>
                  <a:srgbClr val="004568"/>
                </a:solidFill>
              </a:defRPr>
            </a:lvl4pPr>
            <a:lvl5pPr>
              <a:defRPr>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224B2A73-6138-4037-2142-D1CF4D7D9AF3}"/>
              </a:ext>
            </a:extLst>
          </p:cNvPr>
          <p:cNvGrpSpPr/>
          <p:nvPr userDrawn="1"/>
        </p:nvGrpSpPr>
        <p:grpSpPr>
          <a:xfrm>
            <a:off x="11049000" y="243918"/>
            <a:ext cx="894714" cy="225906"/>
            <a:chOff x="11049000" y="243918"/>
            <a:chExt cx="894714" cy="225906"/>
          </a:xfrm>
        </p:grpSpPr>
        <p:sp>
          <p:nvSpPr>
            <p:cNvPr id="3" name="Rectangle 2">
              <a:extLst>
                <a:ext uri="{FF2B5EF4-FFF2-40B4-BE49-F238E27FC236}">
                  <a16:creationId xmlns:a16="http://schemas.microsoft.com/office/drawing/2014/main" id="{2590105F-599E-8B72-C035-15F4FC679691}"/>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E07C01F-6B6E-629C-B4E5-0677C2F35F60}"/>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1576785-4ED0-80C3-7BD9-B4A45799992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2739293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1_Title Slide">
    <p:bg>
      <p:bgPr>
        <a:gradFill>
          <a:gsLst>
            <a:gs pos="56000">
              <a:srgbClr val="D2F0FF"/>
            </a:gs>
            <a:gs pos="85000">
              <a:srgbClr val="66ACCE"/>
            </a:gs>
            <a:gs pos="0">
              <a:schemeClr val="bg1"/>
            </a:gs>
            <a:gs pos="100000">
              <a:srgbClr val="006699"/>
            </a:gs>
          </a:gsLst>
          <a:lin ang="5400000" scaled="1"/>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BA0FAD3-9A34-4CB0-9D81-85815BEB44A8}"/>
              </a:ext>
            </a:extLst>
          </p:cNvPr>
          <p:cNvSpPr>
            <a:spLocks noGrp="1"/>
          </p:cNvSpPr>
          <p:nvPr>
            <p:ph type="subTitle" idx="1" hasCustomPrompt="1"/>
          </p:nvPr>
        </p:nvSpPr>
        <p:spPr>
          <a:xfrm>
            <a:off x="1524000" y="4279901"/>
            <a:ext cx="9144000" cy="1322548"/>
          </a:xfrm>
        </p:spPr>
        <p:txBody>
          <a:bodyPr>
            <a:normAutofit/>
          </a:bodyPr>
          <a:lstStyle>
            <a:lvl1pPr marL="0" indent="0" algn="l">
              <a:buNone/>
              <a:defRPr sz="2800">
                <a:solidFill>
                  <a:srgbClr val="00456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TextBox 12">
            <a:extLst>
              <a:ext uri="{FF2B5EF4-FFF2-40B4-BE49-F238E27FC236}">
                <a16:creationId xmlns:a16="http://schemas.microsoft.com/office/drawing/2014/main" id="{C9563D97-F493-4569-A84D-4131E73CEBC6}"/>
              </a:ext>
            </a:extLst>
          </p:cNvPr>
          <p:cNvSpPr txBox="1"/>
          <p:nvPr userDrawn="1"/>
        </p:nvSpPr>
        <p:spPr>
          <a:xfrm rot="16200000">
            <a:off x="-822806" y="4889990"/>
            <a:ext cx="2140924" cy="514344"/>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2" name="Title 1">
            <a:extLst>
              <a:ext uri="{FF2B5EF4-FFF2-40B4-BE49-F238E27FC236}">
                <a16:creationId xmlns:a16="http://schemas.microsoft.com/office/drawing/2014/main" id="{2987555B-4872-4DB3-B44F-1E9D8CE3E51B}"/>
              </a:ext>
            </a:extLst>
          </p:cNvPr>
          <p:cNvSpPr>
            <a:spLocks noGrp="1"/>
          </p:cNvSpPr>
          <p:nvPr>
            <p:ph type="ctrTitle" hasCustomPrompt="1"/>
          </p:nvPr>
        </p:nvSpPr>
        <p:spPr>
          <a:xfrm>
            <a:off x="1524000" y="2603499"/>
            <a:ext cx="9144000" cy="1122443"/>
          </a:xfrm>
        </p:spPr>
        <p:txBody>
          <a:bodyPr anchor="b">
            <a:normAutofit/>
          </a:bodyPr>
          <a:lstStyle>
            <a:lvl1pPr algn="l">
              <a:defRPr sz="4400" b="0">
                <a:solidFill>
                  <a:srgbClr val="003B58"/>
                </a:solidFill>
              </a:defRPr>
            </a:lvl1pPr>
          </a:lstStyle>
          <a:p>
            <a:r>
              <a:rPr lang="en-US" dirty="0"/>
              <a:t>Click to edit subsection title</a:t>
            </a:r>
          </a:p>
        </p:txBody>
      </p:sp>
      <p:sp>
        <p:nvSpPr>
          <p:cNvPr id="17" name="TextBox 16">
            <a:extLst>
              <a:ext uri="{FF2B5EF4-FFF2-40B4-BE49-F238E27FC236}">
                <a16:creationId xmlns:a16="http://schemas.microsoft.com/office/drawing/2014/main" id="{EF960FB7-9849-4601-B8CC-A0A9C90992D4}"/>
              </a:ext>
            </a:extLst>
          </p:cNvPr>
          <p:cNvSpPr txBox="1"/>
          <p:nvPr userDrawn="1"/>
        </p:nvSpPr>
        <p:spPr>
          <a:xfrm>
            <a:off x="504828" y="6561237"/>
            <a:ext cx="3517900" cy="307777"/>
          </a:xfrm>
          <a:prstGeom prst="rect">
            <a:avLst/>
          </a:prstGeom>
          <a:noFill/>
        </p:spPr>
        <p:txBody>
          <a:bodyPr wrap="square" rtlCol="0">
            <a:spAutoFit/>
          </a:bodyPr>
          <a:lstStyle/>
          <a:p>
            <a:r>
              <a:rPr lang="en-US" sz="1400" kern="1200" dirty="0">
                <a:solidFill>
                  <a:schemeClr val="bg1">
                    <a:lumMod val="95000"/>
                  </a:schemeClr>
                </a:solidFill>
                <a:effectLst>
                  <a:outerShdw blurRad="38100" dist="38100" dir="2700000" algn="tl">
                    <a:srgbClr val="000000">
                      <a:alpha val="43137"/>
                    </a:srgbClr>
                  </a:outerShdw>
                </a:effectLst>
                <a:latin typeface="+mn-lt"/>
                <a:ea typeface="+mn-ea"/>
                <a:cs typeface="+mn-cs"/>
              </a:rPr>
              <a:t>https://GWG.NGA.MIL</a:t>
            </a:r>
          </a:p>
        </p:txBody>
      </p:sp>
      <p:sp>
        <p:nvSpPr>
          <p:cNvPr id="19" name="Slide Number Placeholder 6">
            <a:extLst>
              <a:ext uri="{FF2B5EF4-FFF2-40B4-BE49-F238E27FC236}">
                <a16:creationId xmlns:a16="http://schemas.microsoft.com/office/drawing/2014/main" id="{0B46B3CB-C919-45BC-9BC3-A831B230A1B7}"/>
              </a:ext>
            </a:extLst>
          </p:cNvPr>
          <p:cNvSpPr>
            <a:spLocks noGrp="1"/>
          </p:cNvSpPr>
          <p:nvPr>
            <p:ph type="sldNum" sz="quarter" idx="12"/>
          </p:nvPr>
        </p:nvSpPr>
        <p:spPr>
          <a:xfrm>
            <a:off x="10401300" y="6540053"/>
            <a:ext cx="952500" cy="307777"/>
          </a:xfrm>
        </p:spPr>
        <p:txBody>
          <a:bodyPr/>
          <a:lstStyle>
            <a:lvl1pPr>
              <a:defRPr>
                <a:solidFill>
                  <a:schemeClr val="bg1"/>
                </a:solidFill>
              </a:defRPr>
            </a:lvl1pPr>
          </a:lstStyle>
          <a:p>
            <a:fld id="{04ED54F0-D36E-4641-8B3F-1547866DED2E}" type="slidenum">
              <a:rPr lang="en-US" smtClean="0"/>
              <a:pPr/>
              <a:t>‹#›</a:t>
            </a:fld>
            <a:endParaRPr lang="en-US"/>
          </a:p>
        </p:txBody>
      </p:sp>
      <p:grpSp>
        <p:nvGrpSpPr>
          <p:cNvPr id="21" name="Group 20">
            <a:extLst>
              <a:ext uri="{FF2B5EF4-FFF2-40B4-BE49-F238E27FC236}">
                <a16:creationId xmlns:a16="http://schemas.microsoft.com/office/drawing/2014/main" id="{189FD6AE-EF45-41BA-AF0E-E4DC9137D821}"/>
              </a:ext>
            </a:extLst>
          </p:cNvPr>
          <p:cNvGrpSpPr/>
          <p:nvPr userDrawn="1"/>
        </p:nvGrpSpPr>
        <p:grpSpPr>
          <a:xfrm>
            <a:off x="0" y="6307714"/>
            <a:ext cx="12196750" cy="296772"/>
            <a:chOff x="0" y="6307714"/>
            <a:chExt cx="12196750" cy="296772"/>
          </a:xfrm>
        </p:grpSpPr>
        <p:sp>
          <p:nvSpPr>
            <p:cNvPr id="22" name="Rectangle 21">
              <a:extLst>
                <a:ext uri="{FF2B5EF4-FFF2-40B4-BE49-F238E27FC236}">
                  <a16:creationId xmlns:a16="http://schemas.microsoft.com/office/drawing/2014/main" id="{1DB3021D-81FE-4B24-9267-3B328B931542}"/>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B445371-458A-41D3-AFF3-5BDF91A9E6A5}"/>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CEFFF7F-ADCC-4663-A8BB-75B4548B1E82}"/>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19619044-2D52-45C7-8439-1750A553914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CECD7D44-209D-4EA0-A868-B20CAA8BE0E9}"/>
              </a:ext>
            </a:extLst>
          </p:cNvPr>
          <p:cNvGrpSpPr/>
          <p:nvPr userDrawn="1"/>
        </p:nvGrpSpPr>
        <p:grpSpPr>
          <a:xfrm>
            <a:off x="3184" y="213128"/>
            <a:ext cx="12196750" cy="296772"/>
            <a:chOff x="0" y="6307714"/>
            <a:chExt cx="12196750" cy="296772"/>
          </a:xfrm>
        </p:grpSpPr>
        <p:sp>
          <p:nvSpPr>
            <p:cNvPr id="27" name="Rectangle 26">
              <a:extLst>
                <a:ext uri="{FF2B5EF4-FFF2-40B4-BE49-F238E27FC236}">
                  <a16:creationId xmlns:a16="http://schemas.microsoft.com/office/drawing/2014/main" id="{2F34123C-78F3-47CD-B351-5F18F396B3AA}"/>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762B5C9-58EF-4C19-A5B1-36E57EE3ECA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98A612B-ADEB-4430-9B6F-A1D0ADA8B7B8}"/>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Rectangle 29">
              <a:extLst>
                <a:ext uri="{FF2B5EF4-FFF2-40B4-BE49-F238E27FC236}">
                  <a16:creationId xmlns:a16="http://schemas.microsoft.com/office/drawing/2014/main" id="{1777AF46-44D1-4134-B324-DBDC7D5504A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2D185A67-14A7-4E55-8FA2-1860C189B2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812" t="581" r="23021" b="581"/>
          <a:stretch/>
        </p:blipFill>
        <p:spPr>
          <a:xfrm>
            <a:off x="250828" y="336489"/>
            <a:ext cx="2610257" cy="2673412"/>
          </a:xfrm>
          <a:prstGeom prst="rect">
            <a:avLst/>
          </a:prstGeom>
        </p:spPr>
      </p:pic>
    </p:spTree>
    <p:extLst>
      <p:ext uri="{BB962C8B-B14F-4D97-AF65-F5344CB8AC3E}">
        <p14:creationId xmlns:p14="http://schemas.microsoft.com/office/powerpoint/2010/main" val="16999728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Slide">
    <p:bg>
      <p:bgPr>
        <a:gradFill>
          <a:gsLst>
            <a:gs pos="56000">
              <a:srgbClr val="D2F0FF"/>
            </a:gs>
            <a:gs pos="85000">
              <a:srgbClr val="66ACCE"/>
            </a:gs>
            <a:gs pos="0">
              <a:schemeClr val="bg1"/>
            </a:gs>
            <a:gs pos="100000">
              <a:srgbClr val="006699"/>
            </a:gs>
          </a:gsLst>
          <a:lin ang="5400000" scaled="1"/>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60B398B-037A-CC2E-AED6-8601CA24B354}"/>
              </a:ext>
            </a:extLst>
          </p:cNvPr>
          <p:cNvGrpSpPr/>
          <p:nvPr userDrawn="1"/>
        </p:nvGrpSpPr>
        <p:grpSpPr>
          <a:xfrm>
            <a:off x="4903098" y="1160942"/>
            <a:ext cx="7150723" cy="1018251"/>
            <a:chOff x="2339942" y="1330348"/>
            <a:chExt cx="7150723" cy="1018251"/>
          </a:xfrm>
        </p:grpSpPr>
        <p:pic>
          <p:nvPicPr>
            <p:cNvPr id="5" name="Picture 4">
              <a:extLst>
                <a:ext uri="{FF2B5EF4-FFF2-40B4-BE49-F238E27FC236}">
                  <a16:creationId xmlns:a16="http://schemas.microsoft.com/office/drawing/2014/main" id="{92E794E0-FA81-1EF8-8F37-0892EF52579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39942" y="1330348"/>
              <a:ext cx="3180723" cy="1018251"/>
            </a:xfrm>
            <a:prstGeom prst="rect">
              <a:avLst/>
            </a:prstGeom>
          </p:spPr>
        </p:pic>
        <p:sp>
          <p:nvSpPr>
            <p:cNvPr id="6" name="TextBox 5">
              <a:extLst>
                <a:ext uri="{FF2B5EF4-FFF2-40B4-BE49-F238E27FC236}">
                  <a16:creationId xmlns:a16="http://schemas.microsoft.com/office/drawing/2014/main" id="{5F617BF7-F131-F5F7-FEF2-D09F6DE722B1}"/>
                </a:ext>
              </a:extLst>
            </p:cNvPr>
            <p:cNvSpPr txBox="1"/>
            <p:nvPr/>
          </p:nvSpPr>
          <p:spPr>
            <a:xfrm>
              <a:off x="5395917" y="1514906"/>
              <a:ext cx="4094748" cy="646331"/>
            </a:xfrm>
            <a:prstGeom prst="rect">
              <a:avLst/>
            </a:prstGeom>
            <a:noFill/>
          </p:spPr>
          <p:txBody>
            <a:bodyPr wrap="square">
              <a:spAutoFit/>
            </a:bodyPr>
            <a:lstStyle/>
            <a:p>
              <a:pPr algn="ctr"/>
              <a:r>
                <a:rPr lang="en-US" sz="1800" b="1" dirty="0">
                  <a:solidFill>
                    <a:srgbClr val="0033CC"/>
                  </a:solidFill>
                  <a:latin typeface="Arial Black" panose="020B0A04020102020204" pitchFamily="34" charset="0"/>
                  <a:cs typeface="Aldhabi" panose="020F0502020204030204" pitchFamily="2" charset="-78"/>
                </a:rPr>
                <a:t>G</a:t>
              </a:r>
              <a:r>
                <a:rPr lang="en-US" sz="1800" b="1" dirty="0">
                  <a:latin typeface="Arial Black" panose="020B0A04020102020204" pitchFamily="34" charset="0"/>
                  <a:cs typeface="Aldhabi" panose="020F0502020204030204" pitchFamily="2" charset="-78"/>
                </a:rPr>
                <a:t>eospatial-Intelligence </a:t>
              </a:r>
              <a:r>
                <a:rPr lang="en-US" sz="1800" b="1" dirty="0">
                  <a:solidFill>
                    <a:srgbClr val="0033CC"/>
                  </a:solidFill>
                  <a:latin typeface="Arial Black" panose="020B0A04020102020204" pitchFamily="34" charset="0"/>
                  <a:cs typeface="Aldhabi" panose="020F0502020204030204" pitchFamily="2" charset="-78"/>
                </a:rPr>
                <a:t>M</a:t>
              </a:r>
              <a:r>
                <a:rPr lang="en-US" sz="1800" b="1" dirty="0">
                  <a:latin typeface="Arial Black" panose="020B0A04020102020204" pitchFamily="34" charset="0"/>
                  <a:cs typeface="Aldhabi" panose="020F0502020204030204" pitchFamily="2" charset="-78"/>
                </a:rPr>
                <a:t>edia</a:t>
              </a:r>
            </a:p>
            <a:p>
              <a:pPr algn="ctr"/>
              <a:r>
                <a:rPr lang="en-US" sz="1800" b="1" dirty="0">
                  <a:solidFill>
                    <a:srgbClr val="0033CC"/>
                  </a:solidFill>
                  <a:latin typeface="Arial Black" panose="020B0A04020102020204" pitchFamily="34" charset="0"/>
                  <a:cs typeface="Aldhabi" panose="020F0502020204030204" pitchFamily="2" charset="-78"/>
                </a:rPr>
                <a:t>S</a:t>
              </a:r>
              <a:r>
                <a:rPr lang="en-US" sz="1800" b="1" dirty="0">
                  <a:latin typeface="Arial Black" panose="020B0A04020102020204" pitchFamily="34" charset="0"/>
                  <a:cs typeface="Aldhabi" panose="020F0502020204030204" pitchFamily="2" charset="-78"/>
                </a:rPr>
                <a:t>tandards </a:t>
              </a:r>
              <a:r>
                <a:rPr lang="en-US" sz="1800" b="1" dirty="0">
                  <a:solidFill>
                    <a:srgbClr val="0033CC"/>
                  </a:solidFill>
                  <a:latin typeface="Arial Black" panose="020B0A04020102020204" pitchFamily="34" charset="0"/>
                  <a:cs typeface="Aldhabi" panose="020F0502020204030204" pitchFamily="2" charset="-78"/>
                </a:rPr>
                <a:t>B</a:t>
              </a:r>
              <a:r>
                <a:rPr lang="en-US" sz="1800" b="1" dirty="0">
                  <a:latin typeface="Arial Black" panose="020B0A04020102020204" pitchFamily="34" charset="0"/>
                  <a:cs typeface="Aldhabi" panose="020F0502020204030204" pitchFamily="2" charset="-78"/>
                </a:rPr>
                <a:t>oard</a:t>
              </a:r>
              <a:endParaRPr lang="en-US" sz="5400" b="1" dirty="0">
                <a:latin typeface="Arial Black" panose="020B0A04020102020204" pitchFamily="34" charset="0"/>
                <a:cs typeface="Aldhabi" panose="020F0502020204030204" pitchFamily="2" charset="-78"/>
              </a:endParaRPr>
            </a:p>
          </p:txBody>
        </p:sp>
      </p:grpSp>
      <p:sp>
        <p:nvSpPr>
          <p:cNvPr id="13" name="TextBox 12">
            <a:extLst>
              <a:ext uri="{FF2B5EF4-FFF2-40B4-BE49-F238E27FC236}">
                <a16:creationId xmlns:a16="http://schemas.microsoft.com/office/drawing/2014/main" id="{C9563D97-F493-4569-A84D-4131E73CEBC6}"/>
              </a:ext>
            </a:extLst>
          </p:cNvPr>
          <p:cNvSpPr txBox="1"/>
          <p:nvPr userDrawn="1"/>
        </p:nvSpPr>
        <p:spPr>
          <a:xfrm rot="16200000">
            <a:off x="-822806" y="4889990"/>
            <a:ext cx="2140924" cy="514344"/>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17" name="TextBox 16">
            <a:extLst>
              <a:ext uri="{FF2B5EF4-FFF2-40B4-BE49-F238E27FC236}">
                <a16:creationId xmlns:a16="http://schemas.microsoft.com/office/drawing/2014/main" id="{EF960FB7-9849-4601-B8CC-A0A9C90992D4}"/>
              </a:ext>
            </a:extLst>
          </p:cNvPr>
          <p:cNvSpPr txBox="1"/>
          <p:nvPr userDrawn="1"/>
        </p:nvSpPr>
        <p:spPr>
          <a:xfrm>
            <a:off x="504828" y="6561237"/>
            <a:ext cx="3517900" cy="307777"/>
          </a:xfrm>
          <a:prstGeom prst="rect">
            <a:avLst/>
          </a:prstGeom>
          <a:noFill/>
        </p:spPr>
        <p:txBody>
          <a:bodyPr wrap="square" rtlCol="0">
            <a:spAutoFit/>
          </a:bodyPr>
          <a:lstStyle/>
          <a:p>
            <a:r>
              <a:rPr lang="en-US" sz="1400" kern="1200" dirty="0">
                <a:solidFill>
                  <a:schemeClr val="bg1">
                    <a:lumMod val="95000"/>
                  </a:schemeClr>
                </a:solidFill>
                <a:effectLst>
                  <a:outerShdw blurRad="38100" dist="38100" dir="2700000" algn="tl">
                    <a:srgbClr val="000000">
                      <a:alpha val="43137"/>
                    </a:srgbClr>
                  </a:outerShdw>
                </a:effectLst>
                <a:latin typeface="+mn-lt"/>
                <a:ea typeface="+mn-ea"/>
                <a:cs typeface="+mn-cs"/>
              </a:rPr>
              <a:t>https://GWG.NGA.MIL</a:t>
            </a:r>
          </a:p>
        </p:txBody>
      </p:sp>
      <p:sp>
        <p:nvSpPr>
          <p:cNvPr id="19" name="Slide Number Placeholder 6">
            <a:extLst>
              <a:ext uri="{FF2B5EF4-FFF2-40B4-BE49-F238E27FC236}">
                <a16:creationId xmlns:a16="http://schemas.microsoft.com/office/drawing/2014/main" id="{0B46B3CB-C919-45BC-9BC3-A831B230A1B7}"/>
              </a:ext>
            </a:extLst>
          </p:cNvPr>
          <p:cNvSpPr>
            <a:spLocks noGrp="1"/>
          </p:cNvSpPr>
          <p:nvPr>
            <p:ph type="sldNum" sz="quarter" idx="12"/>
          </p:nvPr>
        </p:nvSpPr>
        <p:spPr>
          <a:xfrm>
            <a:off x="10401300" y="6540053"/>
            <a:ext cx="952500" cy="307777"/>
          </a:xfrm>
        </p:spPr>
        <p:txBody>
          <a:bodyPr/>
          <a:lstStyle>
            <a:lvl1pPr>
              <a:defRPr>
                <a:solidFill>
                  <a:schemeClr val="bg1"/>
                </a:solidFill>
              </a:defRPr>
            </a:lvl1pPr>
          </a:lstStyle>
          <a:p>
            <a:fld id="{04ED54F0-D36E-4641-8B3F-1547866DED2E}" type="slidenum">
              <a:rPr lang="en-US" smtClean="0"/>
              <a:pPr/>
              <a:t>‹#›</a:t>
            </a:fld>
            <a:endParaRPr lang="en-US"/>
          </a:p>
        </p:txBody>
      </p:sp>
      <p:grpSp>
        <p:nvGrpSpPr>
          <p:cNvPr id="21" name="Group 20">
            <a:extLst>
              <a:ext uri="{FF2B5EF4-FFF2-40B4-BE49-F238E27FC236}">
                <a16:creationId xmlns:a16="http://schemas.microsoft.com/office/drawing/2014/main" id="{189FD6AE-EF45-41BA-AF0E-E4DC9137D821}"/>
              </a:ext>
            </a:extLst>
          </p:cNvPr>
          <p:cNvGrpSpPr/>
          <p:nvPr userDrawn="1"/>
        </p:nvGrpSpPr>
        <p:grpSpPr>
          <a:xfrm>
            <a:off x="0" y="6307714"/>
            <a:ext cx="12196750" cy="296772"/>
            <a:chOff x="0" y="6307714"/>
            <a:chExt cx="12196750" cy="296772"/>
          </a:xfrm>
        </p:grpSpPr>
        <p:sp>
          <p:nvSpPr>
            <p:cNvPr id="22" name="Rectangle 21">
              <a:extLst>
                <a:ext uri="{FF2B5EF4-FFF2-40B4-BE49-F238E27FC236}">
                  <a16:creationId xmlns:a16="http://schemas.microsoft.com/office/drawing/2014/main" id="{1DB3021D-81FE-4B24-9267-3B328B931542}"/>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B445371-458A-41D3-AFF3-5BDF91A9E6A5}"/>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CEFFF7F-ADCC-4663-A8BB-75B4548B1E82}"/>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19619044-2D52-45C7-8439-1750A553914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CECD7D44-209D-4EA0-A868-B20CAA8BE0E9}"/>
              </a:ext>
            </a:extLst>
          </p:cNvPr>
          <p:cNvGrpSpPr/>
          <p:nvPr userDrawn="1"/>
        </p:nvGrpSpPr>
        <p:grpSpPr>
          <a:xfrm>
            <a:off x="3184" y="213128"/>
            <a:ext cx="12196750" cy="296772"/>
            <a:chOff x="0" y="6307714"/>
            <a:chExt cx="12196750" cy="296772"/>
          </a:xfrm>
        </p:grpSpPr>
        <p:sp>
          <p:nvSpPr>
            <p:cNvPr id="27" name="Rectangle 26">
              <a:extLst>
                <a:ext uri="{FF2B5EF4-FFF2-40B4-BE49-F238E27FC236}">
                  <a16:creationId xmlns:a16="http://schemas.microsoft.com/office/drawing/2014/main" id="{2F34123C-78F3-47CD-B351-5F18F396B3AA}"/>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762B5C9-58EF-4C19-A5B1-36E57EE3ECA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98A612B-ADEB-4430-9B6F-A1D0ADA8B7B8}"/>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Rectangle 29">
              <a:extLst>
                <a:ext uri="{FF2B5EF4-FFF2-40B4-BE49-F238E27FC236}">
                  <a16:creationId xmlns:a16="http://schemas.microsoft.com/office/drawing/2014/main" id="{1777AF46-44D1-4134-B324-DBDC7D5504A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2D185A67-14A7-4E55-8FA2-1860C189B25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2812" t="581" r="23021" b="581"/>
          <a:stretch/>
        </p:blipFill>
        <p:spPr>
          <a:xfrm>
            <a:off x="250828" y="336489"/>
            <a:ext cx="2610257" cy="2673412"/>
          </a:xfrm>
          <a:prstGeom prst="rect">
            <a:avLst/>
          </a:prstGeom>
        </p:spPr>
      </p:pic>
      <p:sp>
        <p:nvSpPr>
          <p:cNvPr id="3" name="Subtitle 2">
            <a:extLst>
              <a:ext uri="{FF2B5EF4-FFF2-40B4-BE49-F238E27FC236}">
                <a16:creationId xmlns:a16="http://schemas.microsoft.com/office/drawing/2014/main" id="{7FDEC77E-BA24-31E1-0EAA-9C29AE5C3ABF}"/>
              </a:ext>
            </a:extLst>
          </p:cNvPr>
          <p:cNvSpPr>
            <a:spLocks noGrp="1"/>
          </p:cNvSpPr>
          <p:nvPr>
            <p:ph type="subTitle" idx="1" hasCustomPrompt="1"/>
          </p:nvPr>
        </p:nvSpPr>
        <p:spPr>
          <a:xfrm>
            <a:off x="556592" y="4485861"/>
            <a:ext cx="6725478" cy="1675548"/>
          </a:xfrm>
        </p:spPr>
        <p:txBody>
          <a:bodyPr>
            <a:normAutofit/>
          </a:bodyPr>
          <a:lstStyle>
            <a:lvl1pPr marL="0" indent="0" algn="l">
              <a:buNone/>
              <a:defRPr sz="3200">
                <a:solidFill>
                  <a:srgbClr val="00456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Name </a:t>
            </a:r>
          </a:p>
          <a:p>
            <a:r>
              <a:rPr lang="en-US" dirty="0"/>
              <a:t>NGA/TAES Contractor</a:t>
            </a:r>
          </a:p>
          <a:p>
            <a:r>
              <a:rPr lang="en-US" dirty="0"/>
              <a:t>Date</a:t>
            </a:r>
          </a:p>
        </p:txBody>
      </p:sp>
    </p:spTree>
    <p:extLst>
      <p:ext uri="{BB962C8B-B14F-4D97-AF65-F5344CB8AC3E}">
        <p14:creationId xmlns:p14="http://schemas.microsoft.com/office/powerpoint/2010/main" val="4513331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bg>
      <p:bgPr>
        <a:gradFill>
          <a:gsLst>
            <a:gs pos="56000">
              <a:srgbClr val="D2F0FF"/>
            </a:gs>
            <a:gs pos="85000">
              <a:srgbClr val="66ACCE"/>
            </a:gs>
            <a:gs pos="0">
              <a:schemeClr val="bg1"/>
            </a:gs>
            <a:gs pos="100000">
              <a:srgbClr val="006699"/>
            </a:gs>
          </a:gsLst>
          <a:lin ang="5400000" scaled="1"/>
        </a:gra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9563D97-F493-4569-A84D-4131E73CEBC6}"/>
              </a:ext>
            </a:extLst>
          </p:cNvPr>
          <p:cNvSpPr txBox="1"/>
          <p:nvPr userDrawn="1"/>
        </p:nvSpPr>
        <p:spPr>
          <a:xfrm rot="16200000">
            <a:off x="-822806" y="4889990"/>
            <a:ext cx="2140924" cy="514344"/>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17" name="TextBox 16">
            <a:extLst>
              <a:ext uri="{FF2B5EF4-FFF2-40B4-BE49-F238E27FC236}">
                <a16:creationId xmlns:a16="http://schemas.microsoft.com/office/drawing/2014/main" id="{EF960FB7-9849-4601-B8CC-A0A9C90992D4}"/>
              </a:ext>
            </a:extLst>
          </p:cNvPr>
          <p:cNvSpPr txBox="1"/>
          <p:nvPr userDrawn="1"/>
        </p:nvSpPr>
        <p:spPr>
          <a:xfrm>
            <a:off x="504828" y="6561237"/>
            <a:ext cx="3517900" cy="307777"/>
          </a:xfrm>
          <a:prstGeom prst="rect">
            <a:avLst/>
          </a:prstGeom>
          <a:noFill/>
        </p:spPr>
        <p:txBody>
          <a:bodyPr wrap="square" rtlCol="0">
            <a:spAutoFit/>
          </a:bodyPr>
          <a:lstStyle/>
          <a:p>
            <a:r>
              <a:rPr lang="en-US" sz="1400" kern="1200" dirty="0">
                <a:solidFill>
                  <a:schemeClr val="bg1">
                    <a:lumMod val="95000"/>
                  </a:schemeClr>
                </a:solidFill>
                <a:effectLst>
                  <a:outerShdw blurRad="38100" dist="38100" dir="2700000" algn="tl">
                    <a:srgbClr val="000000">
                      <a:alpha val="43137"/>
                    </a:srgbClr>
                  </a:outerShdw>
                </a:effectLst>
                <a:latin typeface="+mn-lt"/>
                <a:ea typeface="+mn-ea"/>
                <a:cs typeface="+mn-cs"/>
              </a:rPr>
              <a:t>https://GWG.NGA.MIL</a:t>
            </a:r>
          </a:p>
        </p:txBody>
      </p:sp>
      <p:sp>
        <p:nvSpPr>
          <p:cNvPr id="19" name="Slide Number Placeholder 6">
            <a:extLst>
              <a:ext uri="{FF2B5EF4-FFF2-40B4-BE49-F238E27FC236}">
                <a16:creationId xmlns:a16="http://schemas.microsoft.com/office/drawing/2014/main" id="{0B46B3CB-C919-45BC-9BC3-A831B230A1B7}"/>
              </a:ext>
            </a:extLst>
          </p:cNvPr>
          <p:cNvSpPr>
            <a:spLocks noGrp="1"/>
          </p:cNvSpPr>
          <p:nvPr>
            <p:ph type="sldNum" sz="quarter" idx="12"/>
          </p:nvPr>
        </p:nvSpPr>
        <p:spPr>
          <a:xfrm>
            <a:off x="10401300" y="6540053"/>
            <a:ext cx="952500" cy="307777"/>
          </a:xfrm>
        </p:spPr>
        <p:txBody>
          <a:bodyPr/>
          <a:lstStyle>
            <a:lvl1pPr>
              <a:defRPr>
                <a:solidFill>
                  <a:schemeClr val="bg1"/>
                </a:solidFill>
              </a:defRPr>
            </a:lvl1pPr>
          </a:lstStyle>
          <a:p>
            <a:fld id="{04ED54F0-D36E-4641-8B3F-1547866DED2E}" type="slidenum">
              <a:rPr lang="en-US" smtClean="0"/>
              <a:pPr/>
              <a:t>‹#›</a:t>
            </a:fld>
            <a:endParaRPr lang="en-US"/>
          </a:p>
        </p:txBody>
      </p:sp>
      <p:grpSp>
        <p:nvGrpSpPr>
          <p:cNvPr id="21" name="Group 20">
            <a:extLst>
              <a:ext uri="{FF2B5EF4-FFF2-40B4-BE49-F238E27FC236}">
                <a16:creationId xmlns:a16="http://schemas.microsoft.com/office/drawing/2014/main" id="{189FD6AE-EF45-41BA-AF0E-E4DC9137D821}"/>
              </a:ext>
            </a:extLst>
          </p:cNvPr>
          <p:cNvGrpSpPr/>
          <p:nvPr userDrawn="1"/>
        </p:nvGrpSpPr>
        <p:grpSpPr>
          <a:xfrm>
            <a:off x="0" y="6307714"/>
            <a:ext cx="12196750" cy="296772"/>
            <a:chOff x="0" y="6307714"/>
            <a:chExt cx="12196750" cy="296772"/>
          </a:xfrm>
        </p:grpSpPr>
        <p:sp>
          <p:nvSpPr>
            <p:cNvPr id="22" name="Rectangle 21">
              <a:extLst>
                <a:ext uri="{FF2B5EF4-FFF2-40B4-BE49-F238E27FC236}">
                  <a16:creationId xmlns:a16="http://schemas.microsoft.com/office/drawing/2014/main" id="{1DB3021D-81FE-4B24-9267-3B328B931542}"/>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B445371-458A-41D3-AFF3-5BDF91A9E6A5}"/>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CEFFF7F-ADCC-4663-A8BB-75B4548B1E82}"/>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19619044-2D52-45C7-8439-1750A553914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CECD7D44-209D-4EA0-A868-B20CAA8BE0E9}"/>
              </a:ext>
            </a:extLst>
          </p:cNvPr>
          <p:cNvGrpSpPr/>
          <p:nvPr userDrawn="1"/>
        </p:nvGrpSpPr>
        <p:grpSpPr>
          <a:xfrm>
            <a:off x="3184" y="213128"/>
            <a:ext cx="12196750" cy="296772"/>
            <a:chOff x="0" y="6307714"/>
            <a:chExt cx="12196750" cy="296772"/>
          </a:xfrm>
        </p:grpSpPr>
        <p:sp>
          <p:nvSpPr>
            <p:cNvPr id="27" name="Rectangle 26">
              <a:extLst>
                <a:ext uri="{FF2B5EF4-FFF2-40B4-BE49-F238E27FC236}">
                  <a16:creationId xmlns:a16="http://schemas.microsoft.com/office/drawing/2014/main" id="{2F34123C-78F3-47CD-B351-5F18F396B3AA}"/>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762B5C9-58EF-4C19-A5B1-36E57EE3ECA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98A612B-ADEB-4430-9B6F-A1D0ADA8B7B8}"/>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Rectangle 29">
              <a:extLst>
                <a:ext uri="{FF2B5EF4-FFF2-40B4-BE49-F238E27FC236}">
                  <a16:creationId xmlns:a16="http://schemas.microsoft.com/office/drawing/2014/main" id="{1777AF46-44D1-4134-B324-DBDC7D5504A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2D185A67-14A7-4E55-8FA2-1860C189B2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812" t="581" r="23021" b="581"/>
          <a:stretch/>
        </p:blipFill>
        <p:spPr>
          <a:xfrm>
            <a:off x="250828" y="336489"/>
            <a:ext cx="2610257" cy="2673412"/>
          </a:xfrm>
          <a:prstGeom prst="rect">
            <a:avLst/>
          </a:prstGeom>
        </p:spPr>
      </p:pic>
      <p:grpSp>
        <p:nvGrpSpPr>
          <p:cNvPr id="3" name="Group 2">
            <a:extLst>
              <a:ext uri="{FF2B5EF4-FFF2-40B4-BE49-F238E27FC236}">
                <a16:creationId xmlns:a16="http://schemas.microsoft.com/office/drawing/2014/main" id="{7E84D8E5-553B-F609-957C-F7DA75ABE2D5}"/>
              </a:ext>
            </a:extLst>
          </p:cNvPr>
          <p:cNvGrpSpPr/>
          <p:nvPr userDrawn="1"/>
        </p:nvGrpSpPr>
        <p:grpSpPr>
          <a:xfrm>
            <a:off x="4903098" y="1160942"/>
            <a:ext cx="7150723" cy="1018251"/>
            <a:chOff x="2339942" y="1330348"/>
            <a:chExt cx="7150723" cy="1018251"/>
          </a:xfrm>
        </p:grpSpPr>
        <p:pic>
          <p:nvPicPr>
            <p:cNvPr id="4" name="Picture 3">
              <a:extLst>
                <a:ext uri="{FF2B5EF4-FFF2-40B4-BE49-F238E27FC236}">
                  <a16:creationId xmlns:a16="http://schemas.microsoft.com/office/drawing/2014/main" id="{C066656B-D212-47F7-D610-2E3C240C478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9942" y="1330348"/>
              <a:ext cx="3180723" cy="1018251"/>
            </a:xfrm>
            <a:prstGeom prst="rect">
              <a:avLst/>
            </a:prstGeom>
          </p:spPr>
        </p:pic>
        <p:sp>
          <p:nvSpPr>
            <p:cNvPr id="5" name="TextBox 4">
              <a:extLst>
                <a:ext uri="{FF2B5EF4-FFF2-40B4-BE49-F238E27FC236}">
                  <a16:creationId xmlns:a16="http://schemas.microsoft.com/office/drawing/2014/main" id="{ABF81B2A-DE4E-CA9C-7935-FC94315FD2F9}"/>
                </a:ext>
              </a:extLst>
            </p:cNvPr>
            <p:cNvSpPr txBox="1"/>
            <p:nvPr/>
          </p:nvSpPr>
          <p:spPr>
            <a:xfrm>
              <a:off x="5395917" y="1514906"/>
              <a:ext cx="4094748" cy="646331"/>
            </a:xfrm>
            <a:prstGeom prst="rect">
              <a:avLst/>
            </a:prstGeom>
            <a:noFill/>
          </p:spPr>
          <p:txBody>
            <a:bodyPr wrap="square">
              <a:spAutoFit/>
            </a:bodyPr>
            <a:lstStyle/>
            <a:p>
              <a:pPr algn="ctr"/>
              <a:r>
                <a:rPr lang="en-US" sz="1800" b="1" dirty="0">
                  <a:solidFill>
                    <a:srgbClr val="0033CC"/>
                  </a:solidFill>
                  <a:latin typeface="Arial Black" panose="020B0A04020102020204" pitchFamily="34" charset="0"/>
                  <a:cs typeface="Aldhabi" panose="020F0502020204030204" pitchFamily="2" charset="-78"/>
                </a:rPr>
                <a:t>G</a:t>
              </a:r>
              <a:r>
                <a:rPr lang="en-US" sz="1800" b="1" dirty="0">
                  <a:latin typeface="Arial Black" panose="020B0A04020102020204" pitchFamily="34" charset="0"/>
                  <a:cs typeface="Aldhabi" panose="020F0502020204030204" pitchFamily="2" charset="-78"/>
                </a:rPr>
                <a:t>eospatial-Intelligence </a:t>
              </a:r>
              <a:r>
                <a:rPr lang="en-US" sz="1800" b="1" dirty="0">
                  <a:solidFill>
                    <a:srgbClr val="0033CC"/>
                  </a:solidFill>
                  <a:latin typeface="Arial Black" panose="020B0A04020102020204" pitchFamily="34" charset="0"/>
                  <a:cs typeface="Aldhabi" panose="020F0502020204030204" pitchFamily="2" charset="-78"/>
                </a:rPr>
                <a:t>M</a:t>
              </a:r>
              <a:r>
                <a:rPr lang="en-US" sz="1800" b="1" dirty="0">
                  <a:latin typeface="Arial Black" panose="020B0A04020102020204" pitchFamily="34" charset="0"/>
                  <a:cs typeface="Aldhabi" panose="020F0502020204030204" pitchFamily="2" charset="-78"/>
                </a:rPr>
                <a:t>edia</a:t>
              </a:r>
            </a:p>
            <a:p>
              <a:pPr algn="ctr"/>
              <a:r>
                <a:rPr lang="en-US" sz="1800" b="1" dirty="0">
                  <a:solidFill>
                    <a:srgbClr val="0033CC"/>
                  </a:solidFill>
                  <a:latin typeface="Arial Black" panose="020B0A04020102020204" pitchFamily="34" charset="0"/>
                  <a:cs typeface="Aldhabi" panose="020F0502020204030204" pitchFamily="2" charset="-78"/>
                </a:rPr>
                <a:t>S</a:t>
              </a:r>
              <a:r>
                <a:rPr lang="en-US" sz="1800" b="1" dirty="0">
                  <a:latin typeface="Arial Black" panose="020B0A04020102020204" pitchFamily="34" charset="0"/>
                  <a:cs typeface="Aldhabi" panose="020F0502020204030204" pitchFamily="2" charset="-78"/>
                </a:rPr>
                <a:t>tandards </a:t>
              </a:r>
              <a:r>
                <a:rPr lang="en-US" sz="1800" b="1" dirty="0">
                  <a:solidFill>
                    <a:srgbClr val="0033CC"/>
                  </a:solidFill>
                  <a:latin typeface="Arial Black" panose="020B0A04020102020204" pitchFamily="34" charset="0"/>
                  <a:cs typeface="Aldhabi" panose="020F0502020204030204" pitchFamily="2" charset="-78"/>
                </a:rPr>
                <a:t>B</a:t>
              </a:r>
              <a:r>
                <a:rPr lang="en-US" sz="1800" b="1" dirty="0">
                  <a:latin typeface="Arial Black" panose="020B0A04020102020204" pitchFamily="34" charset="0"/>
                  <a:cs typeface="Aldhabi" panose="020F0502020204030204" pitchFamily="2" charset="-78"/>
                </a:rPr>
                <a:t>oard</a:t>
              </a:r>
              <a:endParaRPr lang="en-US" sz="5400" b="1" dirty="0">
                <a:latin typeface="Arial Black" panose="020B0A04020102020204" pitchFamily="34" charset="0"/>
                <a:cs typeface="Aldhabi" panose="020F0502020204030204" pitchFamily="2" charset="-78"/>
              </a:endParaRPr>
            </a:p>
          </p:txBody>
        </p:sp>
      </p:grpSp>
    </p:spTree>
    <p:extLst>
      <p:ext uri="{BB962C8B-B14F-4D97-AF65-F5344CB8AC3E}">
        <p14:creationId xmlns:p14="http://schemas.microsoft.com/office/powerpoint/2010/main" val="2973574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Slide">
    <p:bg>
      <p:bgPr>
        <a:gradFill>
          <a:gsLst>
            <a:gs pos="56000">
              <a:srgbClr val="D2F0FF"/>
            </a:gs>
            <a:gs pos="85000">
              <a:srgbClr val="66ACCE"/>
            </a:gs>
            <a:gs pos="0">
              <a:schemeClr val="bg1"/>
            </a:gs>
            <a:gs pos="100000">
              <a:srgbClr val="006699"/>
            </a:gs>
          </a:gsLst>
          <a:lin ang="5400000" scaled="1"/>
        </a:gra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9563D97-F493-4569-A84D-4131E73CEBC6}"/>
              </a:ext>
            </a:extLst>
          </p:cNvPr>
          <p:cNvSpPr txBox="1"/>
          <p:nvPr userDrawn="1"/>
        </p:nvSpPr>
        <p:spPr>
          <a:xfrm rot="16200000">
            <a:off x="-822806" y="4889990"/>
            <a:ext cx="2140924" cy="514344"/>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17" name="TextBox 16">
            <a:extLst>
              <a:ext uri="{FF2B5EF4-FFF2-40B4-BE49-F238E27FC236}">
                <a16:creationId xmlns:a16="http://schemas.microsoft.com/office/drawing/2014/main" id="{EF960FB7-9849-4601-B8CC-A0A9C90992D4}"/>
              </a:ext>
            </a:extLst>
          </p:cNvPr>
          <p:cNvSpPr txBox="1"/>
          <p:nvPr userDrawn="1"/>
        </p:nvSpPr>
        <p:spPr>
          <a:xfrm>
            <a:off x="504828" y="6472337"/>
            <a:ext cx="3517900" cy="307777"/>
          </a:xfrm>
          <a:prstGeom prst="rect">
            <a:avLst/>
          </a:prstGeom>
          <a:noFill/>
        </p:spPr>
        <p:txBody>
          <a:bodyPr wrap="square" rtlCol="0">
            <a:spAutoFit/>
          </a:bodyPr>
          <a:lstStyle/>
          <a:p>
            <a:r>
              <a:rPr lang="en-US" sz="1400" kern="1200" dirty="0">
                <a:solidFill>
                  <a:schemeClr val="bg1">
                    <a:lumMod val="95000"/>
                  </a:schemeClr>
                </a:solidFill>
                <a:effectLst>
                  <a:outerShdw blurRad="38100" dist="38100" dir="2700000" algn="tl">
                    <a:srgbClr val="000000">
                      <a:alpha val="43137"/>
                    </a:srgbClr>
                  </a:outerShdw>
                </a:effectLst>
                <a:latin typeface="+mn-lt"/>
                <a:ea typeface="+mn-ea"/>
                <a:cs typeface="+mn-cs"/>
              </a:rPr>
              <a:t>https://GWG.NGA.MIL</a:t>
            </a:r>
          </a:p>
        </p:txBody>
      </p:sp>
      <p:grpSp>
        <p:nvGrpSpPr>
          <p:cNvPr id="16" name="Group 15">
            <a:extLst>
              <a:ext uri="{FF2B5EF4-FFF2-40B4-BE49-F238E27FC236}">
                <a16:creationId xmlns:a16="http://schemas.microsoft.com/office/drawing/2014/main" id="{E5330DD1-0A5D-452B-990F-C92473AEA732}"/>
              </a:ext>
            </a:extLst>
          </p:cNvPr>
          <p:cNvGrpSpPr/>
          <p:nvPr userDrawn="1"/>
        </p:nvGrpSpPr>
        <p:grpSpPr>
          <a:xfrm>
            <a:off x="0" y="3280614"/>
            <a:ext cx="12196750" cy="296772"/>
            <a:chOff x="0" y="6307714"/>
            <a:chExt cx="12196750" cy="296772"/>
          </a:xfrm>
        </p:grpSpPr>
        <p:sp>
          <p:nvSpPr>
            <p:cNvPr id="18" name="Rectangle 17">
              <a:extLst>
                <a:ext uri="{FF2B5EF4-FFF2-40B4-BE49-F238E27FC236}">
                  <a16:creationId xmlns:a16="http://schemas.microsoft.com/office/drawing/2014/main" id="{37D6517B-7D56-47BD-9604-5B792E087360}"/>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2F8FADD-BDA6-43D1-AA1C-2382B2367B1E}"/>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695635C-205F-4123-A30F-47D6494064B7}"/>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Rectangle 20">
              <a:extLst>
                <a:ext uri="{FF2B5EF4-FFF2-40B4-BE49-F238E27FC236}">
                  <a16:creationId xmlns:a16="http://schemas.microsoft.com/office/drawing/2014/main" id="{22126067-5F26-4AF2-A727-1EE967CAE03F}"/>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AB95D1AF-F8D1-4CD6-AE61-8B9007E9B863}"/>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683500" y="1799547"/>
            <a:ext cx="3418049" cy="3052332"/>
          </a:xfrm>
          <a:prstGeom prst="rect">
            <a:avLst/>
          </a:prstGeom>
        </p:spPr>
      </p:pic>
      <p:pic>
        <p:nvPicPr>
          <p:cNvPr id="3" name="Picture 2">
            <a:extLst>
              <a:ext uri="{FF2B5EF4-FFF2-40B4-BE49-F238E27FC236}">
                <a16:creationId xmlns:a16="http://schemas.microsoft.com/office/drawing/2014/main" id="{54977E76-2D57-4A37-AF1A-48A9D63F7DFD}"/>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2917" r="22917"/>
          <a:stretch/>
        </p:blipFill>
        <p:spPr>
          <a:xfrm>
            <a:off x="1905874" y="2093936"/>
            <a:ext cx="2377425" cy="2463555"/>
          </a:xfrm>
          <a:prstGeom prst="rect">
            <a:avLst/>
          </a:prstGeom>
        </p:spPr>
      </p:pic>
      <p:grpSp>
        <p:nvGrpSpPr>
          <p:cNvPr id="2" name="Group 1">
            <a:extLst>
              <a:ext uri="{FF2B5EF4-FFF2-40B4-BE49-F238E27FC236}">
                <a16:creationId xmlns:a16="http://schemas.microsoft.com/office/drawing/2014/main" id="{2F69D60E-54B4-51CB-9E1A-12099B0B5746}"/>
              </a:ext>
            </a:extLst>
          </p:cNvPr>
          <p:cNvGrpSpPr/>
          <p:nvPr userDrawn="1"/>
        </p:nvGrpSpPr>
        <p:grpSpPr>
          <a:xfrm>
            <a:off x="2693358" y="678629"/>
            <a:ext cx="7150723" cy="1018251"/>
            <a:chOff x="2339942" y="1330348"/>
            <a:chExt cx="7150723" cy="1018251"/>
          </a:xfrm>
        </p:grpSpPr>
        <p:pic>
          <p:nvPicPr>
            <p:cNvPr id="6" name="Picture 5">
              <a:extLst>
                <a:ext uri="{FF2B5EF4-FFF2-40B4-BE49-F238E27FC236}">
                  <a16:creationId xmlns:a16="http://schemas.microsoft.com/office/drawing/2014/main" id="{9EC79D17-8C2B-FE47-C702-973D7E23DEB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9942" y="1330348"/>
              <a:ext cx="3180723" cy="1018251"/>
            </a:xfrm>
            <a:prstGeom prst="rect">
              <a:avLst/>
            </a:prstGeom>
          </p:spPr>
        </p:pic>
        <p:sp>
          <p:nvSpPr>
            <p:cNvPr id="7" name="TextBox 6">
              <a:extLst>
                <a:ext uri="{FF2B5EF4-FFF2-40B4-BE49-F238E27FC236}">
                  <a16:creationId xmlns:a16="http://schemas.microsoft.com/office/drawing/2014/main" id="{4E8280B2-EB87-E5FA-6794-819192362772}"/>
                </a:ext>
              </a:extLst>
            </p:cNvPr>
            <p:cNvSpPr txBox="1"/>
            <p:nvPr/>
          </p:nvSpPr>
          <p:spPr>
            <a:xfrm>
              <a:off x="5395917" y="1514906"/>
              <a:ext cx="4094748" cy="646331"/>
            </a:xfrm>
            <a:prstGeom prst="rect">
              <a:avLst/>
            </a:prstGeom>
            <a:noFill/>
          </p:spPr>
          <p:txBody>
            <a:bodyPr wrap="square">
              <a:spAutoFit/>
            </a:bodyPr>
            <a:lstStyle/>
            <a:p>
              <a:pPr algn="ctr"/>
              <a:r>
                <a:rPr lang="en-US" sz="1800" b="1" dirty="0">
                  <a:solidFill>
                    <a:srgbClr val="0033CC"/>
                  </a:solidFill>
                  <a:latin typeface="Arial Black" panose="020B0A04020102020204" pitchFamily="34" charset="0"/>
                  <a:cs typeface="Aldhabi" panose="020F0502020204030204" pitchFamily="2" charset="-78"/>
                </a:rPr>
                <a:t>G</a:t>
              </a:r>
              <a:r>
                <a:rPr lang="en-US" sz="1800" b="1" dirty="0">
                  <a:latin typeface="Arial Black" panose="020B0A04020102020204" pitchFamily="34" charset="0"/>
                  <a:cs typeface="Aldhabi" panose="020F0502020204030204" pitchFamily="2" charset="-78"/>
                </a:rPr>
                <a:t>eospatial-Intelligence </a:t>
              </a:r>
              <a:r>
                <a:rPr lang="en-US" sz="1800" b="1" dirty="0">
                  <a:solidFill>
                    <a:srgbClr val="0033CC"/>
                  </a:solidFill>
                  <a:latin typeface="Arial Black" panose="020B0A04020102020204" pitchFamily="34" charset="0"/>
                  <a:cs typeface="Aldhabi" panose="020F0502020204030204" pitchFamily="2" charset="-78"/>
                </a:rPr>
                <a:t>M</a:t>
              </a:r>
              <a:r>
                <a:rPr lang="en-US" sz="1800" b="1" dirty="0">
                  <a:latin typeface="Arial Black" panose="020B0A04020102020204" pitchFamily="34" charset="0"/>
                  <a:cs typeface="Aldhabi" panose="020F0502020204030204" pitchFamily="2" charset="-78"/>
                </a:rPr>
                <a:t>edia</a:t>
              </a:r>
            </a:p>
            <a:p>
              <a:pPr algn="ctr"/>
              <a:r>
                <a:rPr lang="en-US" sz="1800" b="1" dirty="0">
                  <a:solidFill>
                    <a:srgbClr val="0033CC"/>
                  </a:solidFill>
                  <a:latin typeface="Arial Black" panose="020B0A04020102020204" pitchFamily="34" charset="0"/>
                  <a:cs typeface="Aldhabi" panose="020F0502020204030204" pitchFamily="2" charset="-78"/>
                </a:rPr>
                <a:t>S</a:t>
              </a:r>
              <a:r>
                <a:rPr lang="en-US" sz="1800" b="1" dirty="0">
                  <a:latin typeface="Arial Black" panose="020B0A04020102020204" pitchFamily="34" charset="0"/>
                  <a:cs typeface="Aldhabi" panose="020F0502020204030204" pitchFamily="2" charset="-78"/>
                </a:rPr>
                <a:t>tandards </a:t>
              </a:r>
              <a:r>
                <a:rPr lang="en-US" sz="1800" b="1" dirty="0">
                  <a:solidFill>
                    <a:srgbClr val="0033CC"/>
                  </a:solidFill>
                  <a:latin typeface="Arial Black" panose="020B0A04020102020204" pitchFamily="34" charset="0"/>
                  <a:cs typeface="Aldhabi" panose="020F0502020204030204" pitchFamily="2" charset="-78"/>
                </a:rPr>
                <a:t>B</a:t>
              </a:r>
              <a:r>
                <a:rPr lang="en-US" sz="1800" b="1" dirty="0">
                  <a:latin typeface="Arial Black" panose="020B0A04020102020204" pitchFamily="34" charset="0"/>
                  <a:cs typeface="Aldhabi" panose="020F0502020204030204" pitchFamily="2" charset="-78"/>
                </a:rPr>
                <a:t>oard</a:t>
              </a:r>
              <a:endParaRPr lang="en-US" sz="5400" b="1" dirty="0">
                <a:latin typeface="Arial Black" panose="020B0A04020102020204" pitchFamily="34" charset="0"/>
                <a:cs typeface="Aldhabi" panose="020F0502020204030204" pitchFamily="2" charset="-78"/>
              </a:endParaRPr>
            </a:p>
          </p:txBody>
        </p:sp>
      </p:grpSp>
    </p:spTree>
    <p:extLst>
      <p:ext uri="{BB962C8B-B14F-4D97-AF65-F5344CB8AC3E}">
        <p14:creationId xmlns:p14="http://schemas.microsoft.com/office/powerpoint/2010/main" val="3602815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169EE5-F04B-4DBA-AC5F-BA31C7A8DA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5A3D24-CCCE-4A3F-B28E-563C1F1296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32EAA2-FCAA-4798-A3C2-6B164CA327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A59227-5218-4DBC-B469-C36961322AEC}" type="datetimeFigureOut">
              <a:rPr lang="en-US" smtClean="0"/>
              <a:t>1/20/2026</a:t>
            </a:fld>
            <a:endParaRPr lang="en-US"/>
          </a:p>
        </p:txBody>
      </p:sp>
      <p:sp>
        <p:nvSpPr>
          <p:cNvPr id="5" name="Footer Placeholder 4">
            <a:extLst>
              <a:ext uri="{FF2B5EF4-FFF2-40B4-BE49-F238E27FC236}">
                <a16:creationId xmlns:a16="http://schemas.microsoft.com/office/drawing/2014/main" id="{3FD2769B-2D27-407C-ACD8-6486F53971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56D45E-0CB9-49C4-9A6B-F08180226E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ED54F0-D36E-4641-8B3F-1547866DED2E}" type="slidenum">
              <a:rPr lang="en-US" smtClean="0"/>
              <a:t>‹#›</a:t>
            </a:fld>
            <a:endParaRPr lang="en-US"/>
          </a:p>
        </p:txBody>
      </p:sp>
    </p:spTree>
    <p:extLst>
      <p:ext uri="{BB962C8B-B14F-4D97-AF65-F5344CB8AC3E}">
        <p14:creationId xmlns:p14="http://schemas.microsoft.com/office/powerpoint/2010/main" val="14100607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svg"/><Relationship Id="rId2" Type="http://schemas.openxmlformats.org/officeDocument/2006/relationships/image" Target="../media/image21.jp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2EDBE-7C4B-D534-0D2E-D5BF3599D85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2E19FDA4-BDB8-73AF-A273-074F72BA8766}"/>
              </a:ext>
            </a:extLst>
          </p:cNvPr>
          <p:cNvSpPr>
            <a:spLocks noGrp="1"/>
          </p:cNvSpPr>
          <p:nvPr>
            <p:ph type="subTitle" idx="1"/>
          </p:nvPr>
        </p:nvSpPr>
        <p:spPr>
          <a:xfrm>
            <a:off x="579173" y="4552749"/>
            <a:ext cx="5609871" cy="1645901"/>
          </a:xfrm>
        </p:spPr>
        <p:txBody>
          <a:bodyPr>
            <a:normAutofit fontScale="85000" lnSpcReduction="20000"/>
          </a:bodyPr>
          <a:lstStyle/>
          <a:p>
            <a:pPr algn="l"/>
            <a:r>
              <a:rPr lang="en-US" dirty="0"/>
              <a:t>Joe Stufflebeam, Ph.D.</a:t>
            </a:r>
          </a:p>
          <a:p>
            <a:pPr algn="l"/>
            <a:r>
              <a:rPr lang="en-US" dirty="0"/>
              <a:t>GEOINT Media Standards Board</a:t>
            </a:r>
          </a:p>
          <a:p>
            <a:pPr algn="l"/>
            <a:r>
              <a:rPr lang="en-US" dirty="0"/>
              <a:t>NGA/TAES Contractor </a:t>
            </a:r>
          </a:p>
          <a:p>
            <a:pPr algn="l"/>
            <a:r>
              <a:rPr lang="en-US" dirty="0"/>
              <a:t>22 Jan 2026</a:t>
            </a:r>
          </a:p>
        </p:txBody>
      </p:sp>
      <p:sp>
        <p:nvSpPr>
          <p:cNvPr id="3" name="Title 2">
            <a:extLst>
              <a:ext uri="{FF2B5EF4-FFF2-40B4-BE49-F238E27FC236}">
                <a16:creationId xmlns:a16="http://schemas.microsoft.com/office/drawing/2014/main" id="{ADA7DF80-D587-AAA8-261A-68D67E174FB2}"/>
              </a:ext>
            </a:extLst>
          </p:cNvPr>
          <p:cNvSpPr>
            <a:spLocks noGrp="1"/>
          </p:cNvSpPr>
          <p:nvPr>
            <p:ph type="ctrTitle"/>
          </p:nvPr>
        </p:nvSpPr>
        <p:spPr>
          <a:xfrm>
            <a:off x="3287841" y="2305251"/>
            <a:ext cx="8641669" cy="1839197"/>
          </a:xfrm>
        </p:spPr>
        <p:txBody>
          <a:bodyPr>
            <a:normAutofit/>
          </a:bodyPr>
          <a:lstStyle/>
          <a:p>
            <a:r>
              <a:rPr lang="en-US" sz="4400" dirty="0"/>
              <a:t>OGC Testbed 21 – GIMI &amp; Imagery Domain Ontology (IDO) Activities</a:t>
            </a:r>
            <a:endParaRPr lang="en-US" sz="4000" dirty="0"/>
          </a:p>
        </p:txBody>
      </p:sp>
    </p:spTree>
    <p:extLst>
      <p:ext uri="{BB962C8B-B14F-4D97-AF65-F5344CB8AC3E}">
        <p14:creationId xmlns:p14="http://schemas.microsoft.com/office/powerpoint/2010/main" val="3092232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028CA-144F-098F-7F13-084757B4D586}"/>
              </a:ext>
            </a:extLst>
          </p:cNvPr>
          <p:cNvSpPr>
            <a:spLocks noGrp="1"/>
          </p:cNvSpPr>
          <p:nvPr>
            <p:ph type="title"/>
          </p:nvPr>
        </p:nvSpPr>
        <p:spPr/>
        <p:txBody>
          <a:bodyPr/>
          <a:lstStyle/>
          <a:p>
            <a:r>
              <a:rPr lang="en-US" dirty="0"/>
              <a:t>OGC Testbed 21 – GIMI Focused Requirements</a:t>
            </a:r>
          </a:p>
        </p:txBody>
      </p:sp>
      <p:sp>
        <p:nvSpPr>
          <p:cNvPr id="3" name="Content Placeholder 2">
            <a:extLst>
              <a:ext uri="{FF2B5EF4-FFF2-40B4-BE49-F238E27FC236}">
                <a16:creationId xmlns:a16="http://schemas.microsoft.com/office/drawing/2014/main" id="{F5B7050E-3A44-22D3-AD1A-B134429F387D}"/>
              </a:ext>
            </a:extLst>
          </p:cNvPr>
          <p:cNvSpPr>
            <a:spLocks noGrp="1"/>
          </p:cNvSpPr>
          <p:nvPr>
            <p:ph idx="1"/>
          </p:nvPr>
        </p:nvSpPr>
        <p:spPr/>
        <p:txBody>
          <a:bodyPr>
            <a:normAutofit/>
          </a:bodyPr>
          <a:lstStyle/>
          <a:p>
            <a:r>
              <a:rPr lang="en-US" b="1" dirty="0"/>
              <a:t>GIMI File Format</a:t>
            </a:r>
            <a:r>
              <a:rPr lang="en-US" dirty="0"/>
              <a:t>: </a:t>
            </a:r>
          </a:p>
          <a:p>
            <a:pPr lvl="1"/>
            <a:r>
              <a:rPr lang="en-US" dirty="0"/>
              <a:t>Enable accelerated GIMI adoption and application development by participating in open-source additions to the </a:t>
            </a:r>
            <a:r>
              <a:rPr lang="en-US" dirty="0" err="1"/>
              <a:t>GStreamer</a:t>
            </a:r>
            <a:r>
              <a:rPr lang="en-US" dirty="0"/>
              <a:t> and </a:t>
            </a:r>
            <a:r>
              <a:rPr lang="en-US" dirty="0" err="1"/>
              <a:t>libheif</a:t>
            </a:r>
            <a:r>
              <a:rPr lang="en-US" dirty="0"/>
              <a:t> libraries</a:t>
            </a:r>
          </a:p>
          <a:p>
            <a:pPr lvl="1"/>
            <a:r>
              <a:rPr lang="en-US" dirty="0"/>
              <a:t>Develop a GIMI Conformance Test Tool</a:t>
            </a:r>
          </a:p>
          <a:p>
            <a:r>
              <a:rPr lang="en-US" b="1" dirty="0"/>
              <a:t>Imagery Domain Ontology (IDO):</a:t>
            </a:r>
            <a:r>
              <a:rPr lang="en-US" dirty="0"/>
              <a:t> </a:t>
            </a:r>
          </a:p>
          <a:p>
            <a:pPr lvl="1"/>
            <a:r>
              <a:rPr lang="en-US" dirty="0"/>
              <a:t>Investigate, implement, and evaluate the GEOINT Media Standards Board’s (GMSB) emerging Imagery Domain Ontology (IDO) by implementing and testing ontology structured metadata sidecar files.</a:t>
            </a:r>
          </a:p>
          <a:p>
            <a:r>
              <a:rPr lang="en-US" b="1" dirty="0"/>
              <a:t>GIMI/IDO:</a:t>
            </a:r>
          </a:p>
          <a:p>
            <a:pPr lvl="1"/>
            <a:r>
              <a:rPr lang="en-US" dirty="0"/>
              <a:t>Develop a </a:t>
            </a:r>
            <a:r>
              <a:rPr lang="en-US" b="1" dirty="0"/>
              <a:t>Cloud-based GIMI/IDO player/viewer</a:t>
            </a:r>
            <a:r>
              <a:rPr lang="en-US" dirty="0"/>
              <a:t> to provide a general tool for accessing and viewing geospatial media content.</a:t>
            </a:r>
          </a:p>
        </p:txBody>
      </p:sp>
    </p:spTree>
    <p:extLst>
      <p:ext uri="{BB962C8B-B14F-4D97-AF65-F5344CB8AC3E}">
        <p14:creationId xmlns:p14="http://schemas.microsoft.com/office/powerpoint/2010/main" val="2475030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18C78-A10D-BF96-ADCF-883BA52776D2}"/>
              </a:ext>
            </a:extLst>
          </p:cNvPr>
          <p:cNvSpPr>
            <a:spLocks noGrp="1"/>
          </p:cNvSpPr>
          <p:nvPr>
            <p:ph type="title"/>
          </p:nvPr>
        </p:nvSpPr>
        <p:spPr/>
        <p:txBody>
          <a:bodyPr/>
          <a:lstStyle/>
          <a:p>
            <a:r>
              <a:rPr lang="en-US" dirty="0"/>
              <a:t>GIMI Files – High Level Overview</a:t>
            </a:r>
          </a:p>
        </p:txBody>
      </p:sp>
      <p:sp>
        <p:nvSpPr>
          <p:cNvPr id="3" name="Content Placeholder 2">
            <a:extLst>
              <a:ext uri="{FF2B5EF4-FFF2-40B4-BE49-F238E27FC236}">
                <a16:creationId xmlns:a16="http://schemas.microsoft.com/office/drawing/2014/main" id="{B24B60F4-278B-1D5D-42DE-6E3AD3CE9119}"/>
              </a:ext>
            </a:extLst>
          </p:cNvPr>
          <p:cNvSpPr txBox="1">
            <a:spLocks/>
          </p:cNvSpPr>
          <p:nvPr/>
        </p:nvSpPr>
        <p:spPr>
          <a:xfrm>
            <a:off x="514520" y="1888344"/>
            <a:ext cx="7879758" cy="359294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GIMI builds on ISO standards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Video files are MP4 files (video, timed metadata, and audio tracks)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Still imagery files are HEIF files (image and single instance metadata items)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Four elements of content are required in a GIMI file</a:t>
            </a:r>
            <a:endPar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131445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Brand: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identifies MP4 &amp; HEIF files as meeting the requirements of </a:t>
            </a:r>
          </a:p>
          <a:p>
            <a:pPr marL="457200" marR="0" lvl="1" indent="0" algn="l" defTabSz="131445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NGA.STND.0076 (GIMI). The GIMI brand is ‘geo1’</a:t>
            </a:r>
          </a:p>
          <a:p>
            <a:pPr marL="685800" marR="0" lvl="1" indent="-228600" algn="l" defTabSz="16002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Security: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carries ODNI defined ISM.XML security markings</a:t>
            </a:r>
          </a:p>
          <a:p>
            <a:pPr marL="685800" marR="0" lvl="1" indent="-22860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IDs: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uniquely identifies each piece of media content (globally) </a:t>
            </a:r>
          </a:p>
          <a:p>
            <a:pPr marL="685800" marR="0" lvl="1" indent="-228600" algn="l" defTabSz="18288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Timestamps: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nano-precision TAI timestamps, with timing metadata</a:t>
            </a:r>
          </a:p>
        </p:txBody>
      </p:sp>
      <p:grpSp>
        <p:nvGrpSpPr>
          <p:cNvPr id="4" name="Group 3">
            <a:extLst>
              <a:ext uri="{FF2B5EF4-FFF2-40B4-BE49-F238E27FC236}">
                <a16:creationId xmlns:a16="http://schemas.microsoft.com/office/drawing/2014/main" id="{4B874625-B9E4-3FBA-C856-90F0D633C054}"/>
              </a:ext>
            </a:extLst>
          </p:cNvPr>
          <p:cNvGrpSpPr/>
          <p:nvPr/>
        </p:nvGrpSpPr>
        <p:grpSpPr>
          <a:xfrm>
            <a:off x="7703127" y="1128942"/>
            <a:ext cx="4488873" cy="4440586"/>
            <a:chOff x="5469391" y="1986127"/>
            <a:chExt cx="4614333" cy="4453466"/>
          </a:xfrm>
        </p:grpSpPr>
        <p:pic>
          <p:nvPicPr>
            <p:cNvPr id="5" name="Graphic 4" descr="Packing Box Open outline">
              <a:extLst>
                <a:ext uri="{FF2B5EF4-FFF2-40B4-BE49-F238E27FC236}">
                  <a16:creationId xmlns:a16="http://schemas.microsoft.com/office/drawing/2014/main" id="{3B8C2BF0-1D81-E18E-1570-29D3FBE6725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021" t="6287" r="4209" b="5143"/>
            <a:stretch/>
          </p:blipFill>
          <p:spPr>
            <a:xfrm>
              <a:off x="5469391" y="1986127"/>
              <a:ext cx="4614333" cy="4453466"/>
            </a:xfrm>
            <a:prstGeom prst="rect">
              <a:avLst/>
            </a:prstGeom>
          </p:spPr>
        </p:pic>
        <p:pic>
          <p:nvPicPr>
            <p:cNvPr id="6" name="Picture 5">
              <a:extLst>
                <a:ext uri="{FF2B5EF4-FFF2-40B4-BE49-F238E27FC236}">
                  <a16:creationId xmlns:a16="http://schemas.microsoft.com/office/drawing/2014/main" id="{48E600F7-428B-5D15-3572-967B9792288D}"/>
                </a:ext>
              </a:extLst>
            </p:cNvPr>
            <p:cNvPicPr>
              <a:picLocks noChangeAspect="1"/>
            </p:cNvPicPr>
            <p:nvPr/>
          </p:nvPicPr>
          <p:blipFill rotWithShape="1">
            <a:blip r:embed="rId4">
              <a:alphaModFix/>
            </a:blip>
            <a:srcRect l="33920" r="33796"/>
            <a:stretch/>
          </p:blipFill>
          <p:spPr>
            <a:xfrm>
              <a:off x="7513568" y="3048237"/>
              <a:ext cx="535462" cy="529242"/>
            </a:xfrm>
            <a:prstGeom prst="rect">
              <a:avLst/>
            </a:prstGeom>
            <a:ln>
              <a:solidFill>
                <a:schemeClr val="tx1"/>
              </a:solidFill>
            </a:ln>
          </p:spPr>
        </p:pic>
        <p:pic>
          <p:nvPicPr>
            <p:cNvPr id="7" name="Picture 6" descr="A picture containing text, clock, reading, time&#10;&#10;Description automatically generated">
              <a:extLst>
                <a:ext uri="{FF2B5EF4-FFF2-40B4-BE49-F238E27FC236}">
                  <a16:creationId xmlns:a16="http://schemas.microsoft.com/office/drawing/2014/main" id="{51ABBDF1-8C98-6AC8-DC3D-6B77D496CF0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85009" y="3225871"/>
              <a:ext cx="703217" cy="703217"/>
            </a:xfrm>
            <a:prstGeom prst="rect">
              <a:avLst/>
            </a:prstGeom>
          </p:spPr>
        </p:pic>
        <p:sp>
          <p:nvSpPr>
            <p:cNvPr id="8" name="Rectangle 7">
              <a:extLst>
                <a:ext uri="{FF2B5EF4-FFF2-40B4-BE49-F238E27FC236}">
                  <a16:creationId xmlns:a16="http://schemas.microsoft.com/office/drawing/2014/main" id="{3BD10ED8-FA05-CA48-29AE-58471C13D541}"/>
                </a:ext>
              </a:extLst>
            </p:cNvPr>
            <p:cNvSpPr/>
            <p:nvPr/>
          </p:nvSpPr>
          <p:spPr>
            <a:xfrm rot="19785592">
              <a:off x="8142852" y="4104222"/>
              <a:ext cx="1531533" cy="52322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w="12700" cmpd="sng">
                    <a:solidFill>
                      <a:srgbClr val="D8D8D8">
                        <a:lumMod val="10000"/>
                      </a:srgbClr>
                    </a:solidFill>
                    <a:prstDash val="solid"/>
                  </a:ln>
                  <a:solidFill>
                    <a:srgbClr val="00B0F0"/>
                  </a:solidFill>
                  <a:effectLst/>
                  <a:uLnTx/>
                  <a:uFillTx/>
                  <a:latin typeface="Calibri"/>
                  <a:ea typeface="+mn-ea"/>
                  <a:cs typeface="+mn-cs"/>
                </a:rPr>
                <a:t>GIMI file</a:t>
              </a:r>
            </a:p>
          </p:txBody>
        </p:sp>
        <p:sp>
          <p:nvSpPr>
            <p:cNvPr id="9" name="Rectangle 8">
              <a:extLst>
                <a:ext uri="{FF2B5EF4-FFF2-40B4-BE49-F238E27FC236}">
                  <a16:creationId xmlns:a16="http://schemas.microsoft.com/office/drawing/2014/main" id="{6E083928-311A-4CAD-56DF-518916BEA713}"/>
                </a:ext>
              </a:extLst>
            </p:cNvPr>
            <p:cNvSpPr/>
            <p:nvPr/>
          </p:nvSpPr>
          <p:spPr>
            <a:xfrm>
              <a:off x="6465215" y="3348614"/>
              <a:ext cx="1149083" cy="52322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w="12700" cmpd="sng">
                    <a:solidFill>
                      <a:srgbClr val="D8D8D8">
                        <a:lumMod val="10000"/>
                      </a:srgbClr>
                    </a:solidFill>
                    <a:prstDash val="solid"/>
                  </a:ln>
                  <a:solidFill>
                    <a:srgbClr val="C00000"/>
                  </a:solidFill>
                  <a:effectLst/>
                  <a:uLnTx/>
                  <a:uFillTx/>
                  <a:latin typeface="Calibri"/>
                  <a:ea typeface="+mn-ea"/>
                  <a:cs typeface="+mn-cs"/>
                </a:rPr>
                <a:t>‘geo1’</a:t>
              </a:r>
            </a:p>
          </p:txBody>
        </p:sp>
        <p:pic>
          <p:nvPicPr>
            <p:cNvPr id="10" name="Picture 9" descr="Icon&#10;&#10;Description automatically generated">
              <a:extLst>
                <a:ext uri="{FF2B5EF4-FFF2-40B4-BE49-F238E27FC236}">
                  <a16:creationId xmlns:a16="http://schemas.microsoft.com/office/drawing/2014/main" id="{211AF7D3-DAD1-086B-4878-FBFF11500A6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693755">
              <a:off x="7469885" y="3701936"/>
              <a:ext cx="663768" cy="663768"/>
            </a:xfrm>
            <a:prstGeom prst="rect">
              <a:avLst/>
            </a:prstGeom>
          </p:spPr>
        </p:pic>
      </p:grpSp>
    </p:spTree>
    <p:extLst>
      <p:ext uri="{BB962C8B-B14F-4D97-AF65-F5344CB8AC3E}">
        <p14:creationId xmlns:p14="http://schemas.microsoft.com/office/powerpoint/2010/main" val="921724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FD97C-B18D-0F7C-3A73-3CFC24ED5B64}"/>
              </a:ext>
            </a:extLst>
          </p:cNvPr>
          <p:cNvSpPr>
            <a:spLocks noGrp="1"/>
          </p:cNvSpPr>
          <p:nvPr>
            <p:ph type="title"/>
          </p:nvPr>
        </p:nvSpPr>
        <p:spPr>
          <a:xfrm>
            <a:off x="2563198" y="550636"/>
            <a:ext cx="6945282" cy="686892"/>
          </a:xfrm>
        </p:spPr>
        <p:txBody>
          <a:bodyPr>
            <a:noAutofit/>
          </a:bodyPr>
          <a:lstStyle/>
          <a:p>
            <a:pPr algn="ctr"/>
            <a:r>
              <a:rPr lang="en-US" sz="2400" dirty="0"/>
              <a:t>GIMI Supports the Containment of GEOINT Imagery &amp; Ontology Structured Metadata</a:t>
            </a:r>
          </a:p>
        </p:txBody>
      </p:sp>
      <p:sp>
        <p:nvSpPr>
          <p:cNvPr id="3" name="Rectangle 2">
            <a:extLst>
              <a:ext uri="{FF2B5EF4-FFF2-40B4-BE49-F238E27FC236}">
                <a16:creationId xmlns:a16="http://schemas.microsoft.com/office/drawing/2014/main" id="{5A9B0DF0-14D1-224E-6779-D24A6BB29E0E}"/>
              </a:ext>
            </a:extLst>
          </p:cNvPr>
          <p:cNvSpPr/>
          <p:nvPr/>
        </p:nvSpPr>
        <p:spPr>
          <a:xfrm>
            <a:off x="2158110" y="1341981"/>
            <a:ext cx="4237125" cy="5295014"/>
          </a:xfrm>
          <a:prstGeom prst="rect">
            <a:avLst/>
          </a:prstGeom>
          <a:gradFill rotWithShape="1">
            <a:gsLst>
              <a:gs pos="0">
                <a:srgbClr val="414042">
                  <a:tint val="50000"/>
                  <a:satMod val="300000"/>
                </a:srgbClr>
              </a:gs>
              <a:gs pos="35000">
                <a:srgbClr val="414042">
                  <a:tint val="37000"/>
                  <a:satMod val="300000"/>
                </a:srgbClr>
              </a:gs>
              <a:gs pos="100000">
                <a:srgbClr val="414042">
                  <a:tint val="15000"/>
                  <a:satMod val="350000"/>
                </a:srgbClr>
              </a:gs>
            </a:gsLst>
            <a:lin ang="16200000" scaled="1"/>
          </a:gradFill>
          <a:ln w="9525" cap="flat" cmpd="sng" algn="ctr">
            <a:solidFill>
              <a:srgbClr val="414042">
                <a:shade val="95000"/>
                <a:satMod val="105000"/>
              </a:srgbClr>
            </a:solidFill>
            <a:prstDash val="solid"/>
          </a:ln>
          <a:effectLst>
            <a:outerShdw blurRad="40000" dist="20000" dir="5400000" rotWithShape="0">
              <a:srgbClr val="000000">
                <a:alpha val="38000"/>
              </a:srgbClr>
            </a:outerShdw>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414042"/>
                </a:solidFill>
                <a:effectLst/>
                <a:uLnTx/>
                <a:uFillTx/>
                <a:latin typeface="Calibri"/>
                <a:ea typeface="+mn-ea"/>
                <a:cs typeface="+mn-cs"/>
              </a:rPr>
              <a:t>NGA.STND.0076 (GIMI) File</a:t>
            </a:r>
          </a:p>
        </p:txBody>
      </p:sp>
      <p:sp>
        <p:nvSpPr>
          <p:cNvPr id="4" name="Rectangle 3">
            <a:extLst>
              <a:ext uri="{FF2B5EF4-FFF2-40B4-BE49-F238E27FC236}">
                <a16:creationId xmlns:a16="http://schemas.microsoft.com/office/drawing/2014/main" id="{966A1A14-9ABF-C628-0A97-708AA15F767E}"/>
              </a:ext>
            </a:extLst>
          </p:cNvPr>
          <p:cNvSpPr/>
          <p:nvPr/>
        </p:nvSpPr>
        <p:spPr>
          <a:xfrm>
            <a:off x="2338857" y="1735384"/>
            <a:ext cx="1706525" cy="4805917"/>
          </a:xfrm>
          <a:prstGeom prst="rect">
            <a:avLst/>
          </a:prstGeom>
          <a:gradFill rotWithShape="1">
            <a:gsLst>
              <a:gs pos="0">
                <a:srgbClr val="1E4D7C">
                  <a:tint val="50000"/>
                  <a:satMod val="300000"/>
                </a:srgbClr>
              </a:gs>
              <a:gs pos="35000">
                <a:srgbClr val="1E4D7C">
                  <a:tint val="37000"/>
                  <a:satMod val="300000"/>
                </a:srgbClr>
              </a:gs>
              <a:gs pos="100000">
                <a:srgbClr val="1E4D7C">
                  <a:tint val="15000"/>
                  <a:satMod val="350000"/>
                </a:srgbClr>
              </a:gs>
            </a:gsLst>
            <a:lin ang="16200000" scaled="1"/>
          </a:gradFill>
          <a:ln w="9525" cap="flat" cmpd="sng" algn="ctr">
            <a:solidFill>
              <a:srgbClr val="1E4D7C">
                <a:shade val="95000"/>
                <a:satMod val="105000"/>
              </a:srgbClr>
            </a:solidFill>
            <a:prstDash val="solid"/>
          </a:ln>
          <a:effectLst>
            <a:outerShdw blurRad="40000" dist="20000" dir="5400000" rotWithShape="0">
              <a:srgbClr val="000000">
                <a:alpha val="38000"/>
              </a:srgbClr>
            </a:outerShdw>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414042"/>
                </a:solidFill>
                <a:effectLst/>
                <a:uLnTx/>
                <a:uFillTx/>
                <a:latin typeface="Calibri"/>
                <a:ea typeface="+mn-ea"/>
                <a:cs typeface="+mn-cs"/>
              </a:rPr>
              <a:t>Common to all GIMI Files</a:t>
            </a:r>
          </a:p>
        </p:txBody>
      </p:sp>
      <p:sp>
        <p:nvSpPr>
          <p:cNvPr id="5" name="Rectangle 4">
            <a:extLst>
              <a:ext uri="{FF2B5EF4-FFF2-40B4-BE49-F238E27FC236}">
                <a16:creationId xmlns:a16="http://schemas.microsoft.com/office/drawing/2014/main" id="{0EF475B0-ABD6-9E29-5336-EB539F05594B}"/>
              </a:ext>
            </a:extLst>
          </p:cNvPr>
          <p:cNvSpPr/>
          <p:nvPr/>
        </p:nvSpPr>
        <p:spPr>
          <a:xfrm>
            <a:off x="2508985" y="2582491"/>
            <a:ext cx="1329069" cy="760227"/>
          </a:xfrm>
          <a:prstGeom prst="rect">
            <a:avLst/>
          </a:prstGeom>
          <a:solidFill>
            <a:srgbClr val="192F43">
              <a:lumMod val="50000"/>
              <a:lumOff val="50000"/>
            </a:srgbClr>
          </a:solidFill>
          <a:ln w="38100">
            <a:solidFill>
              <a:srgbClr val="D8D8D8">
                <a:lumMod val="25000"/>
              </a:srgb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a:ea typeface="+mn-ea"/>
                <a:cs typeface="+mn-cs"/>
              </a:rPr>
              <a:t>Branding</a:t>
            </a:r>
          </a:p>
        </p:txBody>
      </p:sp>
      <p:sp>
        <p:nvSpPr>
          <p:cNvPr id="6" name="Rectangle 5">
            <a:extLst>
              <a:ext uri="{FF2B5EF4-FFF2-40B4-BE49-F238E27FC236}">
                <a16:creationId xmlns:a16="http://schemas.microsoft.com/office/drawing/2014/main" id="{BE502AA3-4415-C112-E1AF-B2EF1D2F09CD}"/>
              </a:ext>
            </a:extLst>
          </p:cNvPr>
          <p:cNvSpPr/>
          <p:nvPr/>
        </p:nvSpPr>
        <p:spPr>
          <a:xfrm>
            <a:off x="2508985" y="3480939"/>
            <a:ext cx="1329069" cy="994144"/>
          </a:xfrm>
          <a:prstGeom prst="rect">
            <a:avLst/>
          </a:prstGeom>
          <a:solidFill>
            <a:srgbClr val="192F43">
              <a:lumMod val="50000"/>
              <a:lumOff val="50000"/>
            </a:srgbClr>
          </a:solidFill>
          <a:ln w="38100">
            <a:solidFill>
              <a:srgbClr val="D8D8D8">
                <a:lumMod val="25000"/>
              </a:srgb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a:ea typeface="+mn-ea"/>
                <a:cs typeface="+mn-cs"/>
              </a:rPr>
              <a:t>ISM.XML Security Markings</a:t>
            </a:r>
          </a:p>
        </p:txBody>
      </p:sp>
      <p:sp>
        <p:nvSpPr>
          <p:cNvPr id="7" name="Rectangle 6">
            <a:extLst>
              <a:ext uri="{FF2B5EF4-FFF2-40B4-BE49-F238E27FC236}">
                <a16:creationId xmlns:a16="http://schemas.microsoft.com/office/drawing/2014/main" id="{3B0B9A3C-8AAF-3D3F-1D7C-26B883A91B0B}"/>
              </a:ext>
            </a:extLst>
          </p:cNvPr>
          <p:cNvSpPr/>
          <p:nvPr/>
        </p:nvSpPr>
        <p:spPr>
          <a:xfrm>
            <a:off x="2508985" y="4618620"/>
            <a:ext cx="1329069" cy="760227"/>
          </a:xfrm>
          <a:prstGeom prst="rect">
            <a:avLst/>
          </a:prstGeom>
          <a:solidFill>
            <a:srgbClr val="192F43">
              <a:lumMod val="50000"/>
              <a:lumOff val="50000"/>
            </a:srgbClr>
          </a:solidFill>
          <a:ln w="38100">
            <a:solidFill>
              <a:srgbClr val="D8D8D8">
                <a:lumMod val="25000"/>
              </a:srgb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a:ea typeface="+mn-ea"/>
                <a:cs typeface="+mn-cs"/>
              </a:rPr>
              <a:t>Content IDs</a:t>
            </a:r>
          </a:p>
        </p:txBody>
      </p:sp>
      <p:sp>
        <p:nvSpPr>
          <p:cNvPr id="8" name="Rectangle 7">
            <a:extLst>
              <a:ext uri="{FF2B5EF4-FFF2-40B4-BE49-F238E27FC236}">
                <a16:creationId xmlns:a16="http://schemas.microsoft.com/office/drawing/2014/main" id="{EE03E294-3746-B36B-F49D-DB53031E45AF}"/>
              </a:ext>
            </a:extLst>
          </p:cNvPr>
          <p:cNvSpPr/>
          <p:nvPr/>
        </p:nvSpPr>
        <p:spPr>
          <a:xfrm>
            <a:off x="2508985" y="5522384"/>
            <a:ext cx="1329069" cy="760227"/>
          </a:xfrm>
          <a:prstGeom prst="rect">
            <a:avLst/>
          </a:prstGeom>
          <a:solidFill>
            <a:srgbClr val="192F43">
              <a:lumMod val="50000"/>
              <a:lumOff val="50000"/>
            </a:srgbClr>
          </a:solidFill>
          <a:ln w="38100">
            <a:solidFill>
              <a:srgbClr val="D8D8D8">
                <a:lumMod val="25000"/>
              </a:srgb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a:ea typeface="+mn-ea"/>
                <a:cs typeface="+mn-cs"/>
              </a:rPr>
              <a:t>TAI Timestamps</a:t>
            </a:r>
          </a:p>
        </p:txBody>
      </p:sp>
      <p:sp>
        <p:nvSpPr>
          <p:cNvPr id="9" name="Rectangle 8">
            <a:extLst>
              <a:ext uri="{FF2B5EF4-FFF2-40B4-BE49-F238E27FC236}">
                <a16:creationId xmlns:a16="http://schemas.microsoft.com/office/drawing/2014/main" id="{44297864-E0CE-5F7B-80BD-366FF60DF391}"/>
              </a:ext>
            </a:extLst>
          </p:cNvPr>
          <p:cNvSpPr/>
          <p:nvPr/>
        </p:nvSpPr>
        <p:spPr>
          <a:xfrm>
            <a:off x="4366433" y="2406193"/>
            <a:ext cx="1706525" cy="994144"/>
          </a:xfrm>
          <a:prstGeom prst="rect">
            <a:avLst/>
          </a:prstGeom>
          <a:noFill/>
          <a:ln w="19050" cap="flat" cmpd="sng" algn="ctr">
            <a:solidFill>
              <a:srgbClr val="D8D8D8">
                <a:lumMod val="1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F4BEB34-03BB-B901-663E-B260F09C8E68}"/>
              </a:ext>
            </a:extLst>
          </p:cNvPr>
          <p:cNvSpPr/>
          <p:nvPr/>
        </p:nvSpPr>
        <p:spPr>
          <a:xfrm>
            <a:off x="4184874" y="1735385"/>
            <a:ext cx="2044107" cy="4805917"/>
          </a:xfrm>
          <a:prstGeom prst="rect">
            <a:avLst/>
          </a:prstGeom>
          <a:gradFill rotWithShape="1">
            <a:gsLst>
              <a:gs pos="0">
                <a:srgbClr val="1E4D7C">
                  <a:tint val="50000"/>
                  <a:satMod val="300000"/>
                </a:srgbClr>
              </a:gs>
              <a:gs pos="35000">
                <a:srgbClr val="1E4D7C">
                  <a:tint val="37000"/>
                  <a:satMod val="300000"/>
                </a:srgbClr>
              </a:gs>
              <a:gs pos="100000">
                <a:srgbClr val="1E4D7C">
                  <a:tint val="15000"/>
                  <a:satMod val="350000"/>
                </a:srgbClr>
              </a:gs>
            </a:gsLst>
            <a:lin ang="16200000" scaled="1"/>
          </a:gradFill>
          <a:ln w="9525" cap="flat" cmpd="sng" algn="ctr">
            <a:solidFill>
              <a:srgbClr val="1E4D7C">
                <a:shade val="95000"/>
                <a:satMod val="105000"/>
              </a:srgbClr>
            </a:solidFill>
            <a:prstDash val="solid"/>
          </a:ln>
          <a:effectLst>
            <a:outerShdw blurRad="40000" dist="20000" dir="5400000" rotWithShape="0">
              <a:srgbClr val="000000">
                <a:alpha val="38000"/>
              </a:srgbClr>
            </a:outerShdw>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414042"/>
                </a:solidFill>
                <a:effectLst/>
                <a:uLnTx/>
                <a:uFillTx/>
                <a:latin typeface="Calibri"/>
                <a:ea typeface="+mn-ea"/>
                <a:cs typeface="+mn-cs"/>
              </a:rPr>
              <a:t>Media Content Options</a:t>
            </a:r>
          </a:p>
        </p:txBody>
      </p:sp>
      <p:sp>
        <p:nvSpPr>
          <p:cNvPr id="11" name="Rectangle 10">
            <a:extLst>
              <a:ext uri="{FF2B5EF4-FFF2-40B4-BE49-F238E27FC236}">
                <a16:creationId xmlns:a16="http://schemas.microsoft.com/office/drawing/2014/main" id="{BC457F39-1925-2A9E-B062-62A8500EE2CF}"/>
              </a:ext>
            </a:extLst>
          </p:cNvPr>
          <p:cNvSpPr/>
          <p:nvPr/>
        </p:nvSpPr>
        <p:spPr>
          <a:xfrm>
            <a:off x="4374408" y="4694877"/>
            <a:ext cx="1706525" cy="994144"/>
          </a:xfrm>
          <a:prstGeom prst="rect">
            <a:avLst/>
          </a:prstGeom>
          <a:solidFill>
            <a:srgbClr val="FFCC99"/>
          </a:solidFill>
          <a:ln w="38100" cap="flat" cmpd="sng" algn="ctr">
            <a:solidFill>
              <a:srgbClr val="464646"/>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414042"/>
                </a:solidFill>
                <a:effectLst/>
                <a:uLnTx/>
                <a:uFillTx/>
                <a:latin typeface="Calibri"/>
                <a:ea typeface="+mn-ea"/>
                <a:cs typeface="+mn-cs"/>
              </a:rPr>
              <a:t>Application Metadata</a:t>
            </a:r>
          </a:p>
        </p:txBody>
      </p:sp>
      <p:sp>
        <p:nvSpPr>
          <p:cNvPr id="12" name="Rectangle 11">
            <a:extLst>
              <a:ext uri="{FF2B5EF4-FFF2-40B4-BE49-F238E27FC236}">
                <a16:creationId xmlns:a16="http://schemas.microsoft.com/office/drawing/2014/main" id="{201BC1B8-6A2C-257E-D163-A7203F655683}"/>
              </a:ext>
            </a:extLst>
          </p:cNvPr>
          <p:cNvSpPr/>
          <p:nvPr/>
        </p:nvSpPr>
        <p:spPr>
          <a:xfrm>
            <a:off x="4366430" y="2402168"/>
            <a:ext cx="1706525" cy="609564"/>
          </a:xfrm>
          <a:prstGeom prst="rect">
            <a:avLst/>
          </a:prstGeom>
          <a:solidFill>
            <a:srgbClr val="FFCC99"/>
          </a:solidFill>
          <a:ln w="38100" cap="flat" cmpd="sng" algn="ctr">
            <a:solidFill>
              <a:srgbClr val="464646"/>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414042"/>
                </a:solidFill>
                <a:effectLst/>
                <a:uLnTx/>
                <a:uFillTx/>
                <a:latin typeface="Calibri"/>
                <a:ea typeface="+mn-ea"/>
                <a:cs typeface="+mn-cs"/>
              </a:rPr>
              <a:t>Still Image(s)</a:t>
            </a:r>
          </a:p>
        </p:txBody>
      </p:sp>
      <p:sp>
        <p:nvSpPr>
          <p:cNvPr id="13" name="Rectangle 12">
            <a:extLst>
              <a:ext uri="{FF2B5EF4-FFF2-40B4-BE49-F238E27FC236}">
                <a16:creationId xmlns:a16="http://schemas.microsoft.com/office/drawing/2014/main" id="{413D5E24-AB08-335E-49C4-D6726071159D}"/>
              </a:ext>
            </a:extLst>
          </p:cNvPr>
          <p:cNvSpPr/>
          <p:nvPr/>
        </p:nvSpPr>
        <p:spPr>
          <a:xfrm>
            <a:off x="4366429" y="3158885"/>
            <a:ext cx="1706525" cy="609564"/>
          </a:xfrm>
          <a:prstGeom prst="rect">
            <a:avLst/>
          </a:prstGeom>
          <a:solidFill>
            <a:srgbClr val="FFCC99"/>
          </a:solidFill>
          <a:ln w="38100" cap="flat" cmpd="sng" algn="ctr">
            <a:solidFill>
              <a:srgbClr val="464646"/>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414042"/>
                </a:solidFill>
                <a:effectLst/>
                <a:uLnTx/>
                <a:uFillTx/>
                <a:latin typeface="Calibri"/>
                <a:ea typeface="+mn-ea"/>
                <a:cs typeface="+mn-cs"/>
              </a:rPr>
              <a:t>Image Sequence(s)</a:t>
            </a:r>
          </a:p>
        </p:txBody>
      </p:sp>
      <p:sp>
        <p:nvSpPr>
          <p:cNvPr id="14" name="Rectangle 13">
            <a:extLst>
              <a:ext uri="{FF2B5EF4-FFF2-40B4-BE49-F238E27FC236}">
                <a16:creationId xmlns:a16="http://schemas.microsoft.com/office/drawing/2014/main" id="{633C1189-276C-EB0D-7E5A-3571857F36C6}"/>
              </a:ext>
            </a:extLst>
          </p:cNvPr>
          <p:cNvSpPr/>
          <p:nvPr/>
        </p:nvSpPr>
        <p:spPr>
          <a:xfrm>
            <a:off x="4366428" y="3920041"/>
            <a:ext cx="1706525" cy="609564"/>
          </a:xfrm>
          <a:prstGeom prst="rect">
            <a:avLst/>
          </a:prstGeom>
          <a:solidFill>
            <a:srgbClr val="FFCC99"/>
          </a:solidFill>
          <a:ln w="38100" cap="flat" cmpd="sng" algn="ctr">
            <a:solidFill>
              <a:srgbClr val="464646"/>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414042"/>
                </a:solidFill>
                <a:effectLst/>
                <a:uLnTx/>
                <a:uFillTx/>
                <a:latin typeface="Calibri"/>
                <a:ea typeface="+mn-ea"/>
                <a:cs typeface="+mn-cs"/>
              </a:rPr>
              <a:t>Motion Imagery Track(s) </a:t>
            </a:r>
          </a:p>
        </p:txBody>
      </p:sp>
      <p:sp>
        <p:nvSpPr>
          <p:cNvPr id="15" name="Rectangle 14">
            <a:extLst>
              <a:ext uri="{FF2B5EF4-FFF2-40B4-BE49-F238E27FC236}">
                <a16:creationId xmlns:a16="http://schemas.microsoft.com/office/drawing/2014/main" id="{649F4D23-1DA1-DB87-ACEA-E8E5197F95AE}"/>
              </a:ext>
            </a:extLst>
          </p:cNvPr>
          <p:cNvSpPr/>
          <p:nvPr/>
        </p:nvSpPr>
        <p:spPr>
          <a:xfrm>
            <a:off x="4366430" y="5828272"/>
            <a:ext cx="1706525" cy="609564"/>
          </a:xfrm>
          <a:prstGeom prst="rect">
            <a:avLst/>
          </a:prstGeom>
          <a:solidFill>
            <a:srgbClr val="FFCC99"/>
          </a:solidFill>
          <a:ln w="38100" cap="flat" cmpd="sng" algn="ctr">
            <a:solidFill>
              <a:srgbClr val="464646"/>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414042"/>
                </a:solidFill>
                <a:effectLst/>
                <a:uLnTx/>
                <a:uFillTx/>
                <a:latin typeface="Calibri"/>
                <a:ea typeface="+mn-ea"/>
                <a:cs typeface="+mn-cs"/>
              </a:rPr>
              <a:t>Audio</a:t>
            </a:r>
          </a:p>
        </p:txBody>
      </p:sp>
      <p:sp>
        <p:nvSpPr>
          <p:cNvPr id="19" name="Rectangle 18">
            <a:extLst>
              <a:ext uri="{FF2B5EF4-FFF2-40B4-BE49-F238E27FC236}">
                <a16:creationId xmlns:a16="http://schemas.microsoft.com/office/drawing/2014/main" id="{CFC278D2-B0EB-84C5-5834-69100B4F7D17}"/>
              </a:ext>
            </a:extLst>
          </p:cNvPr>
          <p:cNvSpPr/>
          <p:nvPr/>
        </p:nvSpPr>
        <p:spPr>
          <a:xfrm>
            <a:off x="7547846" y="2839444"/>
            <a:ext cx="2482479" cy="3293609"/>
          </a:xfrm>
          <a:prstGeom prst="rect">
            <a:avLst/>
          </a:prstGeom>
          <a:gradFill rotWithShape="1">
            <a:gsLst>
              <a:gs pos="0">
                <a:srgbClr val="1E4D7C">
                  <a:tint val="50000"/>
                  <a:satMod val="300000"/>
                </a:srgbClr>
              </a:gs>
              <a:gs pos="35000">
                <a:srgbClr val="1E4D7C">
                  <a:tint val="37000"/>
                  <a:satMod val="300000"/>
                </a:srgbClr>
              </a:gs>
              <a:gs pos="100000">
                <a:srgbClr val="1E4D7C">
                  <a:tint val="15000"/>
                  <a:satMod val="350000"/>
                </a:srgbClr>
              </a:gs>
            </a:gsLst>
            <a:lin ang="16200000" scaled="1"/>
          </a:gradFill>
          <a:ln w="9525" cap="flat" cmpd="sng" algn="ctr">
            <a:solidFill>
              <a:srgbClr val="1E4D7C">
                <a:shade val="95000"/>
                <a:satMod val="105000"/>
              </a:srgbClr>
            </a:solidFill>
            <a:prstDash val="solid"/>
          </a:ln>
          <a:effectLst>
            <a:outerShdw blurRad="40000" dist="20000" dir="5400000" rotWithShape="0">
              <a:srgbClr val="000000">
                <a:alpha val="38000"/>
              </a:srgbClr>
            </a:outerShdw>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414042"/>
                </a:solidFill>
                <a:effectLst/>
                <a:uLnTx/>
                <a:uFillTx/>
                <a:latin typeface="Calibri"/>
                <a:ea typeface="+mn-ea"/>
                <a:cs typeface="+mn-cs"/>
              </a:rPr>
              <a:t>Container for Ontology Structured Metadata</a:t>
            </a:r>
          </a:p>
        </p:txBody>
      </p:sp>
      <p:sp>
        <p:nvSpPr>
          <p:cNvPr id="20" name="Rectangle 19">
            <a:extLst>
              <a:ext uri="{FF2B5EF4-FFF2-40B4-BE49-F238E27FC236}">
                <a16:creationId xmlns:a16="http://schemas.microsoft.com/office/drawing/2014/main" id="{4865E7B8-8ED4-93FB-70DA-118B10BBDD58}"/>
              </a:ext>
            </a:extLst>
          </p:cNvPr>
          <p:cNvSpPr/>
          <p:nvPr/>
        </p:nvSpPr>
        <p:spPr>
          <a:xfrm>
            <a:off x="7603291" y="3480939"/>
            <a:ext cx="2344864" cy="2483964"/>
          </a:xfrm>
          <a:prstGeom prst="rect">
            <a:avLst/>
          </a:prstGeom>
          <a:solidFill>
            <a:srgbClr val="FFCC99"/>
          </a:solidFill>
          <a:ln w="38100" cap="flat" cmpd="sng" algn="ctr">
            <a:solidFill>
              <a:srgbClr val="464646"/>
            </a:solidFill>
            <a:prstDash val="sysDot"/>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414042"/>
                </a:solidFill>
                <a:effectLst/>
                <a:uLnTx/>
                <a:uFillTx/>
                <a:latin typeface="Calibri"/>
                <a:ea typeface="+mn-ea"/>
                <a:cs typeface="+mn-cs"/>
              </a:rPr>
              <a:t>Application Metadata</a:t>
            </a:r>
          </a:p>
        </p:txBody>
      </p:sp>
      <p:sp>
        <p:nvSpPr>
          <p:cNvPr id="23" name="TextBox 22">
            <a:extLst>
              <a:ext uri="{FF2B5EF4-FFF2-40B4-BE49-F238E27FC236}">
                <a16:creationId xmlns:a16="http://schemas.microsoft.com/office/drawing/2014/main" id="{87A23342-EBF5-9C40-8027-730F327FA1DA}"/>
              </a:ext>
            </a:extLst>
          </p:cNvPr>
          <p:cNvSpPr txBox="1"/>
          <p:nvPr/>
        </p:nvSpPr>
        <p:spPr>
          <a:xfrm>
            <a:off x="7367050" y="2175863"/>
            <a:ext cx="2913291"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414042"/>
                </a:solidFill>
                <a:effectLst/>
                <a:uLnTx/>
                <a:uFillTx/>
                <a:latin typeface="Calibri" panose="020F0502020204030204"/>
                <a:ea typeface="+mn-ea"/>
                <a:cs typeface="+mn-cs"/>
              </a:rPr>
              <a:t>RDF Triple Store Sidecar File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414042"/>
                </a:solidFill>
                <a:effectLst/>
                <a:uLnTx/>
                <a:uFillTx/>
                <a:latin typeface="Calibri" panose="020F0502020204030204"/>
                <a:ea typeface="+mn-ea"/>
                <a:cs typeface="+mn-cs"/>
              </a:rPr>
              <a:t>(External to GIMI file)</a:t>
            </a:r>
          </a:p>
        </p:txBody>
      </p:sp>
      <p:sp>
        <p:nvSpPr>
          <p:cNvPr id="24" name="TextBox 23">
            <a:extLst>
              <a:ext uri="{FF2B5EF4-FFF2-40B4-BE49-F238E27FC236}">
                <a16:creationId xmlns:a16="http://schemas.microsoft.com/office/drawing/2014/main" id="{F1D98C7A-388B-253D-9CF4-DFA7A8FCF327}"/>
              </a:ext>
            </a:extLst>
          </p:cNvPr>
          <p:cNvSpPr txBox="1"/>
          <p:nvPr/>
        </p:nvSpPr>
        <p:spPr>
          <a:xfrm>
            <a:off x="7003392" y="1442956"/>
            <a:ext cx="3490570" cy="646331"/>
          </a:xfrm>
          <a:prstGeom prst="rect">
            <a:avLst/>
          </a:prstGeom>
          <a:solidFill>
            <a:srgbClr val="9999FF"/>
          </a:solidFill>
          <a:ln w="28575">
            <a:solidFill>
              <a:srgbClr val="414042">
                <a:lumMod val="50000"/>
              </a:srgb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rPr>
              <a:t>Content IDs and TAI timestamps link information together</a:t>
            </a:r>
          </a:p>
        </p:txBody>
      </p:sp>
      <p:grpSp>
        <p:nvGrpSpPr>
          <p:cNvPr id="45" name="Group 44">
            <a:extLst>
              <a:ext uri="{FF2B5EF4-FFF2-40B4-BE49-F238E27FC236}">
                <a16:creationId xmlns:a16="http://schemas.microsoft.com/office/drawing/2014/main" id="{E99B0DF6-D0A6-BACD-2914-BC6137CB95C4}"/>
              </a:ext>
            </a:extLst>
          </p:cNvPr>
          <p:cNvGrpSpPr/>
          <p:nvPr/>
        </p:nvGrpSpPr>
        <p:grpSpPr>
          <a:xfrm>
            <a:off x="7746873" y="3920041"/>
            <a:ext cx="2102609" cy="1936811"/>
            <a:chOff x="1537252" y="3573052"/>
            <a:chExt cx="2138982" cy="1257589"/>
          </a:xfrm>
        </p:grpSpPr>
        <p:sp>
          <p:nvSpPr>
            <p:cNvPr id="46" name="Rectangle 45">
              <a:extLst>
                <a:ext uri="{FF2B5EF4-FFF2-40B4-BE49-F238E27FC236}">
                  <a16:creationId xmlns:a16="http://schemas.microsoft.com/office/drawing/2014/main" id="{009335D3-4C4E-7F47-3F09-7457D9CDCCE0}"/>
                </a:ext>
              </a:extLst>
            </p:cNvPr>
            <p:cNvSpPr/>
            <p:nvPr/>
          </p:nvSpPr>
          <p:spPr>
            <a:xfrm>
              <a:off x="1537253" y="4073106"/>
              <a:ext cx="373615" cy="252512"/>
            </a:xfrm>
            <a:prstGeom prst="rect">
              <a:avLst/>
            </a:prstGeom>
            <a:solidFill>
              <a:srgbClr val="E35353"/>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7" name="Rectangle 46">
              <a:extLst>
                <a:ext uri="{FF2B5EF4-FFF2-40B4-BE49-F238E27FC236}">
                  <a16:creationId xmlns:a16="http://schemas.microsoft.com/office/drawing/2014/main" id="{71F4F169-3E06-C3AA-CD1E-23FCA37F43C4}"/>
                </a:ext>
              </a:extLst>
            </p:cNvPr>
            <p:cNvSpPr/>
            <p:nvPr/>
          </p:nvSpPr>
          <p:spPr>
            <a:xfrm>
              <a:off x="2374024" y="4073105"/>
              <a:ext cx="1302210" cy="251061"/>
            </a:xfrm>
            <a:prstGeom prst="rect">
              <a:avLst/>
            </a:prstGeom>
            <a:solidFill>
              <a:srgbClr val="0070C0"/>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6F8114B8-3A06-58DE-5114-AD0B9567B401}"/>
                </a:ext>
              </a:extLst>
            </p:cNvPr>
            <p:cNvSpPr/>
            <p:nvPr/>
          </p:nvSpPr>
          <p:spPr>
            <a:xfrm>
              <a:off x="1910870" y="4073106"/>
              <a:ext cx="463154" cy="252512"/>
            </a:xfrm>
            <a:prstGeom prst="rect">
              <a:avLst/>
            </a:prstGeom>
            <a:solidFill>
              <a:srgbClr val="92D050"/>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9" name="Rectangle 48">
              <a:extLst>
                <a:ext uri="{FF2B5EF4-FFF2-40B4-BE49-F238E27FC236}">
                  <a16:creationId xmlns:a16="http://schemas.microsoft.com/office/drawing/2014/main" id="{6932524A-EBC9-7CE2-91F4-2F45670E311F}"/>
                </a:ext>
              </a:extLst>
            </p:cNvPr>
            <p:cNvSpPr/>
            <p:nvPr/>
          </p:nvSpPr>
          <p:spPr>
            <a:xfrm>
              <a:off x="1537252" y="4325618"/>
              <a:ext cx="703176" cy="252512"/>
            </a:xfrm>
            <a:prstGeom prst="rect">
              <a:avLst/>
            </a:prstGeom>
            <a:solidFill>
              <a:srgbClr val="E35353"/>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0" name="Rectangle 49">
              <a:extLst>
                <a:ext uri="{FF2B5EF4-FFF2-40B4-BE49-F238E27FC236}">
                  <a16:creationId xmlns:a16="http://schemas.microsoft.com/office/drawing/2014/main" id="{64636EF9-F972-996B-37E1-EB3908FC01EF}"/>
                </a:ext>
              </a:extLst>
            </p:cNvPr>
            <p:cNvSpPr/>
            <p:nvPr/>
          </p:nvSpPr>
          <p:spPr>
            <a:xfrm>
              <a:off x="2233822" y="4325618"/>
              <a:ext cx="491819" cy="252512"/>
            </a:xfrm>
            <a:prstGeom prst="rect">
              <a:avLst/>
            </a:prstGeom>
            <a:solidFill>
              <a:srgbClr val="92D050"/>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1" name="Rectangle 50">
              <a:extLst>
                <a:ext uri="{FF2B5EF4-FFF2-40B4-BE49-F238E27FC236}">
                  <a16:creationId xmlns:a16="http://schemas.microsoft.com/office/drawing/2014/main" id="{02FA3C8E-2172-8C57-2EF3-3F864C37B9CF}"/>
                </a:ext>
              </a:extLst>
            </p:cNvPr>
            <p:cNvSpPr/>
            <p:nvPr/>
          </p:nvSpPr>
          <p:spPr>
            <a:xfrm>
              <a:off x="2725642" y="4325618"/>
              <a:ext cx="603690" cy="252512"/>
            </a:xfrm>
            <a:prstGeom prst="rect">
              <a:avLst/>
            </a:prstGeom>
            <a:solidFill>
              <a:srgbClr val="0070C0"/>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2" name="Rectangle 51">
              <a:extLst>
                <a:ext uri="{FF2B5EF4-FFF2-40B4-BE49-F238E27FC236}">
                  <a16:creationId xmlns:a16="http://schemas.microsoft.com/office/drawing/2014/main" id="{2A7CB5E5-B374-CE85-CE05-7615200C56C2}"/>
                </a:ext>
              </a:extLst>
            </p:cNvPr>
            <p:cNvSpPr/>
            <p:nvPr/>
          </p:nvSpPr>
          <p:spPr>
            <a:xfrm>
              <a:off x="1537252" y="4578129"/>
              <a:ext cx="524537" cy="252512"/>
            </a:xfrm>
            <a:prstGeom prst="rect">
              <a:avLst/>
            </a:prstGeom>
            <a:solidFill>
              <a:srgbClr val="E35353"/>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3" name="Rectangle 52">
              <a:extLst>
                <a:ext uri="{FF2B5EF4-FFF2-40B4-BE49-F238E27FC236}">
                  <a16:creationId xmlns:a16="http://schemas.microsoft.com/office/drawing/2014/main" id="{EE1EABD4-C4C8-F19E-4705-C53AB5822387}"/>
                </a:ext>
              </a:extLst>
            </p:cNvPr>
            <p:cNvSpPr/>
            <p:nvPr/>
          </p:nvSpPr>
          <p:spPr>
            <a:xfrm>
              <a:off x="2061789" y="4578129"/>
              <a:ext cx="772282" cy="252512"/>
            </a:xfrm>
            <a:prstGeom prst="rect">
              <a:avLst/>
            </a:prstGeom>
            <a:solidFill>
              <a:srgbClr val="92D050"/>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4" name="Rectangle 53">
              <a:extLst>
                <a:ext uri="{FF2B5EF4-FFF2-40B4-BE49-F238E27FC236}">
                  <a16:creationId xmlns:a16="http://schemas.microsoft.com/office/drawing/2014/main" id="{447C7146-0635-AF40-166E-45978645648F}"/>
                </a:ext>
              </a:extLst>
            </p:cNvPr>
            <p:cNvSpPr/>
            <p:nvPr/>
          </p:nvSpPr>
          <p:spPr>
            <a:xfrm>
              <a:off x="2834071" y="4578129"/>
              <a:ext cx="603690" cy="252512"/>
            </a:xfrm>
            <a:prstGeom prst="rect">
              <a:avLst/>
            </a:prstGeom>
            <a:solidFill>
              <a:srgbClr val="0070C0"/>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5" name="Rectangle 54">
              <a:extLst>
                <a:ext uri="{FF2B5EF4-FFF2-40B4-BE49-F238E27FC236}">
                  <a16:creationId xmlns:a16="http://schemas.microsoft.com/office/drawing/2014/main" id="{EFB61654-BD3D-9CDB-C853-EDA0002D7A88}"/>
                </a:ext>
              </a:extLst>
            </p:cNvPr>
            <p:cNvSpPr/>
            <p:nvPr/>
          </p:nvSpPr>
          <p:spPr>
            <a:xfrm>
              <a:off x="1537253" y="3824113"/>
              <a:ext cx="261068" cy="252512"/>
            </a:xfrm>
            <a:prstGeom prst="rect">
              <a:avLst/>
            </a:prstGeom>
            <a:solidFill>
              <a:srgbClr val="E35353"/>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6" name="Rectangle 55">
              <a:extLst>
                <a:ext uri="{FF2B5EF4-FFF2-40B4-BE49-F238E27FC236}">
                  <a16:creationId xmlns:a16="http://schemas.microsoft.com/office/drawing/2014/main" id="{43748EDD-E316-74AC-795E-0EFC7E7C5FBE}"/>
                </a:ext>
              </a:extLst>
            </p:cNvPr>
            <p:cNvSpPr/>
            <p:nvPr/>
          </p:nvSpPr>
          <p:spPr>
            <a:xfrm>
              <a:off x="1798322" y="3824113"/>
              <a:ext cx="261068" cy="252512"/>
            </a:xfrm>
            <a:prstGeom prst="rect">
              <a:avLst/>
            </a:prstGeom>
            <a:solidFill>
              <a:srgbClr val="92D050"/>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7" name="Rectangle 56">
              <a:extLst>
                <a:ext uri="{FF2B5EF4-FFF2-40B4-BE49-F238E27FC236}">
                  <a16:creationId xmlns:a16="http://schemas.microsoft.com/office/drawing/2014/main" id="{201A1BFE-D9F7-F95A-1C07-E785291D200A}"/>
                </a:ext>
              </a:extLst>
            </p:cNvPr>
            <p:cNvSpPr/>
            <p:nvPr/>
          </p:nvSpPr>
          <p:spPr>
            <a:xfrm>
              <a:off x="2059390" y="3824113"/>
              <a:ext cx="721770" cy="252512"/>
            </a:xfrm>
            <a:prstGeom prst="rect">
              <a:avLst/>
            </a:prstGeom>
            <a:solidFill>
              <a:srgbClr val="0070C0"/>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8" name="Rectangle 57">
              <a:extLst>
                <a:ext uri="{FF2B5EF4-FFF2-40B4-BE49-F238E27FC236}">
                  <a16:creationId xmlns:a16="http://schemas.microsoft.com/office/drawing/2014/main" id="{601B8124-13DE-7AD5-55C3-871AD0DC8A68}"/>
                </a:ext>
              </a:extLst>
            </p:cNvPr>
            <p:cNvSpPr/>
            <p:nvPr/>
          </p:nvSpPr>
          <p:spPr>
            <a:xfrm>
              <a:off x="1537252" y="3573052"/>
              <a:ext cx="559947" cy="252512"/>
            </a:xfrm>
            <a:prstGeom prst="rect">
              <a:avLst/>
            </a:prstGeom>
            <a:solidFill>
              <a:srgbClr val="E35353"/>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9" name="Rectangle 58">
              <a:extLst>
                <a:ext uri="{FF2B5EF4-FFF2-40B4-BE49-F238E27FC236}">
                  <a16:creationId xmlns:a16="http://schemas.microsoft.com/office/drawing/2014/main" id="{842BDC08-E4A6-9519-DC93-2BA8D7709D84}"/>
                </a:ext>
              </a:extLst>
            </p:cNvPr>
            <p:cNvSpPr/>
            <p:nvPr/>
          </p:nvSpPr>
          <p:spPr>
            <a:xfrm>
              <a:off x="2097200" y="3573052"/>
              <a:ext cx="459186" cy="252512"/>
            </a:xfrm>
            <a:prstGeom prst="rect">
              <a:avLst/>
            </a:prstGeom>
            <a:solidFill>
              <a:srgbClr val="92D050"/>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0" name="Rectangle 59">
              <a:extLst>
                <a:ext uri="{FF2B5EF4-FFF2-40B4-BE49-F238E27FC236}">
                  <a16:creationId xmlns:a16="http://schemas.microsoft.com/office/drawing/2014/main" id="{70DCFB86-7C11-A4F2-857C-A75AB56B34E4}"/>
                </a:ext>
              </a:extLst>
            </p:cNvPr>
            <p:cNvSpPr/>
            <p:nvPr/>
          </p:nvSpPr>
          <p:spPr>
            <a:xfrm>
              <a:off x="2556386" y="3573052"/>
              <a:ext cx="1007479" cy="252512"/>
            </a:xfrm>
            <a:prstGeom prst="rect">
              <a:avLst/>
            </a:prstGeom>
            <a:solidFill>
              <a:srgbClr val="0070C0"/>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5" name="Arrow: Left-Right 24">
            <a:extLst>
              <a:ext uri="{FF2B5EF4-FFF2-40B4-BE49-F238E27FC236}">
                <a16:creationId xmlns:a16="http://schemas.microsoft.com/office/drawing/2014/main" id="{76EB723F-A8C8-7498-C753-3569103DBEB8}"/>
              </a:ext>
            </a:extLst>
          </p:cNvPr>
          <p:cNvSpPr/>
          <p:nvPr/>
        </p:nvSpPr>
        <p:spPr>
          <a:xfrm rot="21063963">
            <a:off x="3714716" y="4368794"/>
            <a:ext cx="5111307" cy="369332"/>
          </a:xfrm>
          <a:prstGeom prst="leftRightArrow">
            <a:avLst/>
          </a:prstGeom>
          <a:solidFill>
            <a:srgbClr val="9999FF"/>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D40B3B15-02E7-9FD7-305C-A123AEFB666A}"/>
              </a:ext>
            </a:extLst>
          </p:cNvPr>
          <p:cNvSpPr/>
          <p:nvPr/>
        </p:nvSpPr>
        <p:spPr>
          <a:xfrm>
            <a:off x="8810359" y="3993956"/>
            <a:ext cx="877736" cy="254629"/>
          </a:xfrm>
          <a:prstGeom prst="rect">
            <a:avLst/>
          </a:prstGeom>
          <a:solidFill>
            <a:srgbClr val="192F43">
              <a:lumMod val="50000"/>
              <a:lumOff val="50000"/>
            </a:srgbClr>
          </a:solidFill>
          <a:ln w="38100">
            <a:solidFill>
              <a:schemeClr val="bg1">
                <a:lumMod val="7500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a:ea typeface="+mn-ea"/>
                <a:cs typeface="+mn-cs"/>
              </a:rPr>
              <a:t>Content ID</a:t>
            </a:r>
          </a:p>
        </p:txBody>
      </p:sp>
      <p:sp>
        <p:nvSpPr>
          <p:cNvPr id="63" name="Rectangle 62">
            <a:extLst>
              <a:ext uri="{FF2B5EF4-FFF2-40B4-BE49-F238E27FC236}">
                <a16:creationId xmlns:a16="http://schemas.microsoft.com/office/drawing/2014/main" id="{22DF1E08-7F32-AAF3-8710-90053B704F47}"/>
              </a:ext>
            </a:extLst>
          </p:cNvPr>
          <p:cNvSpPr/>
          <p:nvPr/>
        </p:nvSpPr>
        <p:spPr>
          <a:xfrm>
            <a:off x="8675918" y="4762724"/>
            <a:ext cx="1104175" cy="254629"/>
          </a:xfrm>
          <a:prstGeom prst="rect">
            <a:avLst/>
          </a:prstGeom>
          <a:solidFill>
            <a:srgbClr val="192F43">
              <a:lumMod val="50000"/>
              <a:lumOff val="50000"/>
            </a:srgbClr>
          </a:solidFill>
          <a:ln w="38100">
            <a:solidFill>
              <a:schemeClr val="bg1">
                <a:lumMod val="7500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a:ea typeface="+mn-ea"/>
                <a:cs typeface="+mn-cs"/>
              </a:rPr>
              <a:t>TAI Timestamp</a:t>
            </a:r>
          </a:p>
        </p:txBody>
      </p:sp>
      <p:sp>
        <p:nvSpPr>
          <p:cNvPr id="26" name="Arrow: Left-Right 25">
            <a:extLst>
              <a:ext uri="{FF2B5EF4-FFF2-40B4-BE49-F238E27FC236}">
                <a16:creationId xmlns:a16="http://schemas.microsoft.com/office/drawing/2014/main" id="{6A069B69-FA6C-FE25-05AD-84B70E077BDD}"/>
              </a:ext>
            </a:extLst>
          </p:cNvPr>
          <p:cNvSpPr/>
          <p:nvPr/>
        </p:nvSpPr>
        <p:spPr>
          <a:xfrm rot="21063963">
            <a:off x="3686272" y="5168475"/>
            <a:ext cx="5003952" cy="369332"/>
          </a:xfrm>
          <a:prstGeom prst="leftRightArrow">
            <a:avLst/>
          </a:prstGeom>
          <a:solidFill>
            <a:srgbClr val="9999FF"/>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5298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9" grpId="0" animBg="1"/>
      <p:bldP spid="20" grpId="0" animBg="1"/>
      <p:bldP spid="23" grpId="0"/>
      <p:bldP spid="24" grpId="0" animBg="1"/>
      <p:bldP spid="25" grpId="0" animBg="1"/>
      <p:bldP spid="17" grpId="0" animBg="1"/>
      <p:bldP spid="63"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F5AF-F28C-91B0-B6B6-72BC48BBE653}"/>
              </a:ext>
            </a:extLst>
          </p:cNvPr>
          <p:cNvSpPr>
            <a:spLocks noGrp="1"/>
          </p:cNvSpPr>
          <p:nvPr>
            <p:ph type="title"/>
          </p:nvPr>
        </p:nvSpPr>
        <p:spPr/>
        <p:txBody>
          <a:bodyPr/>
          <a:lstStyle/>
          <a:p>
            <a:r>
              <a:rPr lang="en-US" dirty="0"/>
              <a:t>Imagery Domain Ontology</a:t>
            </a:r>
          </a:p>
        </p:txBody>
      </p:sp>
      <p:sp>
        <p:nvSpPr>
          <p:cNvPr id="3" name="Content Placeholder 2">
            <a:extLst>
              <a:ext uri="{FF2B5EF4-FFF2-40B4-BE49-F238E27FC236}">
                <a16:creationId xmlns:a16="http://schemas.microsoft.com/office/drawing/2014/main" id="{BE0227BE-0EDC-6569-5A88-A9147102809C}"/>
              </a:ext>
            </a:extLst>
          </p:cNvPr>
          <p:cNvSpPr>
            <a:spLocks noGrp="1"/>
          </p:cNvSpPr>
          <p:nvPr>
            <p:ph idx="1"/>
          </p:nvPr>
        </p:nvSpPr>
        <p:spPr/>
        <p:txBody>
          <a:bodyPr/>
          <a:lstStyle/>
          <a:p>
            <a:r>
              <a:rPr lang="en-US" b="0" dirty="0"/>
              <a:t>The IDO provides a rich set of ontologically structured information geared toward providing descriptive information and context about GIMI imagery media content.</a:t>
            </a:r>
          </a:p>
          <a:p>
            <a:r>
              <a:rPr lang="en-US" b="0" dirty="0"/>
              <a:t>The initial IDO effort is focused on "Collection" and the parameters associated with sensor systems and the entities within a scene.</a:t>
            </a:r>
          </a:p>
          <a:p>
            <a:r>
              <a:rPr lang="en-US" b="0" dirty="0"/>
              <a:t>The IDO is part of a wider Government wide effort aimed at aligning data management and achieving cohesive understanding across different domains.</a:t>
            </a:r>
          </a:p>
        </p:txBody>
      </p:sp>
    </p:spTree>
    <p:extLst>
      <p:ext uri="{BB962C8B-B14F-4D97-AF65-F5344CB8AC3E}">
        <p14:creationId xmlns:p14="http://schemas.microsoft.com/office/powerpoint/2010/main" val="530286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F808336-72A3-D8A6-CC97-CA65687333DE}"/>
              </a:ext>
            </a:extLst>
          </p:cNvPr>
          <p:cNvSpPr/>
          <p:nvPr/>
        </p:nvSpPr>
        <p:spPr>
          <a:xfrm>
            <a:off x="5692140" y="1109106"/>
            <a:ext cx="807720" cy="46675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Entity</a:t>
            </a:r>
          </a:p>
        </p:txBody>
      </p:sp>
      <p:sp>
        <p:nvSpPr>
          <p:cNvPr id="4" name="Rectangle 3">
            <a:extLst>
              <a:ext uri="{FF2B5EF4-FFF2-40B4-BE49-F238E27FC236}">
                <a16:creationId xmlns:a16="http://schemas.microsoft.com/office/drawing/2014/main" id="{8E1A7733-8C58-4C02-B052-16452BC65CE6}"/>
              </a:ext>
            </a:extLst>
          </p:cNvPr>
          <p:cNvSpPr/>
          <p:nvPr/>
        </p:nvSpPr>
        <p:spPr>
          <a:xfrm>
            <a:off x="4299980" y="2071548"/>
            <a:ext cx="1280160" cy="466751"/>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Continuant</a:t>
            </a:r>
          </a:p>
        </p:txBody>
      </p:sp>
      <p:sp>
        <p:nvSpPr>
          <p:cNvPr id="5" name="Rectangle 4">
            <a:extLst>
              <a:ext uri="{FF2B5EF4-FFF2-40B4-BE49-F238E27FC236}">
                <a16:creationId xmlns:a16="http://schemas.microsoft.com/office/drawing/2014/main" id="{4B532B09-D629-F1C1-E8F0-5B4DE3B2A9C5}"/>
              </a:ext>
            </a:extLst>
          </p:cNvPr>
          <p:cNvSpPr/>
          <p:nvPr/>
        </p:nvSpPr>
        <p:spPr>
          <a:xfrm>
            <a:off x="7029685" y="2071549"/>
            <a:ext cx="1150620" cy="46675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Occurrent</a:t>
            </a:r>
          </a:p>
        </p:txBody>
      </p:sp>
      <p:sp>
        <p:nvSpPr>
          <p:cNvPr id="6" name="Rectangle 5">
            <a:extLst>
              <a:ext uri="{FF2B5EF4-FFF2-40B4-BE49-F238E27FC236}">
                <a16:creationId xmlns:a16="http://schemas.microsoft.com/office/drawing/2014/main" id="{82AC08E3-527C-7FC8-C0E9-C7FFF970BA2B}"/>
              </a:ext>
            </a:extLst>
          </p:cNvPr>
          <p:cNvSpPr/>
          <p:nvPr/>
        </p:nvSpPr>
        <p:spPr>
          <a:xfrm>
            <a:off x="6817601" y="3108854"/>
            <a:ext cx="1150620" cy="46675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Temporal Region</a:t>
            </a:r>
          </a:p>
        </p:txBody>
      </p:sp>
      <p:sp>
        <p:nvSpPr>
          <p:cNvPr id="8" name="Rectangle 7">
            <a:extLst>
              <a:ext uri="{FF2B5EF4-FFF2-40B4-BE49-F238E27FC236}">
                <a16:creationId xmlns:a16="http://schemas.microsoft.com/office/drawing/2014/main" id="{E061AB5B-21D2-CAA6-0159-D50650E1212B}"/>
              </a:ext>
            </a:extLst>
          </p:cNvPr>
          <p:cNvSpPr/>
          <p:nvPr/>
        </p:nvSpPr>
        <p:spPr>
          <a:xfrm>
            <a:off x="8062734" y="3108853"/>
            <a:ext cx="1478280" cy="46675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Spatiotemporal Region</a:t>
            </a:r>
          </a:p>
        </p:txBody>
      </p:sp>
      <p:sp>
        <p:nvSpPr>
          <p:cNvPr id="10" name="Rectangle 9">
            <a:extLst>
              <a:ext uri="{FF2B5EF4-FFF2-40B4-BE49-F238E27FC236}">
                <a16:creationId xmlns:a16="http://schemas.microsoft.com/office/drawing/2014/main" id="{409CA5E8-0717-45BC-94A0-8298E5DDC093}"/>
              </a:ext>
            </a:extLst>
          </p:cNvPr>
          <p:cNvSpPr/>
          <p:nvPr/>
        </p:nvSpPr>
        <p:spPr>
          <a:xfrm>
            <a:off x="9640074" y="3108853"/>
            <a:ext cx="995766" cy="46675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Process Boundary</a:t>
            </a:r>
          </a:p>
        </p:txBody>
      </p:sp>
      <p:sp>
        <p:nvSpPr>
          <p:cNvPr id="12" name="Rectangle 11">
            <a:extLst>
              <a:ext uri="{FF2B5EF4-FFF2-40B4-BE49-F238E27FC236}">
                <a16:creationId xmlns:a16="http://schemas.microsoft.com/office/drawing/2014/main" id="{F4DBACC4-F14A-DEA3-8AEF-2D766F0E498B}"/>
              </a:ext>
            </a:extLst>
          </p:cNvPr>
          <p:cNvSpPr/>
          <p:nvPr/>
        </p:nvSpPr>
        <p:spPr>
          <a:xfrm>
            <a:off x="10745175" y="3108851"/>
            <a:ext cx="995766" cy="46675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Process</a:t>
            </a:r>
          </a:p>
        </p:txBody>
      </p:sp>
      <p:sp>
        <p:nvSpPr>
          <p:cNvPr id="14" name="Rectangle 13">
            <a:extLst>
              <a:ext uri="{FF2B5EF4-FFF2-40B4-BE49-F238E27FC236}">
                <a16:creationId xmlns:a16="http://schemas.microsoft.com/office/drawing/2014/main" id="{A792E46D-5061-0222-7B8B-9EEDFFAA2DF7}"/>
              </a:ext>
            </a:extLst>
          </p:cNvPr>
          <p:cNvSpPr/>
          <p:nvPr/>
        </p:nvSpPr>
        <p:spPr>
          <a:xfrm>
            <a:off x="6870133" y="4200187"/>
            <a:ext cx="1600200" cy="46675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One-dimensional temporal region</a:t>
            </a:r>
          </a:p>
        </p:txBody>
      </p:sp>
      <p:sp>
        <p:nvSpPr>
          <p:cNvPr id="16" name="Rectangle 15">
            <a:extLst>
              <a:ext uri="{FF2B5EF4-FFF2-40B4-BE49-F238E27FC236}">
                <a16:creationId xmlns:a16="http://schemas.microsoft.com/office/drawing/2014/main" id="{AD4D4352-99C1-273F-7CA2-F7C278C85824}"/>
              </a:ext>
            </a:extLst>
          </p:cNvPr>
          <p:cNvSpPr/>
          <p:nvPr/>
        </p:nvSpPr>
        <p:spPr>
          <a:xfrm>
            <a:off x="8576044" y="4200184"/>
            <a:ext cx="1633134" cy="46675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Zero-dimensional temporal Region</a:t>
            </a:r>
          </a:p>
        </p:txBody>
      </p:sp>
      <p:sp>
        <p:nvSpPr>
          <p:cNvPr id="18" name="Rectangle 17">
            <a:extLst>
              <a:ext uri="{FF2B5EF4-FFF2-40B4-BE49-F238E27FC236}">
                <a16:creationId xmlns:a16="http://schemas.microsoft.com/office/drawing/2014/main" id="{6E3663CA-FDAC-6753-0987-F4711B2C425A}"/>
              </a:ext>
            </a:extLst>
          </p:cNvPr>
          <p:cNvSpPr/>
          <p:nvPr/>
        </p:nvSpPr>
        <p:spPr>
          <a:xfrm>
            <a:off x="10835368" y="4200183"/>
            <a:ext cx="815340" cy="46675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History</a:t>
            </a:r>
          </a:p>
        </p:txBody>
      </p:sp>
      <p:sp>
        <p:nvSpPr>
          <p:cNvPr id="22" name="Rectangle 21">
            <a:extLst>
              <a:ext uri="{FF2B5EF4-FFF2-40B4-BE49-F238E27FC236}">
                <a16:creationId xmlns:a16="http://schemas.microsoft.com/office/drawing/2014/main" id="{4193BB72-696F-EBDB-B1BA-C74F4E48DE80}"/>
              </a:ext>
            </a:extLst>
          </p:cNvPr>
          <p:cNvSpPr/>
          <p:nvPr/>
        </p:nvSpPr>
        <p:spPr>
          <a:xfrm>
            <a:off x="308678" y="3101225"/>
            <a:ext cx="2080258" cy="47437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Specifically Dependent Continuant</a:t>
            </a:r>
          </a:p>
        </p:txBody>
      </p:sp>
      <p:sp>
        <p:nvSpPr>
          <p:cNvPr id="23" name="Rectangle 22">
            <a:extLst>
              <a:ext uri="{FF2B5EF4-FFF2-40B4-BE49-F238E27FC236}">
                <a16:creationId xmlns:a16="http://schemas.microsoft.com/office/drawing/2014/main" id="{4250C7DC-1E71-46AD-C23F-C9AFBA9D3CAA}"/>
              </a:ext>
            </a:extLst>
          </p:cNvPr>
          <p:cNvSpPr/>
          <p:nvPr/>
        </p:nvSpPr>
        <p:spPr>
          <a:xfrm>
            <a:off x="2480883" y="3101225"/>
            <a:ext cx="2080259" cy="474376"/>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Generically Dependent Continuant</a:t>
            </a:r>
          </a:p>
        </p:txBody>
      </p:sp>
      <p:sp>
        <p:nvSpPr>
          <p:cNvPr id="24" name="Rectangle 23">
            <a:extLst>
              <a:ext uri="{FF2B5EF4-FFF2-40B4-BE49-F238E27FC236}">
                <a16:creationId xmlns:a16="http://schemas.microsoft.com/office/drawing/2014/main" id="{524E0C13-E523-688B-9758-20CC2B93FAAE}"/>
              </a:ext>
            </a:extLst>
          </p:cNvPr>
          <p:cNvSpPr/>
          <p:nvPr/>
        </p:nvSpPr>
        <p:spPr>
          <a:xfrm>
            <a:off x="4660202" y="3101225"/>
            <a:ext cx="1280160" cy="474376"/>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Independent Continuant</a:t>
            </a:r>
          </a:p>
        </p:txBody>
      </p:sp>
      <p:sp>
        <p:nvSpPr>
          <p:cNvPr id="25" name="Rectangle 24">
            <a:extLst>
              <a:ext uri="{FF2B5EF4-FFF2-40B4-BE49-F238E27FC236}">
                <a16:creationId xmlns:a16="http://schemas.microsoft.com/office/drawing/2014/main" id="{B9776953-51A9-C25D-8BCE-46B8AB540E2B}"/>
              </a:ext>
            </a:extLst>
          </p:cNvPr>
          <p:cNvSpPr/>
          <p:nvPr/>
        </p:nvSpPr>
        <p:spPr>
          <a:xfrm>
            <a:off x="301445" y="4200188"/>
            <a:ext cx="1150620" cy="46675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Realizable Entity</a:t>
            </a:r>
          </a:p>
        </p:txBody>
      </p:sp>
      <p:sp>
        <p:nvSpPr>
          <p:cNvPr id="26" name="Rectangle 25">
            <a:extLst>
              <a:ext uri="{FF2B5EF4-FFF2-40B4-BE49-F238E27FC236}">
                <a16:creationId xmlns:a16="http://schemas.microsoft.com/office/drawing/2014/main" id="{537AE978-8E3E-6EB8-0DE7-3BC1961D8023}"/>
              </a:ext>
            </a:extLst>
          </p:cNvPr>
          <p:cNvSpPr/>
          <p:nvPr/>
        </p:nvSpPr>
        <p:spPr>
          <a:xfrm>
            <a:off x="1749245" y="4200187"/>
            <a:ext cx="790284" cy="46675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Quality</a:t>
            </a:r>
          </a:p>
        </p:txBody>
      </p:sp>
      <p:sp>
        <p:nvSpPr>
          <p:cNvPr id="27" name="Rectangle 26">
            <a:extLst>
              <a:ext uri="{FF2B5EF4-FFF2-40B4-BE49-F238E27FC236}">
                <a16:creationId xmlns:a16="http://schemas.microsoft.com/office/drawing/2014/main" id="{5BC093C4-3257-183D-5F80-74250E58535E}"/>
              </a:ext>
            </a:extLst>
          </p:cNvPr>
          <p:cNvSpPr/>
          <p:nvPr/>
        </p:nvSpPr>
        <p:spPr>
          <a:xfrm>
            <a:off x="3551455" y="4200349"/>
            <a:ext cx="1098636" cy="46675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Immaterial Entity</a:t>
            </a:r>
          </a:p>
        </p:txBody>
      </p:sp>
      <p:sp>
        <p:nvSpPr>
          <p:cNvPr id="28" name="Rectangle 27">
            <a:extLst>
              <a:ext uri="{FF2B5EF4-FFF2-40B4-BE49-F238E27FC236}">
                <a16:creationId xmlns:a16="http://schemas.microsoft.com/office/drawing/2014/main" id="{5BEAF5D9-D54F-752E-F90F-90ECFD4728B2}"/>
              </a:ext>
            </a:extLst>
          </p:cNvPr>
          <p:cNvSpPr/>
          <p:nvPr/>
        </p:nvSpPr>
        <p:spPr>
          <a:xfrm>
            <a:off x="5572151" y="4200184"/>
            <a:ext cx="995766" cy="46675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Material Entity</a:t>
            </a:r>
          </a:p>
        </p:txBody>
      </p:sp>
      <p:sp>
        <p:nvSpPr>
          <p:cNvPr id="29" name="Rectangle 28">
            <a:extLst>
              <a:ext uri="{FF2B5EF4-FFF2-40B4-BE49-F238E27FC236}">
                <a16:creationId xmlns:a16="http://schemas.microsoft.com/office/drawing/2014/main" id="{9570D266-E65C-1EED-4A8D-A4D181904C15}"/>
              </a:ext>
            </a:extLst>
          </p:cNvPr>
          <p:cNvSpPr/>
          <p:nvPr/>
        </p:nvSpPr>
        <p:spPr>
          <a:xfrm>
            <a:off x="3897042" y="5320545"/>
            <a:ext cx="1351329" cy="46675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Continuant Fiat Boundary</a:t>
            </a:r>
          </a:p>
        </p:txBody>
      </p:sp>
      <p:sp>
        <p:nvSpPr>
          <p:cNvPr id="30" name="Rectangle 29">
            <a:extLst>
              <a:ext uri="{FF2B5EF4-FFF2-40B4-BE49-F238E27FC236}">
                <a16:creationId xmlns:a16="http://schemas.microsoft.com/office/drawing/2014/main" id="{97CAB5D5-DE16-A851-A98D-FA050CA96AA8}"/>
              </a:ext>
            </a:extLst>
          </p:cNvPr>
          <p:cNvSpPr/>
          <p:nvPr/>
        </p:nvSpPr>
        <p:spPr>
          <a:xfrm>
            <a:off x="5359570" y="5320545"/>
            <a:ext cx="790284" cy="46675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Spatial Region</a:t>
            </a:r>
          </a:p>
        </p:txBody>
      </p:sp>
      <p:sp>
        <p:nvSpPr>
          <p:cNvPr id="31" name="Rectangle 30">
            <a:extLst>
              <a:ext uri="{FF2B5EF4-FFF2-40B4-BE49-F238E27FC236}">
                <a16:creationId xmlns:a16="http://schemas.microsoft.com/office/drawing/2014/main" id="{61CC656C-829C-8D70-E55D-D8A1CA9C7113}"/>
              </a:ext>
            </a:extLst>
          </p:cNvPr>
          <p:cNvSpPr/>
          <p:nvPr/>
        </p:nvSpPr>
        <p:spPr>
          <a:xfrm>
            <a:off x="6366730" y="5316747"/>
            <a:ext cx="815340" cy="46675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Object</a:t>
            </a:r>
          </a:p>
        </p:txBody>
      </p:sp>
      <p:sp>
        <p:nvSpPr>
          <p:cNvPr id="32" name="Rectangle 31">
            <a:extLst>
              <a:ext uri="{FF2B5EF4-FFF2-40B4-BE49-F238E27FC236}">
                <a16:creationId xmlns:a16="http://schemas.microsoft.com/office/drawing/2014/main" id="{C4066B9C-0483-B7E3-6C69-D98A651DC910}"/>
              </a:ext>
            </a:extLst>
          </p:cNvPr>
          <p:cNvSpPr/>
          <p:nvPr/>
        </p:nvSpPr>
        <p:spPr>
          <a:xfrm>
            <a:off x="7354941" y="5316747"/>
            <a:ext cx="1098636" cy="47054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Object Aggregate</a:t>
            </a:r>
          </a:p>
        </p:txBody>
      </p:sp>
      <p:sp>
        <p:nvSpPr>
          <p:cNvPr id="33" name="Rectangle 32">
            <a:extLst>
              <a:ext uri="{FF2B5EF4-FFF2-40B4-BE49-F238E27FC236}">
                <a16:creationId xmlns:a16="http://schemas.microsoft.com/office/drawing/2014/main" id="{33A62C35-CBA8-F065-858B-A26E42094729}"/>
              </a:ext>
            </a:extLst>
          </p:cNvPr>
          <p:cNvSpPr/>
          <p:nvPr/>
        </p:nvSpPr>
        <p:spPr>
          <a:xfrm>
            <a:off x="191350" y="5320544"/>
            <a:ext cx="1112654" cy="46675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Disposition</a:t>
            </a:r>
          </a:p>
        </p:txBody>
      </p:sp>
      <p:sp>
        <p:nvSpPr>
          <p:cNvPr id="34" name="Rectangle 33">
            <a:extLst>
              <a:ext uri="{FF2B5EF4-FFF2-40B4-BE49-F238E27FC236}">
                <a16:creationId xmlns:a16="http://schemas.microsoft.com/office/drawing/2014/main" id="{356BE319-D04E-B258-5E54-E615A56D6A60}"/>
              </a:ext>
            </a:extLst>
          </p:cNvPr>
          <p:cNvSpPr/>
          <p:nvPr/>
        </p:nvSpPr>
        <p:spPr>
          <a:xfrm>
            <a:off x="1381053" y="5322940"/>
            <a:ext cx="571894" cy="46675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Role</a:t>
            </a:r>
          </a:p>
        </p:txBody>
      </p:sp>
      <p:sp>
        <p:nvSpPr>
          <p:cNvPr id="35" name="Rectangle 34">
            <a:extLst>
              <a:ext uri="{FF2B5EF4-FFF2-40B4-BE49-F238E27FC236}">
                <a16:creationId xmlns:a16="http://schemas.microsoft.com/office/drawing/2014/main" id="{F822F9C3-2C50-5F15-2DB4-3571F813E79B}"/>
              </a:ext>
            </a:extLst>
          </p:cNvPr>
          <p:cNvSpPr/>
          <p:nvPr/>
        </p:nvSpPr>
        <p:spPr>
          <a:xfrm>
            <a:off x="2032797" y="5322876"/>
            <a:ext cx="1014579" cy="46675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Relational Quality</a:t>
            </a:r>
          </a:p>
        </p:txBody>
      </p:sp>
      <p:sp>
        <p:nvSpPr>
          <p:cNvPr id="36" name="Rectangle 35">
            <a:extLst>
              <a:ext uri="{FF2B5EF4-FFF2-40B4-BE49-F238E27FC236}">
                <a16:creationId xmlns:a16="http://schemas.microsoft.com/office/drawing/2014/main" id="{F7DB4721-F698-5702-6156-E7D9F98175B3}"/>
              </a:ext>
            </a:extLst>
          </p:cNvPr>
          <p:cNvSpPr/>
          <p:nvPr/>
        </p:nvSpPr>
        <p:spPr>
          <a:xfrm>
            <a:off x="3250435" y="5320545"/>
            <a:ext cx="559460" cy="46675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Site</a:t>
            </a:r>
          </a:p>
        </p:txBody>
      </p:sp>
      <p:sp>
        <p:nvSpPr>
          <p:cNvPr id="37" name="Rectangle 36">
            <a:extLst>
              <a:ext uri="{FF2B5EF4-FFF2-40B4-BE49-F238E27FC236}">
                <a16:creationId xmlns:a16="http://schemas.microsoft.com/office/drawing/2014/main" id="{F476AC58-8C39-FE48-AA13-AFE1210913B1}"/>
              </a:ext>
            </a:extLst>
          </p:cNvPr>
          <p:cNvSpPr/>
          <p:nvPr/>
        </p:nvSpPr>
        <p:spPr>
          <a:xfrm>
            <a:off x="8595805" y="5316747"/>
            <a:ext cx="1098636" cy="46675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Fiat Object Part</a:t>
            </a:r>
          </a:p>
        </p:txBody>
      </p:sp>
      <p:sp>
        <p:nvSpPr>
          <p:cNvPr id="39" name="TextBox 38">
            <a:extLst>
              <a:ext uri="{FF2B5EF4-FFF2-40B4-BE49-F238E27FC236}">
                <a16:creationId xmlns:a16="http://schemas.microsoft.com/office/drawing/2014/main" id="{C4C66214-76C3-229D-DE7B-D7B344054ADF}"/>
              </a:ext>
            </a:extLst>
          </p:cNvPr>
          <p:cNvSpPr txBox="1"/>
          <p:nvPr/>
        </p:nvSpPr>
        <p:spPr>
          <a:xfrm>
            <a:off x="5572151" y="5899095"/>
            <a:ext cx="417744" cy="541174"/>
          </a:xfrm>
          <a:prstGeom prst="rect">
            <a:avLst/>
          </a:prstGeom>
          <a:noFill/>
        </p:spPr>
        <p:txBody>
          <a:bodyPr wrap="square" rtlCol="0">
            <a:spAutoFit/>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p>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p>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p>
        </p:txBody>
      </p:sp>
      <p:sp>
        <p:nvSpPr>
          <p:cNvPr id="40" name="TextBox 39">
            <a:extLst>
              <a:ext uri="{FF2B5EF4-FFF2-40B4-BE49-F238E27FC236}">
                <a16:creationId xmlns:a16="http://schemas.microsoft.com/office/drawing/2014/main" id="{97C1C8F1-E113-C622-644D-EEA9225B4D24}"/>
              </a:ext>
            </a:extLst>
          </p:cNvPr>
          <p:cNvSpPr txBox="1"/>
          <p:nvPr/>
        </p:nvSpPr>
        <p:spPr>
          <a:xfrm>
            <a:off x="4437619" y="5902927"/>
            <a:ext cx="417744" cy="541174"/>
          </a:xfrm>
          <a:prstGeom prst="rect">
            <a:avLst/>
          </a:prstGeom>
          <a:noFill/>
        </p:spPr>
        <p:txBody>
          <a:bodyPr wrap="square" rtlCol="0">
            <a:spAutoFit/>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p>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p>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p>
        </p:txBody>
      </p:sp>
      <p:cxnSp>
        <p:nvCxnSpPr>
          <p:cNvPr id="42" name="Connector: Elbow 41">
            <a:extLst>
              <a:ext uri="{FF2B5EF4-FFF2-40B4-BE49-F238E27FC236}">
                <a16:creationId xmlns:a16="http://schemas.microsoft.com/office/drawing/2014/main" id="{FB83C633-AEAE-C744-1565-4AD5655CB7BD}"/>
              </a:ext>
            </a:extLst>
          </p:cNvPr>
          <p:cNvCxnSpPr>
            <a:stCxn id="4" idx="0"/>
            <a:endCxn id="3" idx="2"/>
          </p:cNvCxnSpPr>
          <p:nvPr/>
        </p:nvCxnSpPr>
        <p:spPr>
          <a:xfrm rot="5400000" flipH="1" flipV="1">
            <a:off x="5270185" y="1245733"/>
            <a:ext cx="495691" cy="1155940"/>
          </a:xfrm>
          <a:prstGeom prst="bentConnector3">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45" name="Connector: Elbow 44">
            <a:extLst>
              <a:ext uri="{FF2B5EF4-FFF2-40B4-BE49-F238E27FC236}">
                <a16:creationId xmlns:a16="http://schemas.microsoft.com/office/drawing/2014/main" id="{BE9BB348-A577-647F-13C6-912659BB6A8D}"/>
              </a:ext>
            </a:extLst>
          </p:cNvPr>
          <p:cNvCxnSpPr>
            <a:cxnSpLocks/>
            <a:stCxn id="5" idx="0"/>
            <a:endCxn id="3" idx="2"/>
          </p:cNvCxnSpPr>
          <p:nvPr/>
        </p:nvCxnSpPr>
        <p:spPr>
          <a:xfrm rot="16200000" flipV="1">
            <a:off x="6602652" y="1069205"/>
            <a:ext cx="495692" cy="1508995"/>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48" name="Connector: Elbow 47">
            <a:extLst>
              <a:ext uri="{FF2B5EF4-FFF2-40B4-BE49-F238E27FC236}">
                <a16:creationId xmlns:a16="http://schemas.microsoft.com/office/drawing/2014/main" id="{17834C1C-E849-A7AE-FFF3-7B41C0F40C2E}"/>
              </a:ext>
            </a:extLst>
          </p:cNvPr>
          <p:cNvCxnSpPr>
            <a:cxnSpLocks/>
            <a:stCxn id="22" idx="0"/>
            <a:endCxn id="4" idx="2"/>
          </p:cNvCxnSpPr>
          <p:nvPr/>
        </p:nvCxnSpPr>
        <p:spPr>
          <a:xfrm rot="5400000" flipH="1" flipV="1">
            <a:off x="2862970" y="1024136"/>
            <a:ext cx="562926" cy="3591253"/>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51" name="Connector: Elbow 50">
            <a:extLst>
              <a:ext uri="{FF2B5EF4-FFF2-40B4-BE49-F238E27FC236}">
                <a16:creationId xmlns:a16="http://schemas.microsoft.com/office/drawing/2014/main" id="{03834CAC-DDDC-D469-CB08-A40BDB0E08E7}"/>
              </a:ext>
            </a:extLst>
          </p:cNvPr>
          <p:cNvCxnSpPr>
            <a:cxnSpLocks/>
            <a:stCxn id="23" idx="0"/>
            <a:endCxn id="4" idx="2"/>
          </p:cNvCxnSpPr>
          <p:nvPr/>
        </p:nvCxnSpPr>
        <p:spPr>
          <a:xfrm rot="5400000" flipH="1" flipV="1">
            <a:off x="3949073" y="2110239"/>
            <a:ext cx="562926" cy="1419047"/>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54" name="Connector: Elbow 53">
            <a:extLst>
              <a:ext uri="{FF2B5EF4-FFF2-40B4-BE49-F238E27FC236}">
                <a16:creationId xmlns:a16="http://schemas.microsoft.com/office/drawing/2014/main" id="{FA4054B7-5AC9-47A4-57E0-6CE98DF7F521}"/>
              </a:ext>
            </a:extLst>
          </p:cNvPr>
          <p:cNvCxnSpPr>
            <a:cxnSpLocks/>
            <a:stCxn id="24" idx="0"/>
            <a:endCxn id="4" idx="2"/>
          </p:cNvCxnSpPr>
          <p:nvPr/>
        </p:nvCxnSpPr>
        <p:spPr>
          <a:xfrm rot="16200000" flipV="1">
            <a:off x="4838708" y="2639651"/>
            <a:ext cx="562926" cy="360222"/>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57" name="Connector: Elbow 56">
            <a:extLst>
              <a:ext uri="{FF2B5EF4-FFF2-40B4-BE49-F238E27FC236}">
                <a16:creationId xmlns:a16="http://schemas.microsoft.com/office/drawing/2014/main" id="{93CBB2E4-15CF-7DA1-D72E-6BAFC1AA1477}"/>
              </a:ext>
            </a:extLst>
          </p:cNvPr>
          <p:cNvCxnSpPr>
            <a:cxnSpLocks/>
            <a:stCxn id="6" idx="0"/>
            <a:endCxn id="5" idx="2"/>
          </p:cNvCxnSpPr>
          <p:nvPr/>
        </p:nvCxnSpPr>
        <p:spPr>
          <a:xfrm rot="5400000" flipH="1" flipV="1">
            <a:off x="7213676" y="2717535"/>
            <a:ext cx="570554" cy="212084"/>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60" name="Connector: Elbow 59">
            <a:extLst>
              <a:ext uri="{FF2B5EF4-FFF2-40B4-BE49-F238E27FC236}">
                <a16:creationId xmlns:a16="http://schemas.microsoft.com/office/drawing/2014/main" id="{7CF07E5C-041C-9220-0E02-63FBF04FE06C}"/>
              </a:ext>
            </a:extLst>
          </p:cNvPr>
          <p:cNvCxnSpPr>
            <a:cxnSpLocks/>
            <a:stCxn id="8" idx="0"/>
            <a:endCxn id="5" idx="2"/>
          </p:cNvCxnSpPr>
          <p:nvPr/>
        </p:nvCxnSpPr>
        <p:spPr>
          <a:xfrm rot="16200000" flipV="1">
            <a:off x="7918159" y="2225137"/>
            <a:ext cx="570553" cy="1196879"/>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63" name="Connector: Elbow 62">
            <a:extLst>
              <a:ext uri="{FF2B5EF4-FFF2-40B4-BE49-F238E27FC236}">
                <a16:creationId xmlns:a16="http://schemas.microsoft.com/office/drawing/2014/main" id="{EEF17392-2A0B-A4EB-49B0-C1337ADB7551}"/>
              </a:ext>
            </a:extLst>
          </p:cNvPr>
          <p:cNvCxnSpPr>
            <a:cxnSpLocks/>
            <a:stCxn id="10" idx="0"/>
            <a:endCxn id="5" idx="2"/>
          </p:cNvCxnSpPr>
          <p:nvPr/>
        </p:nvCxnSpPr>
        <p:spPr>
          <a:xfrm rot="16200000" flipV="1">
            <a:off x="8586200" y="1557096"/>
            <a:ext cx="570553" cy="2532962"/>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66" name="Connector: Elbow 65">
            <a:extLst>
              <a:ext uri="{FF2B5EF4-FFF2-40B4-BE49-F238E27FC236}">
                <a16:creationId xmlns:a16="http://schemas.microsoft.com/office/drawing/2014/main" id="{D57F0501-4280-EB4C-A53A-C4970FC16B96}"/>
              </a:ext>
            </a:extLst>
          </p:cNvPr>
          <p:cNvCxnSpPr>
            <a:cxnSpLocks/>
            <a:stCxn id="12" idx="0"/>
            <a:endCxn id="5" idx="2"/>
          </p:cNvCxnSpPr>
          <p:nvPr/>
        </p:nvCxnSpPr>
        <p:spPr>
          <a:xfrm rot="16200000" flipV="1">
            <a:off x="9138752" y="1004544"/>
            <a:ext cx="570551" cy="3638063"/>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72" name="Connector: Elbow 71">
            <a:extLst>
              <a:ext uri="{FF2B5EF4-FFF2-40B4-BE49-F238E27FC236}">
                <a16:creationId xmlns:a16="http://schemas.microsoft.com/office/drawing/2014/main" id="{20157AAA-1D22-ADB4-466A-B9C49D504FF8}"/>
              </a:ext>
            </a:extLst>
          </p:cNvPr>
          <p:cNvCxnSpPr>
            <a:cxnSpLocks/>
            <a:stCxn id="18" idx="0"/>
            <a:endCxn id="12" idx="2"/>
          </p:cNvCxnSpPr>
          <p:nvPr/>
        </p:nvCxnSpPr>
        <p:spPr>
          <a:xfrm rot="5400000" flipH="1" flipV="1">
            <a:off x="10930758" y="3887883"/>
            <a:ext cx="624581" cy="20"/>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75" name="Connector: Elbow 74">
            <a:extLst>
              <a:ext uri="{FF2B5EF4-FFF2-40B4-BE49-F238E27FC236}">
                <a16:creationId xmlns:a16="http://schemas.microsoft.com/office/drawing/2014/main" id="{28607704-7D33-C38E-5991-585A1FBBA188}"/>
              </a:ext>
            </a:extLst>
          </p:cNvPr>
          <p:cNvCxnSpPr>
            <a:cxnSpLocks/>
            <a:stCxn id="16" idx="0"/>
            <a:endCxn id="6" idx="2"/>
          </p:cNvCxnSpPr>
          <p:nvPr/>
        </p:nvCxnSpPr>
        <p:spPr>
          <a:xfrm rot="16200000" flipV="1">
            <a:off x="8080472" y="2888045"/>
            <a:ext cx="624579" cy="1999700"/>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79" name="Connector: Elbow 78">
            <a:extLst>
              <a:ext uri="{FF2B5EF4-FFF2-40B4-BE49-F238E27FC236}">
                <a16:creationId xmlns:a16="http://schemas.microsoft.com/office/drawing/2014/main" id="{E5A706BF-11A7-63DA-5503-20B098F4691C}"/>
              </a:ext>
            </a:extLst>
          </p:cNvPr>
          <p:cNvCxnSpPr>
            <a:cxnSpLocks/>
            <a:stCxn id="14" idx="0"/>
            <a:endCxn id="6" idx="2"/>
          </p:cNvCxnSpPr>
          <p:nvPr/>
        </p:nvCxnSpPr>
        <p:spPr>
          <a:xfrm rot="16200000" flipV="1">
            <a:off x="7219281" y="3749235"/>
            <a:ext cx="624582" cy="277322"/>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83" name="Connector: Elbow 82">
            <a:extLst>
              <a:ext uri="{FF2B5EF4-FFF2-40B4-BE49-F238E27FC236}">
                <a16:creationId xmlns:a16="http://schemas.microsoft.com/office/drawing/2014/main" id="{41CC1890-851A-49E2-34C3-E82F43E00CCE}"/>
              </a:ext>
            </a:extLst>
          </p:cNvPr>
          <p:cNvCxnSpPr>
            <a:cxnSpLocks/>
            <a:stCxn id="28" idx="0"/>
            <a:endCxn id="24" idx="2"/>
          </p:cNvCxnSpPr>
          <p:nvPr/>
        </p:nvCxnSpPr>
        <p:spPr>
          <a:xfrm rot="16200000" flipV="1">
            <a:off x="5372867" y="3503017"/>
            <a:ext cx="624583" cy="769752"/>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86" name="Connector: Elbow 85">
            <a:extLst>
              <a:ext uri="{FF2B5EF4-FFF2-40B4-BE49-F238E27FC236}">
                <a16:creationId xmlns:a16="http://schemas.microsoft.com/office/drawing/2014/main" id="{48A937A4-9DFC-E046-D18A-135B47B53304}"/>
              </a:ext>
            </a:extLst>
          </p:cNvPr>
          <p:cNvCxnSpPr>
            <a:cxnSpLocks/>
            <a:stCxn id="27" idx="0"/>
            <a:endCxn id="24" idx="2"/>
          </p:cNvCxnSpPr>
          <p:nvPr/>
        </p:nvCxnSpPr>
        <p:spPr>
          <a:xfrm rot="5400000" flipH="1" flipV="1">
            <a:off x="4388153" y="3288221"/>
            <a:ext cx="624748" cy="1199509"/>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93" name="Connector: Elbow 92">
            <a:extLst>
              <a:ext uri="{FF2B5EF4-FFF2-40B4-BE49-F238E27FC236}">
                <a16:creationId xmlns:a16="http://schemas.microsoft.com/office/drawing/2014/main" id="{2B856599-6B3A-2325-4992-1D493B8C0AD6}"/>
              </a:ext>
            </a:extLst>
          </p:cNvPr>
          <p:cNvCxnSpPr>
            <a:cxnSpLocks/>
            <a:stCxn id="25" idx="0"/>
            <a:endCxn id="22" idx="2"/>
          </p:cNvCxnSpPr>
          <p:nvPr/>
        </p:nvCxnSpPr>
        <p:spPr>
          <a:xfrm rot="5400000" flipH="1" flipV="1">
            <a:off x="800488" y="3651869"/>
            <a:ext cx="624586" cy="472052"/>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96" name="Connector: Elbow 95">
            <a:extLst>
              <a:ext uri="{FF2B5EF4-FFF2-40B4-BE49-F238E27FC236}">
                <a16:creationId xmlns:a16="http://schemas.microsoft.com/office/drawing/2014/main" id="{19C8E608-9F41-30DE-D65C-20BD43EB5378}"/>
              </a:ext>
            </a:extLst>
          </p:cNvPr>
          <p:cNvCxnSpPr>
            <a:cxnSpLocks/>
            <a:stCxn id="26" idx="0"/>
            <a:endCxn id="22" idx="2"/>
          </p:cNvCxnSpPr>
          <p:nvPr/>
        </p:nvCxnSpPr>
        <p:spPr>
          <a:xfrm rot="16200000" flipV="1">
            <a:off x="1434305" y="3490105"/>
            <a:ext cx="624585" cy="795580"/>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100" name="Connector: Elbow 99">
            <a:extLst>
              <a:ext uri="{FF2B5EF4-FFF2-40B4-BE49-F238E27FC236}">
                <a16:creationId xmlns:a16="http://schemas.microsoft.com/office/drawing/2014/main" id="{07CC9806-27D0-3B90-DDD9-50AD93345D56}"/>
              </a:ext>
            </a:extLst>
          </p:cNvPr>
          <p:cNvCxnSpPr>
            <a:cxnSpLocks/>
            <a:stCxn id="33" idx="0"/>
            <a:endCxn id="25" idx="2"/>
          </p:cNvCxnSpPr>
          <p:nvPr/>
        </p:nvCxnSpPr>
        <p:spPr>
          <a:xfrm rot="5400000" flipH="1" flipV="1">
            <a:off x="485414" y="4929203"/>
            <a:ext cx="653605" cy="129078"/>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105" name="Connector: Elbow 104">
            <a:extLst>
              <a:ext uri="{FF2B5EF4-FFF2-40B4-BE49-F238E27FC236}">
                <a16:creationId xmlns:a16="http://schemas.microsoft.com/office/drawing/2014/main" id="{A9F29B02-04D8-3717-0329-E672CA0B52EA}"/>
              </a:ext>
            </a:extLst>
          </p:cNvPr>
          <p:cNvCxnSpPr>
            <a:cxnSpLocks/>
            <a:stCxn id="34" idx="0"/>
            <a:endCxn id="25" idx="2"/>
          </p:cNvCxnSpPr>
          <p:nvPr/>
        </p:nvCxnSpPr>
        <p:spPr>
          <a:xfrm rot="16200000" flipV="1">
            <a:off x="943878" y="4599817"/>
            <a:ext cx="656001" cy="790245"/>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108" name="Connector: Elbow 107">
            <a:extLst>
              <a:ext uri="{FF2B5EF4-FFF2-40B4-BE49-F238E27FC236}">
                <a16:creationId xmlns:a16="http://schemas.microsoft.com/office/drawing/2014/main" id="{0C977D97-5B71-BE4F-B24B-02AABA461895}"/>
              </a:ext>
            </a:extLst>
          </p:cNvPr>
          <p:cNvCxnSpPr>
            <a:cxnSpLocks/>
            <a:stCxn id="35" idx="0"/>
            <a:endCxn id="26" idx="2"/>
          </p:cNvCxnSpPr>
          <p:nvPr/>
        </p:nvCxnSpPr>
        <p:spPr>
          <a:xfrm rot="16200000" flipV="1">
            <a:off x="2014268" y="4797057"/>
            <a:ext cx="655938" cy="395700"/>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122" name="Connector: Elbow 121">
            <a:extLst>
              <a:ext uri="{FF2B5EF4-FFF2-40B4-BE49-F238E27FC236}">
                <a16:creationId xmlns:a16="http://schemas.microsoft.com/office/drawing/2014/main" id="{703286F3-CEEB-EE31-24DD-96DE06B0C0A1}"/>
              </a:ext>
            </a:extLst>
          </p:cNvPr>
          <p:cNvCxnSpPr>
            <a:cxnSpLocks/>
            <a:stCxn id="36" idx="0"/>
            <a:endCxn id="27" idx="2"/>
          </p:cNvCxnSpPr>
          <p:nvPr/>
        </p:nvCxnSpPr>
        <p:spPr>
          <a:xfrm rot="5400000" flipH="1" flipV="1">
            <a:off x="3488747" y="4708519"/>
            <a:ext cx="653445" cy="570608"/>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125" name="Connector: Elbow 124">
            <a:extLst>
              <a:ext uri="{FF2B5EF4-FFF2-40B4-BE49-F238E27FC236}">
                <a16:creationId xmlns:a16="http://schemas.microsoft.com/office/drawing/2014/main" id="{7C6B2FE5-E866-2F93-656E-0282AA18F5FA}"/>
              </a:ext>
            </a:extLst>
          </p:cNvPr>
          <p:cNvCxnSpPr>
            <a:cxnSpLocks/>
            <a:stCxn id="29" idx="0"/>
            <a:endCxn id="27" idx="2"/>
          </p:cNvCxnSpPr>
          <p:nvPr/>
        </p:nvCxnSpPr>
        <p:spPr>
          <a:xfrm rot="16200000" flipV="1">
            <a:off x="4010018" y="4757856"/>
            <a:ext cx="653445" cy="471934"/>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128" name="Connector: Elbow 127">
            <a:extLst>
              <a:ext uri="{FF2B5EF4-FFF2-40B4-BE49-F238E27FC236}">
                <a16:creationId xmlns:a16="http://schemas.microsoft.com/office/drawing/2014/main" id="{5C0C3B36-9463-C74D-3DFF-A3572EE1BE9D}"/>
              </a:ext>
            </a:extLst>
          </p:cNvPr>
          <p:cNvCxnSpPr>
            <a:cxnSpLocks/>
            <a:stCxn id="30" idx="0"/>
            <a:endCxn id="27" idx="2"/>
          </p:cNvCxnSpPr>
          <p:nvPr/>
        </p:nvCxnSpPr>
        <p:spPr>
          <a:xfrm rot="16200000" flipV="1">
            <a:off x="4601021" y="4166853"/>
            <a:ext cx="653445" cy="1653939"/>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159" name="Connector: Elbow 158">
            <a:extLst>
              <a:ext uri="{FF2B5EF4-FFF2-40B4-BE49-F238E27FC236}">
                <a16:creationId xmlns:a16="http://schemas.microsoft.com/office/drawing/2014/main" id="{3F57AD0C-78DD-7E30-AC05-D71D5D77D279}"/>
              </a:ext>
            </a:extLst>
          </p:cNvPr>
          <p:cNvCxnSpPr>
            <a:cxnSpLocks/>
            <a:stCxn id="31" idx="0"/>
            <a:endCxn id="28" idx="2"/>
          </p:cNvCxnSpPr>
          <p:nvPr/>
        </p:nvCxnSpPr>
        <p:spPr>
          <a:xfrm rot="16200000" flipV="1">
            <a:off x="6097311" y="4639658"/>
            <a:ext cx="649812" cy="704366"/>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162" name="Connector: Elbow 161">
            <a:extLst>
              <a:ext uri="{FF2B5EF4-FFF2-40B4-BE49-F238E27FC236}">
                <a16:creationId xmlns:a16="http://schemas.microsoft.com/office/drawing/2014/main" id="{20E6A4E9-F7CE-7AF9-8460-B469FA16E6A9}"/>
              </a:ext>
            </a:extLst>
          </p:cNvPr>
          <p:cNvCxnSpPr>
            <a:cxnSpLocks/>
            <a:stCxn id="32" idx="0"/>
            <a:endCxn id="28" idx="2"/>
          </p:cNvCxnSpPr>
          <p:nvPr/>
        </p:nvCxnSpPr>
        <p:spPr>
          <a:xfrm rot="16200000" flipV="1">
            <a:off x="6662241" y="4074728"/>
            <a:ext cx="649812" cy="1834225"/>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165" name="Connector: Elbow 164">
            <a:extLst>
              <a:ext uri="{FF2B5EF4-FFF2-40B4-BE49-F238E27FC236}">
                <a16:creationId xmlns:a16="http://schemas.microsoft.com/office/drawing/2014/main" id="{CB8126B6-EB26-253F-4ED8-31F77C7B1BCD}"/>
              </a:ext>
            </a:extLst>
          </p:cNvPr>
          <p:cNvCxnSpPr>
            <a:cxnSpLocks/>
            <a:stCxn id="37" idx="0"/>
            <a:endCxn id="28" idx="2"/>
          </p:cNvCxnSpPr>
          <p:nvPr/>
        </p:nvCxnSpPr>
        <p:spPr>
          <a:xfrm rot="16200000" flipV="1">
            <a:off x="7282673" y="3454296"/>
            <a:ext cx="649812" cy="3075089"/>
          </a:xfrm>
          <a:prstGeom prst="bentConnector3">
            <a:avLst>
              <a:gd name="adj1" fmla="val 50000"/>
            </a:avLst>
          </a:prstGeom>
          <a:ln w="28575">
            <a:tailEnd type="triangle" w="lg" len="lg"/>
          </a:ln>
        </p:spPr>
        <p:style>
          <a:lnRef idx="1">
            <a:schemeClr val="dk1"/>
          </a:lnRef>
          <a:fillRef idx="0">
            <a:schemeClr val="dk1"/>
          </a:fillRef>
          <a:effectRef idx="0">
            <a:schemeClr val="dk1"/>
          </a:effectRef>
          <a:fontRef idx="minor">
            <a:schemeClr val="tx1"/>
          </a:fontRef>
        </p:style>
      </p:cxnSp>
      <p:sp>
        <p:nvSpPr>
          <p:cNvPr id="185" name="Title 184">
            <a:extLst>
              <a:ext uri="{FF2B5EF4-FFF2-40B4-BE49-F238E27FC236}">
                <a16:creationId xmlns:a16="http://schemas.microsoft.com/office/drawing/2014/main" id="{068E1BFB-CE36-545B-E1C8-0EB8284683EF}"/>
              </a:ext>
            </a:extLst>
          </p:cNvPr>
          <p:cNvSpPr>
            <a:spLocks noGrp="1"/>
          </p:cNvSpPr>
          <p:nvPr>
            <p:ph type="title"/>
          </p:nvPr>
        </p:nvSpPr>
        <p:spPr>
          <a:xfrm>
            <a:off x="1549905" y="477767"/>
            <a:ext cx="10019243" cy="689447"/>
          </a:xfrm>
        </p:spPr>
        <p:txBody>
          <a:bodyPr>
            <a:normAutofit/>
          </a:bodyPr>
          <a:lstStyle/>
          <a:p>
            <a:pPr algn="ctr"/>
            <a:r>
              <a:rPr lang="en-US" dirty="0"/>
              <a:t>IDO is based on Basic Formal Ontology v2.0</a:t>
            </a:r>
          </a:p>
        </p:txBody>
      </p:sp>
    </p:spTree>
    <p:extLst>
      <p:ext uri="{BB962C8B-B14F-4D97-AF65-F5344CB8AC3E}">
        <p14:creationId xmlns:p14="http://schemas.microsoft.com/office/powerpoint/2010/main" val="3337317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7C139-8CE2-BC35-F097-3A7FB08AF04D}"/>
              </a:ext>
            </a:extLst>
          </p:cNvPr>
          <p:cNvSpPr>
            <a:spLocks noGrp="1"/>
          </p:cNvSpPr>
          <p:nvPr>
            <p:ph type="title"/>
          </p:nvPr>
        </p:nvSpPr>
        <p:spPr>
          <a:xfrm>
            <a:off x="1988113" y="763642"/>
            <a:ext cx="5441130" cy="649993"/>
          </a:xfrm>
        </p:spPr>
        <p:txBody>
          <a:bodyPr/>
          <a:lstStyle/>
          <a:p>
            <a:r>
              <a:rPr lang="en-US" dirty="0"/>
              <a:t>The Common Core Ontologies</a:t>
            </a:r>
          </a:p>
        </p:txBody>
      </p:sp>
      <p:sp>
        <p:nvSpPr>
          <p:cNvPr id="3" name="Content Placeholder 2">
            <a:extLst>
              <a:ext uri="{FF2B5EF4-FFF2-40B4-BE49-F238E27FC236}">
                <a16:creationId xmlns:a16="http://schemas.microsoft.com/office/drawing/2014/main" id="{4F6F1FDF-B201-0699-DB4E-994C5A68E476}"/>
              </a:ext>
            </a:extLst>
          </p:cNvPr>
          <p:cNvSpPr>
            <a:spLocks noGrp="1"/>
          </p:cNvSpPr>
          <p:nvPr>
            <p:ph idx="1"/>
          </p:nvPr>
        </p:nvSpPr>
        <p:spPr>
          <a:xfrm>
            <a:off x="685701" y="2493794"/>
            <a:ext cx="11032904" cy="4146331"/>
          </a:xfrm>
          <a:ln>
            <a:noFill/>
          </a:ln>
        </p:spPr>
        <p:txBody>
          <a:bodyPr>
            <a:normAutofit/>
          </a:bodyPr>
          <a:lstStyle/>
          <a:p>
            <a:pPr marL="288925" indent="-288925">
              <a:buFont typeface="+mj-lt"/>
              <a:buAutoNum type="arabicPeriod"/>
            </a:pPr>
            <a:r>
              <a:rPr lang="en-US" sz="1600" dirty="0"/>
              <a:t>Geospatial</a:t>
            </a:r>
            <a:r>
              <a:rPr lang="en-US" sz="1600" b="0" dirty="0"/>
              <a:t> - Sites, spatial regions, and other entities, typically located near the Earth's surface, and the relations between them.</a:t>
            </a:r>
          </a:p>
          <a:p>
            <a:pPr marL="288925" indent="-288925">
              <a:buFont typeface="+mj-lt"/>
              <a:buAutoNum type="arabicPeriod"/>
            </a:pPr>
            <a:r>
              <a:rPr lang="en-US" sz="1600" dirty="0"/>
              <a:t>Information Entities</a:t>
            </a:r>
            <a:r>
              <a:rPr lang="en-US" sz="1600" b="0" dirty="0"/>
              <a:t> - Generic types of information as well as the relationships between information and other entities.</a:t>
            </a:r>
          </a:p>
          <a:p>
            <a:pPr marL="288925" indent="-288925">
              <a:buFont typeface="+mj-lt"/>
              <a:buAutoNum type="arabicPeriod"/>
            </a:pPr>
            <a:r>
              <a:rPr lang="en-US" sz="1600" dirty="0"/>
              <a:t>Events</a:t>
            </a:r>
            <a:r>
              <a:rPr lang="en-US" sz="1600" b="0" dirty="0"/>
              <a:t> - Processual entities, especially those performed by agents, occurring within multiple domains.</a:t>
            </a:r>
          </a:p>
          <a:p>
            <a:pPr marL="288925" indent="-288925">
              <a:buFont typeface="+mj-lt"/>
              <a:buAutoNum type="arabicPeriod"/>
            </a:pPr>
            <a:r>
              <a:rPr lang="en-US" sz="1600" dirty="0"/>
              <a:t>Time</a:t>
            </a:r>
            <a:r>
              <a:rPr lang="en-US" sz="1600" b="0" dirty="0"/>
              <a:t> - Temporal regions and the relations holding between them.</a:t>
            </a:r>
          </a:p>
          <a:p>
            <a:pPr marL="288925" indent="-288925">
              <a:buFont typeface="+mj-lt"/>
              <a:buAutoNum type="arabicPeriod"/>
            </a:pPr>
            <a:r>
              <a:rPr lang="en-US" sz="1600" dirty="0"/>
              <a:t>Agents</a:t>
            </a:r>
            <a:r>
              <a:rPr lang="en-US" sz="1600" b="0" dirty="0"/>
              <a:t> - Agents, especially persons and organizations, and their roles.</a:t>
            </a:r>
          </a:p>
          <a:p>
            <a:pPr marL="288925" indent="-288925">
              <a:buFont typeface="+mj-lt"/>
              <a:buAutoNum type="arabicPeriod"/>
            </a:pPr>
            <a:r>
              <a:rPr lang="en-US" sz="1600" dirty="0"/>
              <a:t>Qualities</a:t>
            </a:r>
            <a:r>
              <a:rPr lang="en-US" sz="1600" b="0" dirty="0"/>
              <a:t> - Attributes of entities, especially qualities, realizable entities, and process profiles.</a:t>
            </a:r>
          </a:p>
          <a:p>
            <a:pPr marL="288925" indent="-288925">
              <a:buFont typeface="+mj-lt"/>
              <a:buAutoNum type="arabicPeriod"/>
            </a:pPr>
            <a:r>
              <a:rPr lang="en-US" sz="1600" dirty="0"/>
              <a:t>Units of Measure</a:t>
            </a:r>
            <a:r>
              <a:rPr lang="en-US" sz="1600" b="0" dirty="0"/>
              <a:t> - Standard measurement units measuring various attributes of entities.</a:t>
            </a:r>
          </a:p>
          <a:p>
            <a:pPr marL="288925" indent="-288925">
              <a:buFont typeface="+mj-lt"/>
              <a:buAutoNum type="arabicPeriod"/>
            </a:pPr>
            <a:r>
              <a:rPr lang="en-US" sz="1600" dirty="0"/>
              <a:t>Currency</a:t>
            </a:r>
            <a:r>
              <a:rPr lang="en-US" sz="1600" b="0" dirty="0"/>
              <a:t> - Currencies countries issue and use.</a:t>
            </a:r>
          </a:p>
          <a:p>
            <a:pPr marL="288925" indent="-288925">
              <a:buFont typeface="+mj-lt"/>
              <a:buAutoNum type="arabicPeriod"/>
            </a:pPr>
            <a:r>
              <a:rPr lang="en-US" sz="1600" dirty="0"/>
              <a:t>Facilities</a:t>
            </a:r>
            <a:r>
              <a:rPr lang="en-US" sz="1600" b="0" dirty="0"/>
              <a:t> - Buildings and campuses serving some specific purpose and common to multiple domains.</a:t>
            </a:r>
          </a:p>
          <a:p>
            <a:pPr marL="288925" indent="-288925">
              <a:buFont typeface="+mj-lt"/>
              <a:buAutoNum type="arabicPeriod"/>
            </a:pPr>
            <a:r>
              <a:rPr lang="en-US" sz="1600" dirty="0"/>
              <a:t>Artifacts</a:t>
            </a:r>
            <a:r>
              <a:rPr lang="en-US" sz="1600" b="0" dirty="0"/>
              <a:t> - Artifacts common to multiple domains, along with their models, specifications, and functions.</a:t>
            </a:r>
          </a:p>
          <a:p>
            <a:pPr marL="288925" indent="-288925">
              <a:buFont typeface="+mj-lt"/>
              <a:buAutoNum type="arabicPeriod"/>
            </a:pPr>
            <a:r>
              <a:rPr lang="en-US" sz="1600" dirty="0"/>
              <a:t>Extended Relations</a:t>
            </a:r>
            <a:r>
              <a:rPr lang="en-US" sz="1600" b="0" dirty="0"/>
              <a:t> - Relations holding between entities at the level of the mid-level Common Core Ontologies.</a:t>
            </a:r>
          </a:p>
        </p:txBody>
      </p:sp>
      <p:sp>
        <p:nvSpPr>
          <p:cNvPr id="5" name="TextBox 4">
            <a:extLst>
              <a:ext uri="{FF2B5EF4-FFF2-40B4-BE49-F238E27FC236}">
                <a16:creationId xmlns:a16="http://schemas.microsoft.com/office/drawing/2014/main" id="{34D6C7FA-0A1C-9654-F60A-18A4D57A3666}"/>
              </a:ext>
            </a:extLst>
          </p:cNvPr>
          <p:cNvSpPr txBox="1"/>
          <p:nvPr/>
        </p:nvSpPr>
        <p:spPr>
          <a:xfrm>
            <a:off x="7456170" y="6538913"/>
            <a:ext cx="452247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https://github.com/CommonCoreOntology/CommonCoreOntologies</a:t>
            </a:r>
          </a:p>
        </p:txBody>
      </p:sp>
      <p:pic>
        <p:nvPicPr>
          <p:cNvPr id="7" name="Picture 6">
            <a:extLst>
              <a:ext uri="{FF2B5EF4-FFF2-40B4-BE49-F238E27FC236}">
                <a16:creationId xmlns:a16="http://schemas.microsoft.com/office/drawing/2014/main" id="{CDDB6AD3-79DB-9F95-1D9D-FDA26DFC3B9C}"/>
              </a:ext>
            </a:extLst>
          </p:cNvPr>
          <p:cNvPicPr>
            <a:picLocks noChangeAspect="1"/>
          </p:cNvPicPr>
          <p:nvPr/>
        </p:nvPicPr>
        <p:blipFill>
          <a:blip r:embed="rId2"/>
          <a:stretch>
            <a:fillRect/>
          </a:stretch>
        </p:blipFill>
        <p:spPr>
          <a:xfrm>
            <a:off x="8046713" y="493346"/>
            <a:ext cx="1432452" cy="915322"/>
          </a:xfrm>
          <a:prstGeom prst="rect">
            <a:avLst/>
          </a:prstGeom>
        </p:spPr>
      </p:pic>
      <p:sp>
        <p:nvSpPr>
          <p:cNvPr id="8" name="Right Brace 7">
            <a:extLst>
              <a:ext uri="{FF2B5EF4-FFF2-40B4-BE49-F238E27FC236}">
                <a16:creationId xmlns:a16="http://schemas.microsoft.com/office/drawing/2014/main" id="{9AAF649E-8209-815C-52F5-C484692E6E4B}"/>
              </a:ext>
            </a:extLst>
          </p:cNvPr>
          <p:cNvSpPr/>
          <p:nvPr/>
        </p:nvSpPr>
        <p:spPr>
          <a:xfrm rot="16200000">
            <a:off x="6010997" y="-4197392"/>
            <a:ext cx="382314" cy="11552972"/>
          </a:xfrm>
          <a:prstGeom prst="rightBrace">
            <a:avLst>
              <a:gd name="adj1" fmla="val 8333"/>
              <a:gd name="adj2" fmla="val 72153"/>
            </a:avLst>
          </a:prstGeom>
          <a:ln w="12700"/>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Picture 32">
            <a:extLst>
              <a:ext uri="{FF2B5EF4-FFF2-40B4-BE49-F238E27FC236}">
                <a16:creationId xmlns:a16="http://schemas.microsoft.com/office/drawing/2014/main" id="{BD4A4353-4625-1414-62FB-A65D92C98376}"/>
              </a:ext>
            </a:extLst>
          </p:cNvPr>
          <p:cNvPicPr>
            <a:picLocks noChangeAspect="1"/>
          </p:cNvPicPr>
          <p:nvPr/>
        </p:nvPicPr>
        <p:blipFill>
          <a:blip r:embed="rId3"/>
          <a:stretch>
            <a:fillRect/>
          </a:stretch>
        </p:blipFill>
        <p:spPr>
          <a:xfrm>
            <a:off x="674266" y="1679371"/>
            <a:ext cx="899287" cy="648236"/>
          </a:xfrm>
          <a:prstGeom prst="rect">
            <a:avLst/>
          </a:prstGeom>
        </p:spPr>
      </p:pic>
      <p:pic>
        <p:nvPicPr>
          <p:cNvPr id="34" name="Picture 33">
            <a:extLst>
              <a:ext uri="{FF2B5EF4-FFF2-40B4-BE49-F238E27FC236}">
                <a16:creationId xmlns:a16="http://schemas.microsoft.com/office/drawing/2014/main" id="{C27121BE-64A4-3970-F95B-2D859309F70D}"/>
              </a:ext>
            </a:extLst>
          </p:cNvPr>
          <p:cNvPicPr>
            <a:picLocks noChangeAspect="1"/>
          </p:cNvPicPr>
          <p:nvPr/>
        </p:nvPicPr>
        <p:blipFill>
          <a:blip r:embed="rId4"/>
          <a:stretch>
            <a:fillRect/>
          </a:stretch>
        </p:blipFill>
        <p:spPr>
          <a:xfrm>
            <a:off x="1659520" y="1688642"/>
            <a:ext cx="899288" cy="648236"/>
          </a:xfrm>
          <a:prstGeom prst="rect">
            <a:avLst/>
          </a:prstGeom>
        </p:spPr>
      </p:pic>
      <p:pic>
        <p:nvPicPr>
          <p:cNvPr id="59" name="Picture 58">
            <a:extLst>
              <a:ext uri="{FF2B5EF4-FFF2-40B4-BE49-F238E27FC236}">
                <a16:creationId xmlns:a16="http://schemas.microsoft.com/office/drawing/2014/main" id="{29074D28-1168-1EDC-DF05-996D1EBBEED7}"/>
              </a:ext>
            </a:extLst>
          </p:cNvPr>
          <p:cNvPicPr>
            <a:picLocks noChangeAspect="1"/>
          </p:cNvPicPr>
          <p:nvPr/>
        </p:nvPicPr>
        <p:blipFill>
          <a:blip r:embed="rId5"/>
          <a:stretch>
            <a:fillRect/>
          </a:stretch>
        </p:blipFill>
        <p:spPr>
          <a:xfrm>
            <a:off x="2637964" y="1679372"/>
            <a:ext cx="899288" cy="648236"/>
          </a:xfrm>
          <a:prstGeom prst="rect">
            <a:avLst/>
          </a:prstGeom>
        </p:spPr>
      </p:pic>
      <p:pic>
        <p:nvPicPr>
          <p:cNvPr id="60" name="Picture 59">
            <a:extLst>
              <a:ext uri="{FF2B5EF4-FFF2-40B4-BE49-F238E27FC236}">
                <a16:creationId xmlns:a16="http://schemas.microsoft.com/office/drawing/2014/main" id="{E6F543E1-6903-0036-3033-391D72030BFF}"/>
              </a:ext>
            </a:extLst>
          </p:cNvPr>
          <p:cNvPicPr>
            <a:picLocks noChangeAspect="1"/>
          </p:cNvPicPr>
          <p:nvPr/>
        </p:nvPicPr>
        <p:blipFill>
          <a:blip r:embed="rId6"/>
          <a:stretch>
            <a:fillRect/>
          </a:stretch>
        </p:blipFill>
        <p:spPr>
          <a:xfrm>
            <a:off x="3616409" y="1688643"/>
            <a:ext cx="899288" cy="648236"/>
          </a:xfrm>
          <a:prstGeom prst="rect">
            <a:avLst/>
          </a:prstGeom>
        </p:spPr>
      </p:pic>
      <p:pic>
        <p:nvPicPr>
          <p:cNvPr id="61" name="Picture 60">
            <a:extLst>
              <a:ext uri="{FF2B5EF4-FFF2-40B4-BE49-F238E27FC236}">
                <a16:creationId xmlns:a16="http://schemas.microsoft.com/office/drawing/2014/main" id="{8E93D962-1DAF-62C3-90DD-CE4D5469BA2E}"/>
              </a:ext>
            </a:extLst>
          </p:cNvPr>
          <p:cNvPicPr>
            <a:picLocks noChangeAspect="1"/>
          </p:cNvPicPr>
          <p:nvPr/>
        </p:nvPicPr>
        <p:blipFill>
          <a:blip r:embed="rId7"/>
          <a:stretch>
            <a:fillRect/>
          </a:stretch>
        </p:blipFill>
        <p:spPr>
          <a:xfrm>
            <a:off x="4594854" y="1688643"/>
            <a:ext cx="899288" cy="648236"/>
          </a:xfrm>
          <a:prstGeom prst="rect">
            <a:avLst/>
          </a:prstGeom>
        </p:spPr>
      </p:pic>
      <p:pic>
        <p:nvPicPr>
          <p:cNvPr id="62" name="Picture 61">
            <a:extLst>
              <a:ext uri="{FF2B5EF4-FFF2-40B4-BE49-F238E27FC236}">
                <a16:creationId xmlns:a16="http://schemas.microsoft.com/office/drawing/2014/main" id="{12E52A07-FB0C-EEBD-1AA5-8BF56FA54DD8}"/>
              </a:ext>
            </a:extLst>
          </p:cNvPr>
          <p:cNvPicPr>
            <a:picLocks noChangeAspect="1"/>
          </p:cNvPicPr>
          <p:nvPr/>
        </p:nvPicPr>
        <p:blipFill>
          <a:blip r:embed="rId8"/>
          <a:stretch>
            <a:fillRect/>
          </a:stretch>
        </p:blipFill>
        <p:spPr>
          <a:xfrm>
            <a:off x="5573298" y="1680299"/>
            <a:ext cx="899289" cy="648237"/>
          </a:xfrm>
          <a:prstGeom prst="rect">
            <a:avLst/>
          </a:prstGeom>
        </p:spPr>
      </p:pic>
      <p:pic>
        <p:nvPicPr>
          <p:cNvPr id="63" name="Picture 62">
            <a:extLst>
              <a:ext uri="{FF2B5EF4-FFF2-40B4-BE49-F238E27FC236}">
                <a16:creationId xmlns:a16="http://schemas.microsoft.com/office/drawing/2014/main" id="{AB143B07-6CCE-A4DB-774D-6D6A7B000D11}"/>
              </a:ext>
            </a:extLst>
          </p:cNvPr>
          <p:cNvPicPr>
            <a:picLocks noChangeAspect="1"/>
          </p:cNvPicPr>
          <p:nvPr/>
        </p:nvPicPr>
        <p:blipFill>
          <a:blip r:embed="rId9"/>
          <a:stretch>
            <a:fillRect/>
          </a:stretch>
        </p:blipFill>
        <p:spPr>
          <a:xfrm>
            <a:off x="6548090" y="1688642"/>
            <a:ext cx="899289" cy="648237"/>
          </a:xfrm>
          <a:prstGeom prst="rect">
            <a:avLst/>
          </a:prstGeom>
        </p:spPr>
      </p:pic>
      <p:pic>
        <p:nvPicPr>
          <p:cNvPr id="88" name="Picture 87">
            <a:extLst>
              <a:ext uri="{FF2B5EF4-FFF2-40B4-BE49-F238E27FC236}">
                <a16:creationId xmlns:a16="http://schemas.microsoft.com/office/drawing/2014/main" id="{71830AF6-1335-943A-78B3-365313BB6D76}"/>
              </a:ext>
            </a:extLst>
          </p:cNvPr>
          <p:cNvPicPr>
            <a:picLocks noChangeAspect="1"/>
          </p:cNvPicPr>
          <p:nvPr/>
        </p:nvPicPr>
        <p:blipFill>
          <a:blip r:embed="rId10"/>
          <a:stretch>
            <a:fillRect/>
          </a:stretch>
        </p:blipFill>
        <p:spPr>
          <a:xfrm>
            <a:off x="7530759" y="1679372"/>
            <a:ext cx="921001" cy="663888"/>
          </a:xfrm>
          <a:prstGeom prst="rect">
            <a:avLst/>
          </a:prstGeom>
        </p:spPr>
      </p:pic>
      <p:pic>
        <p:nvPicPr>
          <p:cNvPr id="89" name="Picture 88">
            <a:extLst>
              <a:ext uri="{FF2B5EF4-FFF2-40B4-BE49-F238E27FC236}">
                <a16:creationId xmlns:a16="http://schemas.microsoft.com/office/drawing/2014/main" id="{3892D22F-37F7-B66C-7FEE-70A63CC612C6}"/>
              </a:ext>
            </a:extLst>
          </p:cNvPr>
          <p:cNvPicPr>
            <a:picLocks noChangeAspect="1"/>
          </p:cNvPicPr>
          <p:nvPr/>
        </p:nvPicPr>
        <p:blipFill>
          <a:blip r:embed="rId11"/>
          <a:stretch>
            <a:fillRect/>
          </a:stretch>
        </p:blipFill>
        <p:spPr>
          <a:xfrm>
            <a:off x="8541583" y="1680300"/>
            <a:ext cx="921001" cy="663888"/>
          </a:xfrm>
          <a:prstGeom prst="rect">
            <a:avLst/>
          </a:prstGeom>
        </p:spPr>
      </p:pic>
      <p:pic>
        <p:nvPicPr>
          <p:cNvPr id="90" name="Picture 89">
            <a:extLst>
              <a:ext uri="{FF2B5EF4-FFF2-40B4-BE49-F238E27FC236}">
                <a16:creationId xmlns:a16="http://schemas.microsoft.com/office/drawing/2014/main" id="{3F364C11-1B67-2CAC-5BE2-1B925E1FAF0F}"/>
              </a:ext>
            </a:extLst>
          </p:cNvPr>
          <p:cNvPicPr>
            <a:picLocks noChangeAspect="1"/>
          </p:cNvPicPr>
          <p:nvPr/>
        </p:nvPicPr>
        <p:blipFill>
          <a:blip r:embed="rId12"/>
          <a:stretch>
            <a:fillRect/>
          </a:stretch>
        </p:blipFill>
        <p:spPr>
          <a:xfrm>
            <a:off x="9553250" y="1679372"/>
            <a:ext cx="909192" cy="655376"/>
          </a:xfrm>
          <a:prstGeom prst="rect">
            <a:avLst/>
          </a:prstGeom>
        </p:spPr>
      </p:pic>
      <p:pic>
        <p:nvPicPr>
          <p:cNvPr id="91" name="Picture 90">
            <a:extLst>
              <a:ext uri="{FF2B5EF4-FFF2-40B4-BE49-F238E27FC236}">
                <a16:creationId xmlns:a16="http://schemas.microsoft.com/office/drawing/2014/main" id="{167BEBF2-70CD-F651-F60A-6F2DB126441A}"/>
              </a:ext>
            </a:extLst>
          </p:cNvPr>
          <p:cNvPicPr>
            <a:picLocks noChangeAspect="1"/>
          </p:cNvPicPr>
          <p:nvPr/>
        </p:nvPicPr>
        <p:blipFill>
          <a:blip r:embed="rId13"/>
          <a:stretch>
            <a:fillRect/>
          </a:stretch>
        </p:blipFill>
        <p:spPr>
          <a:xfrm>
            <a:off x="10549380" y="1679372"/>
            <a:ext cx="909192" cy="655376"/>
          </a:xfrm>
          <a:prstGeom prst="rect">
            <a:avLst/>
          </a:prstGeom>
        </p:spPr>
      </p:pic>
    </p:spTree>
    <p:extLst>
      <p:ext uri="{BB962C8B-B14F-4D97-AF65-F5344CB8AC3E}">
        <p14:creationId xmlns:p14="http://schemas.microsoft.com/office/powerpoint/2010/main" val="2478742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71AA1-B85A-D4BB-D01D-95EC6D7EE18E}"/>
              </a:ext>
            </a:extLst>
          </p:cNvPr>
          <p:cNvSpPr>
            <a:spLocks noGrp="1"/>
          </p:cNvSpPr>
          <p:nvPr>
            <p:ph type="title"/>
          </p:nvPr>
        </p:nvSpPr>
        <p:spPr>
          <a:xfrm>
            <a:off x="7876263" y="345544"/>
            <a:ext cx="3846992" cy="847449"/>
          </a:xfrm>
        </p:spPr>
        <p:txBody>
          <a:bodyPr>
            <a:normAutofit fontScale="90000"/>
          </a:bodyPr>
          <a:lstStyle/>
          <a:p>
            <a:pPr algn="ctr"/>
            <a:r>
              <a:rPr lang="en-US" dirty="0"/>
              <a:t>Generalized Imagery Domain Use Case</a:t>
            </a:r>
          </a:p>
        </p:txBody>
      </p:sp>
      <p:sp>
        <p:nvSpPr>
          <p:cNvPr id="5" name="Rectangle: Rounded Corners 4">
            <a:extLst>
              <a:ext uri="{FF2B5EF4-FFF2-40B4-BE49-F238E27FC236}">
                <a16:creationId xmlns:a16="http://schemas.microsoft.com/office/drawing/2014/main" id="{FA4175E9-3DF9-D163-8638-37557032E844}"/>
              </a:ext>
            </a:extLst>
          </p:cNvPr>
          <p:cNvSpPr/>
          <p:nvPr/>
        </p:nvSpPr>
        <p:spPr>
          <a:xfrm>
            <a:off x="8300724" y="2598993"/>
            <a:ext cx="3252354" cy="1629695"/>
          </a:xfrm>
          <a:prstGeom prst="roundRect">
            <a:avLst/>
          </a:prstGeom>
          <a:solidFill>
            <a:srgbClr val="70AD47">
              <a:lumMod val="20000"/>
              <a:lumOff val="8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 name="Flowchart: Process 5">
            <a:extLst>
              <a:ext uri="{FF2B5EF4-FFF2-40B4-BE49-F238E27FC236}">
                <a16:creationId xmlns:a16="http://schemas.microsoft.com/office/drawing/2014/main" id="{15F3EF0F-5A16-1BCA-4418-2F47B5DBF978}"/>
              </a:ext>
            </a:extLst>
          </p:cNvPr>
          <p:cNvSpPr/>
          <p:nvPr/>
        </p:nvSpPr>
        <p:spPr>
          <a:xfrm>
            <a:off x="8308018" y="3333016"/>
            <a:ext cx="434394" cy="495612"/>
          </a:xfrm>
          <a:prstGeom prst="flowChartProcess">
            <a:avLst/>
          </a:prstGeom>
          <a:solidFill>
            <a:sysClr val="window" lastClr="FFFFFF">
              <a:lumMod val="85000"/>
            </a:sysClr>
          </a:solidFill>
          <a:ln w="12700" cap="flat" cmpd="sng" algn="ctr">
            <a:solidFill>
              <a:srgbClr val="4472C4">
                <a:shade val="15000"/>
              </a:srgbClr>
            </a:solidFill>
            <a:prstDash val="solid"/>
            <a:miter lim="800000"/>
          </a:ln>
          <a:effectLst/>
          <a:scene3d>
            <a:camera prst="isometricOffAxis1Left"/>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F2934EA2-EA30-0658-0579-D6193EB798D3}"/>
              </a:ext>
            </a:extLst>
          </p:cNvPr>
          <p:cNvCxnSpPr>
            <a:cxnSpLocks/>
            <a:stCxn id="25" idx="1"/>
          </p:cNvCxnSpPr>
          <p:nvPr/>
        </p:nvCxnSpPr>
        <p:spPr>
          <a:xfrm flipV="1">
            <a:off x="8192661" y="3588694"/>
            <a:ext cx="346362" cy="9430"/>
          </a:xfrm>
          <a:prstGeom prst="straightConnector1">
            <a:avLst/>
          </a:prstGeom>
          <a:noFill/>
          <a:ln w="28575" cap="flat" cmpd="sng" algn="ctr">
            <a:solidFill>
              <a:srgbClr val="4472C4"/>
            </a:solidFill>
            <a:prstDash val="solid"/>
            <a:miter lim="800000"/>
            <a:tailEnd type="none" w="lg" len="lg"/>
          </a:ln>
          <a:effectLst/>
        </p:spPr>
      </p:cxnSp>
      <p:sp>
        <p:nvSpPr>
          <p:cNvPr id="15" name="TextBox 14">
            <a:extLst>
              <a:ext uri="{FF2B5EF4-FFF2-40B4-BE49-F238E27FC236}">
                <a16:creationId xmlns:a16="http://schemas.microsoft.com/office/drawing/2014/main" id="{A7DFB690-46D4-8859-330D-69F16DB18D9C}"/>
              </a:ext>
            </a:extLst>
          </p:cNvPr>
          <p:cNvSpPr txBox="1"/>
          <p:nvPr/>
        </p:nvSpPr>
        <p:spPr>
          <a:xfrm>
            <a:off x="210367" y="2412189"/>
            <a:ext cx="71420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Scene</a:t>
            </a: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6" name="Sun 15">
            <a:extLst>
              <a:ext uri="{FF2B5EF4-FFF2-40B4-BE49-F238E27FC236}">
                <a16:creationId xmlns:a16="http://schemas.microsoft.com/office/drawing/2014/main" id="{390BE1A1-5820-57CE-99FE-4D333B2EB448}"/>
              </a:ext>
            </a:extLst>
          </p:cNvPr>
          <p:cNvSpPr/>
          <p:nvPr/>
        </p:nvSpPr>
        <p:spPr>
          <a:xfrm>
            <a:off x="1747032" y="45399"/>
            <a:ext cx="2111189" cy="1673235"/>
          </a:xfrm>
          <a:prstGeom prst="sun">
            <a:avLst/>
          </a:prstGeom>
          <a:solidFill>
            <a:srgbClr val="FFC000"/>
          </a:solidFill>
          <a:ln w="12700" cap="flat" cmpd="sng" algn="ctr">
            <a:solidFill>
              <a:srgbClr val="4472C4">
                <a:shade val="15000"/>
              </a:srgbClr>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Illumination Source</a:t>
            </a:r>
          </a:p>
        </p:txBody>
      </p:sp>
      <p:sp>
        <p:nvSpPr>
          <p:cNvPr id="25" name="Flowchart: Direct Access Storage 24">
            <a:extLst>
              <a:ext uri="{FF2B5EF4-FFF2-40B4-BE49-F238E27FC236}">
                <a16:creationId xmlns:a16="http://schemas.microsoft.com/office/drawing/2014/main" id="{33803A73-7064-FC8D-7658-78A8BB5DD7D5}"/>
              </a:ext>
            </a:extLst>
          </p:cNvPr>
          <p:cNvSpPr/>
          <p:nvPr/>
        </p:nvSpPr>
        <p:spPr>
          <a:xfrm flipH="1">
            <a:off x="8076100" y="3312378"/>
            <a:ext cx="116561" cy="571491"/>
          </a:xfrm>
          <a:prstGeom prst="flowChartMagneticDrum">
            <a:avLst/>
          </a:prstGeom>
          <a:no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AB1D2824-0A28-CCE8-E9D9-7ABE720263FB}"/>
              </a:ext>
            </a:extLst>
          </p:cNvPr>
          <p:cNvCxnSpPr/>
          <p:nvPr/>
        </p:nvCxnSpPr>
        <p:spPr>
          <a:xfrm>
            <a:off x="7104805" y="3492059"/>
            <a:ext cx="1005840" cy="0"/>
          </a:xfrm>
          <a:prstGeom prst="straightConnector1">
            <a:avLst/>
          </a:prstGeom>
          <a:noFill/>
          <a:ln w="28575" cap="flat" cmpd="sng" algn="ctr">
            <a:solidFill>
              <a:srgbClr val="4472C4"/>
            </a:solidFill>
            <a:prstDash val="solid"/>
            <a:miter lim="800000"/>
            <a:tailEnd type="none" w="lg" len="lg"/>
          </a:ln>
          <a:effectLst/>
        </p:spPr>
      </p:cxnSp>
      <p:cxnSp>
        <p:nvCxnSpPr>
          <p:cNvPr id="27" name="Straight Arrow Connector 26">
            <a:extLst>
              <a:ext uri="{FF2B5EF4-FFF2-40B4-BE49-F238E27FC236}">
                <a16:creationId xmlns:a16="http://schemas.microsoft.com/office/drawing/2014/main" id="{2CCA25AD-2A7A-CEBD-CE7C-93336832C3BB}"/>
              </a:ext>
            </a:extLst>
          </p:cNvPr>
          <p:cNvCxnSpPr/>
          <p:nvPr/>
        </p:nvCxnSpPr>
        <p:spPr>
          <a:xfrm>
            <a:off x="7103601" y="3685329"/>
            <a:ext cx="1005840" cy="0"/>
          </a:xfrm>
          <a:prstGeom prst="straightConnector1">
            <a:avLst/>
          </a:prstGeom>
          <a:noFill/>
          <a:ln w="28575" cap="flat" cmpd="sng" algn="ctr">
            <a:solidFill>
              <a:srgbClr val="4472C4"/>
            </a:solidFill>
            <a:prstDash val="solid"/>
            <a:miter lim="800000"/>
            <a:tailEnd type="none" w="lg" len="lg"/>
          </a:ln>
          <a:effectLst/>
        </p:spPr>
      </p:cxnSp>
      <p:cxnSp>
        <p:nvCxnSpPr>
          <p:cNvPr id="28" name="Straight Arrow Connector 27">
            <a:extLst>
              <a:ext uri="{FF2B5EF4-FFF2-40B4-BE49-F238E27FC236}">
                <a16:creationId xmlns:a16="http://schemas.microsoft.com/office/drawing/2014/main" id="{2399FB76-4362-9CFD-A473-708D85F2BFC2}"/>
              </a:ext>
            </a:extLst>
          </p:cNvPr>
          <p:cNvCxnSpPr/>
          <p:nvPr/>
        </p:nvCxnSpPr>
        <p:spPr>
          <a:xfrm>
            <a:off x="7103601" y="3597890"/>
            <a:ext cx="1005840" cy="0"/>
          </a:xfrm>
          <a:prstGeom prst="straightConnector1">
            <a:avLst/>
          </a:prstGeom>
          <a:noFill/>
          <a:ln w="28575" cap="flat" cmpd="sng" algn="ctr">
            <a:solidFill>
              <a:srgbClr val="4472C4"/>
            </a:solidFill>
            <a:prstDash val="solid"/>
            <a:miter lim="800000"/>
            <a:tailEnd type="none" w="lg" len="lg"/>
          </a:ln>
          <a:effectLst/>
        </p:spPr>
      </p:cxnSp>
      <p:cxnSp>
        <p:nvCxnSpPr>
          <p:cNvPr id="29" name="Straight Arrow Connector 28">
            <a:extLst>
              <a:ext uri="{FF2B5EF4-FFF2-40B4-BE49-F238E27FC236}">
                <a16:creationId xmlns:a16="http://schemas.microsoft.com/office/drawing/2014/main" id="{09A66CB3-F04A-71BA-EE46-0184CBB777AC}"/>
              </a:ext>
            </a:extLst>
          </p:cNvPr>
          <p:cNvCxnSpPr>
            <a:cxnSpLocks/>
            <a:endCxn id="6" idx="0"/>
          </p:cNvCxnSpPr>
          <p:nvPr/>
        </p:nvCxnSpPr>
        <p:spPr>
          <a:xfrm flipV="1">
            <a:off x="8192661" y="3333016"/>
            <a:ext cx="332554" cy="352313"/>
          </a:xfrm>
          <a:prstGeom prst="straightConnector1">
            <a:avLst/>
          </a:prstGeom>
          <a:noFill/>
          <a:ln w="28575" cap="flat" cmpd="sng" algn="ctr">
            <a:solidFill>
              <a:srgbClr val="4472C4"/>
            </a:solidFill>
            <a:prstDash val="solid"/>
            <a:miter lim="800000"/>
            <a:tailEnd type="none" w="lg" len="lg"/>
          </a:ln>
          <a:effectLst/>
        </p:spPr>
      </p:cxnSp>
      <p:cxnSp>
        <p:nvCxnSpPr>
          <p:cNvPr id="30" name="Straight Arrow Connector 29">
            <a:extLst>
              <a:ext uri="{FF2B5EF4-FFF2-40B4-BE49-F238E27FC236}">
                <a16:creationId xmlns:a16="http://schemas.microsoft.com/office/drawing/2014/main" id="{77EADC90-F995-0F15-543B-EFD0FF9C0571}"/>
              </a:ext>
            </a:extLst>
          </p:cNvPr>
          <p:cNvCxnSpPr>
            <a:cxnSpLocks/>
            <a:endCxn id="6" idx="2"/>
          </p:cNvCxnSpPr>
          <p:nvPr/>
        </p:nvCxnSpPr>
        <p:spPr>
          <a:xfrm>
            <a:off x="8191457" y="3492059"/>
            <a:ext cx="333758" cy="336569"/>
          </a:xfrm>
          <a:prstGeom prst="straightConnector1">
            <a:avLst/>
          </a:prstGeom>
          <a:noFill/>
          <a:ln w="28575" cap="flat" cmpd="sng" algn="ctr">
            <a:solidFill>
              <a:srgbClr val="4472C4"/>
            </a:solidFill>
            <a:prstDash val="solid"/>
            <a:miter lim="800000"/>
            <a:tailEnd type="none" w="lg" len="lg"/>
          </a:ln>
          <a:effectLst/>
        </p:spPr>
      </p:cxnSp>
      <p:grpSp>
        <p:nvGrpSpPr>
          <p:cNvPr id="31" name="Group 30">
            <a:extLst>
              <a:ext uri="{FF2B5EF4-FFF2-40B4-BE49-F238E27FC236}">
                <a16:creationId xmlns:a16="http://schemas.microsoft.com/office/drawing/2014/main" id="{A9C3E817-4C64-828B-BCE0-70AE2A3E72BC}"/>
              </a:ext>
            </a:extLst>
          </p:cNvPr>
          <p:cNvGrpSpPr/>
          <p:nvPr/>
        </p:nvGrpSpPr>
        <p:grpSpPr>
          <a:xfrm rot="6262015">
            <a:off x="1939700" y="1630152"/>
            <a:ext cx="1005840" cy="1116498"/>
            <a:chOff x="5771804" y="1131970"/>
            <a:chExt cx="1005840" cy="1116498"/>
          </a:xfrm>
        </p:grpSpPr>
        <p:cxnSp>
          <p:nvCxnSpPr>
            <p:cNvPr id="32" name="Straight Arrow Connector 31">
              <a:extLst>
                <a:ext uri="{FF2B5EF4-FFF2-40B4-BE49-F238E27FC236}">
                  <a16:creationId xmlns:a16="http://schemas.microsoft.com/office/drawing/2014/main" id="{594A91DA-0D93-8E75-3C7E-F6C1DCECB430}"/>
                </a:ext>
              </a:extLst>
            </p:cNvPr>
            <p:cNvCxnSpPr/>
            <p:nvPr/>
          </p:nvCxnSpPr>
          <p:spPr>
            <a:xfrm>
              <a:off x="5771804" y="1131970"/>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33" name="Straight Arrow Connector 32">
              <a:extLst>
                <a:ext uri="{FF2B5EF4-FFF2-40B4-BE49-F238E27FC236}">
                  <a16:creationId xmlns:a16="http://schemas.microsoft.com/office/drawing/2014/main" id="{12DA3545-3621-DF97-17A3-DDD909B0A153}"/>
                </a:ext>
              </a:extLst>
            </p:cNvPr>
            <p:cNvCxnSpPr/>
            <p:nvPr/>
          </p:nvCxnSpPr>
          <p:spPr>
            <a:xfrm>
              <a:off x="5771804" y="1334246"/>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34" name="Straight Arrow Connector 33">
              <a:extLst>
                <a:ext uri="{FF2B5EF4-FFF2-40B4-BE49-F238E27FC236}">
                  <a16:creationId xmlns:a16="http://schemas.microsoft.com/office/drawing/2014/main" id="{996DB76C-88FA-0B24-009B-7C531F6C04ED}"/>
                </a:ext>
              </a:extLst>
            </p:cNvPr>
            <p:cNvCxnSpPr/>
            <p:nvPr/>
          </p:nvCxnSpPr>
          <p:spPr>
            <a:xfrm>
              <a:off x="5771804" y="1602046"/>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35" name="Straight Arrow Connector 34">
              <a:extLst>
                <a:ext uri="{FF2B5EF4-FFF2-40B4-BE49-F238E27FC236}">
                  <a16:creationId xmlns:a16="http://schemas.microsoft.com/office/drawing/2014/main" id="{124C506E-C102-5604-F1C0-758D3EC72B8D}"/>
                </a:ext>
              </a:extLst>
            </p:cNvPr>
            <p:cNvCxnSpPr/>
            <p:nvPr/>
          </p:nvCxnSpPr>
          <p:spPr>
            <a:xfrm>
              <a:off x="5771804" y="1804322"/>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36" name="Straight Arrow Connector 35">
              <a:extLst>
                <a:ext uri="{FF2B5EF4-FFF2-40B4-BE49-F238E27FC236}">
                  <a16:creationId xmlns:a16="http://schemas.microsoft.com/office/drawing/2014/main" id="{CD1B4ED2-611E-842E-2FE8-04F466C29E94}"/>
                </a:ext>
              </a:extLst>
            </p:cNvPr>
            <p:cNvCxnSpPr/>
            <p:nvPr/>
          </p:nvCxnSpPr>
          <p:spPr>
            <a:xfrm>
              <a:off x="5771804" y="2046192"/>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37" name="Straight Arrow Connector 36">
              <a:extLst>
                <a:ext uri="{FF2B5EF4-FFF2-40B4-BE49-F238E27FC236}">
                  <a16:creationId xmlns:a16="http://schemas.microsoft.com/office/drawing/2014/main" id="{2909DF24-9B53-68AD-CFE0-61EE0F990AF9}"/>
                </a:ext>
              </a:extLst>
            </p:cNvPr>
            <p:cNvCxnSpPr/>
            <p:nvPr/>
          </p:nvCxnSpPr>
          <p:spPr>
            <a:xfrm>
              <a:off x="5771804" y="2248468"/>
              <a:ext cx="1005840" cy="0"/>
            </a:xfrm>
            <a:prstGeom prst="straightConnector1">
              <a:avLst/>
            </a:prstGeom>
            <a:noFill/>
            <a:ln w="28575" cap="flat" cmpd="sng" algn="ctr">
              <a:solidFill>
                <a:srgbClr val="ED7D31"/>
              </a:solidFill>
              <a:prstDash val="solid"/>
              <a:miter lim="800000"/>
              <a:tailEnd type="stealth" w="lg" len="lg"/>
            </a:ln>
            <a:effectLst/>
          </p:spPr>
        </p:cxnSp>
      </p:grpSp>
      <p:sp>
        <p:nvSpPr>
          <p:cNvPr id="38" name="TextBox 37">
            <a:extLst>
              <a:ext uri="{FF2B5EF4-FFF2-40B4-BE49-F238E27FC236}">
                <a16:creationId xmlns:a16="http://schemas.microsoft.com/office/drawing/2014/main" id="{127DDE23-B7D2-8EF5-9614-9D67A559F4E9}"/>
              </a:ext>
            </a:extLst>
          </p:cNvPr>
          <p:cNvSpPr txBox="1"/>
          <p:nvPr/>
        </p:nvSpPr>
        <p:spPr>
          <a:xfrm>
            <a:off x="449290" y="452177"/>
            <a:ext cx="170274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Illumination EMR</a:t>
            </a:r>
            <a:endPar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nvGrpSpPr>
          <p:cNvPr id="39" name="Group 38">
            <a:extLst>
              <a:ext uri="{FF2B5EF4-FFF2-40B4-BE49-F238E27FC236}">
                <a16:creationId xmlns:a16="http://schemas.microsoft.com/office/drawing/2014/main" id="{719D9F11-C628-8987-1C19-CE1893F774C0}"/>
              </a:ext>
            </a:extLst>
          </p:cNvPr>
          <p:cNvGrpSpPr/>
          <p:nvPr/>
        </p:nvGrpSpPr>
        <p:grpSpPr>
          <a:xfrm>
            <a:off x="3646453" y="167358"/>
            <a:ext cx="3918604" cy="504399"/>
            <a:chOff x="5163804" y="1835385"/>
            <a:chExt cx="4534672" cy="608126"/>
          </a:xfrm>
        </p:grpSpPr>
        <p:sp>
          <p:nvSpPr>
            <p:cNvPr id="40" name="TextBox 39">
              <a:extLst>
                <a:ext uri="{FF2B5EF4-FFF2-40B4-BE49-F238E27FC236}">
                  <a16:creationId xmlns:a16="http://schemas.microsoft.com/office/drawing/2014/main" id="{D2EBA241-5F62-8465-C1CD-FF2F94CD09E0}"/>
                </a:ext>
              </a:extLst>
            </p:cNvPr>
            <p:cNvSpPr txBox="1"/>
            <p:nvPr/>
          </p:nvSpPr>
          <p:spPr>
            <a:xfrm>
              <a:off x="6679540" y="1835385"/>
              <a:ext cx="3018936" cy="3710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Electromagnetic Radiation (EMR)</a:t>
              </a:r>
            </a:p>
          </p:txBody>
        </p:sp>
        <p:cxnSp>
          <p:nvCxnSpPr>
            <p:cNvPr id="41" name="Straight Connector 40">
              <a:extLst>
                <a:ext uri="{FF2B5EF4-FFF2-40B4-BE49-F238E27FC236}">
                  <a16:creationId xmlns:a16="http://schemas.microsoft.com/office/drawing/2014/main" id="{C35812A2-FAAA-66FC-60AE-28AF541024A3}"/>
                </a:ext>
              </a:extLst>
            </p:cNvPr>
            <p:cNvCxnSpPr>
              <a:cxnSpLocks/>
            </p:cNvCxnSpPr>
            <p:nvPr/>
          </p:nvCxnSpPr>
          <p:spPr>
            <a:xfrm>
              <a:off x="5163804" y="2158884"/>
              <a:ext cx="4355345" cy="31186"/>
            </a:xfrm>
            <a:prstGeom prst="line">
              <a:avLst/>
            </a:prstGeom>
            <a:noFill/>
            <a:ln w="6350" cap="flat" cmpd="sng" algn="ctr">
              <a:solidFill>
                <a:srgbClr val="4472C4"/>
              </a:solidFill>
              <a:prstDash val="solid"/>
              <a:miter lim="800000"/>
            </a:ln>
            <a:effectLst/>
          </p:spPr>
        </p:cxnSp>
        <p:grpSp>
          <p:nvGrpSpPr>
            <p:cNvPr id="42" name="Group 41">
              <a:extLst>
                <a:ext uri="{FF2B5EF4-FFF2-40B4-BE49-F238E27FC236}">
                  <a16:creationId xmlns:a16="http://schemas.microsoft.com/office/drawing/2014/main" id="{FD0CC007-111A-F7BF-CF00-2AB831696DA2}"/>
                </a:ext>
              </a:extLst>
            </p:cNvPr>
            <p:cNvGrpSpPr/>
            <p:nvPr/>
          </p:nvGrpSpPr>
          <p:grpSpPr>
            <a:xfrm>
              <a:off x="5274084" y="1908367"/>
              <a:ext cx="1865655" cy="535144"/>
              <a:chOff x="4983850" y="137995"/>
              <a:chExt cx="3123412" cy="827009"/>
            </a:xfrm>
          </p:grpSpPr>
          <p:grpSp>
            <p:nvGrpSpPr>
              <p:cNvPr id="43" name="Group 42">
                <a:extLst>
                  <a:ext uri="{FF2B5EF4-FFF2-40B4-BE49-F238E27FC236}">
                    <a16:creationId xmlns:a16="http://schemas.microsoft.com/office/drawing/2014/main" id="{B27C9966-C1CB-C8D5-1D79-2FFD9980848E}"/>
                  </a:ext>
                </a:extLst>
              </p:cNvPr>
              <p:cNvGrpSpPr/>
              <p:nvPr/>
            </p:nvGrpSpPr>
            <p:grpSpPr>
              <a:xfrm rot="16200000">
                <a:off x="4991338" y="149856"/>
                <a:ext cx="795598" cy="810574"/>
                <a:chOff x="8287788" y="1225272"/>
                <a:chExt cx="795598" cy="810574"/>
              </a:xfrm>
            </p:grpSpPr>
            <p:sp>
              <p:nvSpPr>
                <p:cNvPr id="53" name="Arc 52">
                  <a:extLst>
                    <a:ext uri="{FF2B5EF4-FFF2-40B4-BE49-F238E27FC236}">
                      <a16:creationId xmlns:a16="http://schemas.microsoft.com/office/drawing/2014/main" id="{643B7BEF-E7F0-1327-686E-5F9487B531D5}"/>
                    </a:ext>
                  </a:extLst>
                </p:cNvPr>
                <p:cNvSpPr/>
                <p:nvPr/>
              </p:nvSpPr>
              <p:spPr>
                <a:xfrm>
                  <a:off x="8287788" y="1278950"/>
                  <a:ext cx="795597" cy="756896"/>
                </a:xfrm>
                <a:prstGeom prst="arc">
                  <a:avLst>
                    <a:gd name="adj1" fmla="val 16350926"/>
                    <a:gd name="adj2" fmla="val 0"/>
                  </a:avLst>
                </a:prstGeom>
                <a:no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54" name="Arc 53">
                  <a:extLst>
                    <a:ext uri="{FF2B5EF4-FFF2-40B4-BE49-F238E27FC236}">
                      <a16:creationId xmlns:a16="http://schemas.microsoft.com/office/drawing/2014/main" id="{71AC20A9-1CEE-1C4B-75B0-05206AB309C8}"/>
                    </a:ext>
                  </a:extLst>
                </p:cNvPr>
                <p:cNvSpPr/>
                <p:nvPr/>
              </p:nvSpPr>
              <p:spPr>
                <a:xfrm rot="5400000">
                  <a:off x="8307139" y="1244623"/>
                  <a:ext cx="795597" cy="756896"/>
                </a:xfrm>
                <a:prstGeom prst="arc">
                  <a:avLst/>
                </a:prstGeom>
                <a:no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44" name="Group 43">
                <a:extLst>
                  <a:ext uri="{FF2B5EF4-FFF2-40B4-BE49-F238E27FC236}">
                    <a16:creationId xmlns:a16="http://schemas.microsoft.com/office/drawing/2014/main" id="{746BB58C-AA60-099C-3FF5-2948D6BFA4D8}"/>
                  </a:ext>
                </a:extLst>
              </p:cNvPr>
              <p:cNvGrpSpPr/>
              <p:nvPr/>
            </p:nvGrpSpPr>
            <p:grpSpPr>
              <a:xfrm rot="5400000">
                <a:off x="5786111" y="137995"/>
                <a:ext cx="795597" cy="795597"/>
                <a:chOff x="8287789" y="1225272"/>
                <a:chExt cx="795597" cy="795597"/>
              </a:xfrm>
            </p:grpSpPr>
            <p:sp>
              <p:nvSpPr>
                <p:cNvPr id="51" name="Arc 50">
                  <a:extLst>
                    <a:ext uri="{FF2B5EF4-FFF2-40B4-BE49-F238E27FC236}">
                      <a16:creationId xmlns:a16="http://schemas.microsoft.com/office/drawing/2014/main" id="{720C7129-35FD-05A7-C495-9F4F04F691CD}"/>
                    </a:ext>
                  </a:extLst>
                </p:cNvPr>
                <p:cNvSpPr/>
                <p:nvPr/>
              </p:nvSpPr>
              <p:spPr>
                <a:xfrm>
                  <a:off x="8287789" y="1255222"/>
                  <a:ext cx="795597" cy="756896"/>
                </a:xfrm>
                <a:prstGeom prst="arc">
                  <a:avLst/>
                </a:prstGeom>
                <a:no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52" name="Arc 51">
                  <a:extLst>
                    <a:ext uri="{FF2B5EF4-FFF2-40B4-BE49-F238E27FC236}">
                      <a16:creationId xmlns:a16="http://schemas.microsoft.com/office/drawing/2014/main" id="{2D6D734E-1309-BF16-3354-7982C24289B1}"/>
                    </a:ext>
                  </a:extLst>
                </p:cNvPr>
                <p:cNvSpPr/>
                <p:nvPr/>
              </p:nvSpPr>
              <p:spPr>
                <a:xfrm rot="5400000">
                  <a:off x="8307139" y="1244623"/>
                  <a:ext cx="795597" cy="756896"/>
                </a:xfrm>
                <a:prstGeom prst="arc">
                  <a:avLst>
                    <a:gd name="adj1" fmla="val 16200000"/>
                    <a:gd name="adj2" fmla="val 140653"/>
                  </a:avLst>
                </a:prstGeom>
                <a:no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45" name="Group 44">
                <a:extLst>
                  <a:ext uri="{FF2B5EF4-FFF2-40B4-BE49-F238E27FC236}">
                    <a16:creationId xmlns:a16="http://schemas.microsoft.com/office/drawing/2014/main" id="{DA5633CB-B714-1A7F-23B4-7B7771D3B45E}"/>
                  </a:ext>
                </a:extLst>
              </p:cNvPr>
              <p:cNvGrpSpPr/>
              <p:nvPr/>
            </p:nvGrpSpPr>
            <p:grpSpPr>
              <a:xfrm rot="16200000">
                <a:off x="6516892" y="161918"/>
                <a:ext cx="795598" cy="810574"/>
                <a:chOff x="8287788" y="1225272"/>
                <a:chExt cx="795598" cy="810574"/>
              </a:xfrm>
            </p:grpSpPr>
            <p:sp>
              <p:nvSpPr>
                <p:cNvPr id="49" name="Arc 48">
                  <a:extLst>
                    <a:ext uri="{FF2B5EF4-FFF2-40B4-BE49-F238E27FC236}">
                      <a16:creationId xmlns:a16="http://schemas.microsoft.com/office/drawing/2014/main" id="{8F7033D9-BD41-D541-9272-491F4644F45D}"/>
                    </a:ext>
                  </a:extLst>
                </p:cNvPr>
                <p:cNvSpPr/>
                <p:nvPr/>
              </p:nvSpPr>
              <p:spPr>
                <a:xfrm>
                  <a:off x="8287788" y="1278950"/>
                  <a:ext cx="795597" cy="756896"/>
                </a:xfrm>
                <a:prstGeom prst="arc">
                  <a:avLst>
                    <a:gd name="adj1" fmla="val 16350926"/>
                    <a:gd name="adj2" fmla="val 0"/>
                  </a:avLst>
                </a:prstGeom>
                <a:no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50" name="Arc 49">
                  <a:extLst>
                    <a:ext uri="{FF2B5EF4-FFF2-40B4-BE49-F238E27FC236}">
                      <a16:creationId xmlns:a16="http://schemas.microsoft.com/office/drawing/2014/main" id="{C33E6553-48C6-274C-4123-5FC8597B5B1D}"/>
                    </a:ext>
                  </a:extLst>
                </p:cNvPr>
                <p:cNvSpPr/>
                <p:nvPr/>
              </p:nvSpPr>
              <p:spPr>
                <a:xfrm rot="5400000">
                  <a:off x="8307139" y="1244623"/>
                  <a:ext cx="795597" cy="756896"/>
                </a:xfrm>
                <a:prstGeom prst="arc">
                  <a:avLst/>
                </a:prstGeom>
                <a:no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46" name="Group 45">
                <a:extLst>
                  <a:ext uri="{FF2B5EF4-FFF2-40B4-BE49-F238E27FC236}">
                    <a16:creationId xmlns:a16="http://schemas.microsoft.com/office/drawing/2014/main" id="{3AE495C1-7885-ABBB-F4B5-9B02E0BE68AD}"/>
                  </a:ext>
                </a:extLst>
              </p:cNvPr>
              <p:cNvGrpSpPr/>
              <p:nvPr/>
            </p:nvGrpSpPr>
            <p:grpSpPr>
              <a:xfrm rot="5400000">
                <a:off x="7311665" y="150057"/>
                <a:ext cx="795597" cy="795597"/>
                <a:chOff x="8287789" y="1225272"/>
                <a:chExt cx="795597" cy="795597"/>
              </a:xfrm>
            </p:grpSpPr>
            <p:sp>
              <p:nvSpPr>
                <p:cNvPr id="47" name="Arc 46">
                  <a:extLst>
                    <a:ext uri="{FF2B5EF4-FFF2-40B4-BE49-F238E27FC236}">
                      <a16:creationId xmlns:a16="http://schemas.microsoft.com/office/drawing/2014/main" id="{2CC99802-25AF-7CB3-4722-0BD14F657912}"/>
                    </a:ext>
                  </a:extLst>
                </p:cNvPr>
                <p:cNvSpPr/>
                <p:nvPr/>
              </p:nvSpPr>
              <p:spPr>
                <a:xfrm>
                  <a:off x="8287789" y="1255222"/>
                  <a:ext cx="795597" cy="756896"/>
                </a:xfrm>
                <a:prstGeom prst="arc">
                  <a:avLst/>
                </a:prstGeom>
                <a:no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48" name="Arc 47">
                  <a:extLst>
                    <a:ext uri="{FF2B5EF4-FFF2-40B4-BE49-F238E27FC236}">
                      <a16:creationId xmlns:a16="http://schemas.microsoft.com/office/drawing/2014/main" id="{BEDF13AA-9569-C04A-EF02-595CA213326E}"/>
                    </a:ext>
                  </a:extLst>
                </p:cNvPr>
                <p:cNvSpPr/>
                <p:nvPr/>
              </p:nvSpPr>
              <p:spPr>
                <a:xfrm rot="5400000">
                  <a:off x="8307139" y="1244623"/>
                  <a:ext cx="795597" cy="756896"/>
                </a:xfrm>
                <a:prstGeom prst="arc">
                  <a:avLst>
                    <a:gd name="adj1" fmla="val 16200000"/>
                    <a:gd name="adj2" fmla="val 140653"/>
                  </a:avLst>
                </a:prstGeom>
                <a:no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grpSp>
      <p:sp>
        <p:nvSpPr>
          <p:cNvPr id="55" name="TextBox 54">
            <a:extLst>
              <a:ext uri="{FF2B5EF4-FFF2-40B4-BE49-F238E27FC236}">
                <a16:creationId xmlns:a16="http://schemas.microsoft.com/office/drawing/2014/main" id="{66F266B7-DC01-B3A2-068F-1F9A6D47FD9C}"/>
              </a:ext>
            </a:extLst>
          </p:cNvPr>
          <p:cNvSpPr txBox="1"/>
          <p:nvPr/>
        </p:nvSpPr>
        <p:spPr>
          <a:xfrm>
            <a:off x="4560472" y="2585804"/>
            <a:ext cx="149260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Scene EMR</a:t>
            </a:r>
            <a:endPar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56" name="TextBox 55">
            <a:extLst>
              <a:ext uri="{FF2B5EF4-FFF2-40B4-BE49-F238E27FC236}">
                <a16:creationId xmlns:a16="http://schemas.microsoft.com/office/drawing/2014/main" id="{E47F68D6-E2C8-F5DD-43EB-BD46794A2D44}"/>
              </a:ext>
            </a:extLst>
          </p:cNvPr>
          <p:cNvSpPr txBox="1"/>
          <p:nvPr/>
        </p:nvSpPr>
        <p:spPr>
          <a:xfrm>
            <a:off x="7739094" y="4197311"/>
            <a:ext cx="95842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EMR Projection</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57" name="Flowchart: Process 56">
            <a:extLst>
              <a:ext uri="{FF2B5EF4-FFF2-40B4-BE49-F238E27FC236}">
                <a16:creationId xmlns:a16="http://schemas.microsoft.com/office/drawing/2014/main" id="{CA3AF99C-F173-365F-171E-05B5169EA011}"/>
              </a:ext>
            </a:extLst>
          </p:cNvPr>
          <p:cNvSpPr/>
          <p:nvPr/>
        </p:nvSpPr>
        <p:spPr>
          <a:xfrm>
            <a:off x="8600508" y="3340888"/>
            <a:ext cx="434394" cy="495612"/>
          </a:xfrm>
          <a:prstGeom prst="flowChartProcess">
            <a:avLst/>
          </a:prstGeom>
          <a:pattFill prst="smGrid">
            <a:fgClr>
              <a:sysClr val="windowText" lastClr="000000"/>
            </a:fgClr>
            <a:bgClr>
              <a:sysClr val="window" lastClr="FFFFFF"/>
            </a:bgClr>
          </a:pattFill>
          <a:ln w="12700" cap="flat" cmpd="sng" algn="ctr">
            <a:solidFill>
              <a:srgbClr val="4472C4">
                <a:shade val="15000"/>
              </a:srgbClr>
            </a:solidFill>
            <a:prstDash val="solid"/>
            <a:miter lim="800000"/>
          </a:ln>
          <a:effectLst/>
          <a:scene3d>
            <a:camera prst="isometricOffAxis1Left"/>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8" name="TextBox 57">
            <a:extLst>
              <a:ext uri="{FF2B5EF4-FFF2-40B4-BE49-F238E27FC236}">
                <a16:creationId xmlns:a16="http://schemas.microsoft.com/office/drawing/2014/main" id="{16C90B0D-5B63-234B-8CE6-5A7289446B8E}"/>
              </a:ext>
            </a:extLst>
          </p:cNvPr>
          <p:cNvSpPr txBox="1"/>
          <p:nvPr/>
        </p:nvSpPr>
        <p:spPr>
          <a:xfrm>
            <a:off x="8568308" y="4255778"/>
            <a:ext cx="8596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Image Sensor</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59" name="Straight Arrow Connector 58">
            <a:extLst>
              <a:ext uri="{FF2B5EF4-FFF2-40B4-BE49-F238E27FC236}">
                <a16:creationId xmlns:a16="http://schemas.microsoft.com/office/drawing/2014/main" id="{45DC498B-274A-AE8E-6501-2DF644AC7B7C}"/>
              </a:ext>
            </a:extLst>
          </p:cNvPr>
          <p:cNvCxnSpPr>
            <a:cxnSpLocks/>
            <a:stCxn id="56" idx="0"/>
          </p:cNvCxnSpPr>
          <p:nvPr/>
        </p:nvCxnSpPr>
        <p:spPr>
          <a:xfrm flipV="1">
            <a:off x="8218308" y="3864165"/>
            <a:ext cx="249400" cy="333146"/>
          </a:xfrm>
          <a:prstGeom prst="straightConnector1">
            <a:avLst/>
          </a:prstGeom>
          <a:noFill/>
          <a:ln w="28575" cap="flat" cmpd="sng" algn="ctr">
            <a:solidFill>
              <a:sysClr val="windowText" lastClr="000000"/>
            </a:solidFill>
            <a:prstDash val="solid"/>
            <a:miter lim="800000"/>
            <a:tailEnd type="stealth" w="lg" len="lg"/>
          </a:ln>
          <a:effectLst/>
        </p:spPr>
      </p:cxnSp>
      <p:cxnSp>
        <p:nvCxnSpPr>
          <p:cNvPr id="60" name="Straight Arrow Connector 59">
            <a:extLst>
              <a:ext uri="{FF2B5EF4-FFF2-40B4-BE49-F238E27FC236}">
                <a16:creationId xmlns:a16="http://schemas.microsoft.com/office/drawing/2014/main" id="{85157642-8257-85D3-C69C-594BED59E1E4}"/>
              </a:ext>
            </a:extLst>
          </p:cNvPr>
          <p:cNvCxnSpPr>
            <a:cxnSpLocks/>
            <a:stCxn id="58" idx="0"/>
          </p:cNvCxnSpPr>
          <p:nvPr/>
        </p:nvCxnSpPr>
        <p:spPr>
          <a:xfrm flipH="1" flipV="1">
            <a:off x="8898799" y="3891741"/>
            <a:ext cx="99311" cy="364037"/>
          </a:xfrm>
          <a:prstGeom prst="straightConnector1">
            <a:avLst/>
          </a:prstGeom>
          <a:noFill/>
          <a:ln w="28575" cap="flat" cmpd="sng" algn="ctr">
            <a:solidFill>
              <a:sysClr val="windowText" lastClr="000000"/>
            </a:solidFill>
            <a:prstDash val="solid"/>
            <a:miter lim="800000"/>
            <a:tailEnd type="stealth" w="lg" len="lg"/>
          </a:ln>
          <a:effectLst/>
        </p:spPr>
      </p:cxnSp>
      <p:sp>
        <p:nvSpPr>
          <p:cNvPr id="61" name="Flowchart: Process 60">
            <a:extLst>
              <a:ext uri="{FF2B5EF4-FFF2-40B4-BE49-F238E27FC236}">
                <a16:creationId xmlns:a16="http://schemas.microsoft.com/office/drawing/2014/main" id="{32CA8160-2B3D-DED1-6385-15BD0F4F4953}"/>
              </a:ext>
            </a:extLst>
          </p:cNvPr>
          <p:cNvSpPr/>
          <p:nvPr/>
        </p:nvSpPr>
        <p:spPr>
          <a:xfrm>
            <a:off x="10610982" y="3061254"/>
            <a:ext cx="977264" cy="1018267"/>
          </a:xfrm>
          <a:prstGeom prst="flowChartProcess">
            <a:avLst/>
          </a:prstGeom>
          <a:blipFill>
            <a:blip r:embed="rId2"/>
            <a:stretch>
              <a:fillRect/>
            </a:stretch>
          </a:blipFill>
          <a:ln w="12700" cap="flat" cmpd="sng" algn="ctr">
            <a:solidFill>
              <a:srgbClr val="4472C4">
                <a:shade val="15000"/>
              </a:srgbClr>
            </a:solidFill>
            <a:prstDash val="solid"/>
            <a:miter lim="800000"/>
          </a:ln>
          <a:effectLst/>
          <a:scene3d>
            <a:camera prst="isometricOffAxis1Left"/>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62" name="TextBox 61">
            <a:extLst>
              <a:ext uri="{FF2B5EF4-FFF2-40B4-BE49-F238E27FC236}">
                <a16:creationId xmlns:a16="http://schemas.microsoft.com/office/drawing/2014/main" id="{B453786D-BF83-6B33-8A03-ADCB17982FD2}"/>
              </a:ext>
            </a:extLst>
          </p:cNvPr>
          <p:cNvSpPr txBox="1"/>
          <p:nvPr/>
        </p:nvSpPr>
        <p:spPr>
          <a:xfrm>
            <a:off x="11058832" y="4383326"/>
            <a:ext cx="8596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Digital Image</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63" name="Straight Arrow Connector 62">
            <a:extLst>
              <a:ext uri="{FF2B5EF4-FFF2-40B4-BE49-F238E27FC236}">
                <a16:creationId xmlns:a16="http://schemas.microsoft.com/office/drawing/2014/main" id="{1BDF6103-300C-ED62-8541-7633641C683F}"/>
              </a:ext>
            </a:extLst>
          </p:cNvPr>
          <p:cNvCxnSpPr>
            <a:cxnSpLocks/>
            <a:stCxn id="62" idx="0"/>
          </p:cNvCxnSpPr>
          <p:nvPr/>
        </p:nvCxnSpPr>
        <p:spPr>
          <a:xfrm flipH="1" flipV="1">
            <a:off x="11152152" y="3803343"/>
            <a:ext cx="336482" cy="579983"/>
          </a:xfrm>
          <a:prstGeom prst="straightConnector1">
            <a:avLst/>
          </a:prstGeom>
          <a:noFill/>
          <a:ln w="28575" cap="flat" cmpd="sng" algn="ctr">
            <a:solidFill>
              <a:sysClr val="windowText" lastClr="000000"/>
            </a:solidFill>
            <a:prstDash val="solid"/>
            <a:miter lim="800000"/>
            <a:tailEnd type="stealth" w="lg" len="lg"/>
          </a:ln>
          <a:effectLst/>
        </p:spPr>
      </p:cxnSp>
      <p:cxnSp>
        <p:nvCxnSpPr>
          <p:cNvPr id="64" name="Straight Arrow Connector 63">
            <a:extLst>
              <a:ext uri="{FF2B5EF4-FFF2-40B4-BE49-F238E27FC236}">
                <a16:creationId xmlns:a16="http://schemas.microsoft.com/office/drawing/2014/main" id="{01C29508-0E07-B9C5-90D6-88566E6014D3}"/>
              </a:ext>
            </a:extLst>
          </p:cNvPr>
          <p:cNvCxnSpPr>
            <a:cxnSpLocks/>
          </p:cNvCxnSpPr>
          <p:nvPr/>
        </p:nvCxnSpPr>
        <p:spPr>
          <a:xfrm>
            <a:off x="8966868" y="3588694"/>
            <a:ext cx="432964" cy="0"/>
          </a:xfrm>
          <a:prstGeom prst="straightConnector1">
            <a:avLst/>
          </a:prstGeom>
          <a:noFill/>
          <a:ln w="28575" cap="flat" cmpd="sng" algn="ctr">
            <a:solidFill>
              <a:sysClr val="window" lastClr="FFFFFF">
                <a:lumMod val="65000"/>
              </a:sysClr>
            </a:solidFill>
            <a:prstDash val="solid"/>
            <a:miter lim="800000"/>
            <a:tailEnd type="stealth" w="lg" len="lg"/>
          </a:ln>
          <a:effectLst/>
        </p:spPr>
      </p:cxnSp>
      <p:sp>
        <p:nvSpPr>
          <p:cNvPr id="65" name="TextBox 64">
            <a:extLst>
              <a:ext uri="{FF2B5EF4-FFF2-40B4-BE49-F238E27FC236}">
                <a16:creationId xmlns:a16="http://schemas.microsoft.com/office/drawing/2014/main" id="{2AEF5FC3-D3FA-A5FC-8CB0-115716AB2BF9}"/>
              </a:ext>
            </a:extLst>
          </p:cNvPr>
          <p:cNvSpPr txBox="1"/>
          <p:nvPr/>
        </p:nvSpPr>
        <p:spPr>
          <a:xfrm>
            <a:off x="6912248" y="3918449"/>
            <a:ext cx="1025237"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Optical focusing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66" name="Rectangle: Rounded Corners 65">
            <a:extLst>
              <a:ext uri="{FF2B5EF4-FFF2-40B4-BE49-F238E27FC236}">
                <a16:creationId xmlns:a16="http://schemas.microsoft.com/office/drawing/2014/main" id="{FC97117A-96F8-45EC-0C42-9DACDA67ABCD}"/>
              </a:ext>
            </a:extLst>
          </p:cNvPr>
          <p:cNvSpPr/>
          <p:nvPr/>
        </p:nvSpPr>
        <p:spPr>
          <a:xfrm>
            <a:off x="9427911" y="3231062"/>
            <a:ext cx="927261" cy="739833"/>
          </a:xfrm>
          <a:prstGeom prst="roundRect">
            <a:avLst/>
          </a:prstGeom>
          <a:solidFill>
            <a:sysClr val="window" lastClr="FFFFFF">
              <a:lumMod val="85000"/>
            </a:sysClr>
          </a:solidFill>
          <a:ln w="12700" cap="flat" cmpd="sng" algn="ctr">
            <a:solidFill>
              <a:srgbClr val="4472C4">
                <a:shade val="15000"/>
              </a:srgbClr>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Image Generation Process</a:t>
            </a:r>
          </a:p>
        </p:txBody>
      </p:sp>
      <p:cxnSp>
        <p:nvCxnSpPr>
          <p:cNvPr id="67" name="Straight Arrow Connector 66">
            <a:extLst>
              <a:ext uri="{FF2B5EF4-FFF2-40B4-BE49-F238E27FC236}">
                <a16:creationId xmlns:a16="http://schemas.microsoft.com/office/drawing/2014/main" id="{BAC583FE-C0CE-68DD-FFDB-FDF644609A7A}"/>
              </a:ext>
            </a:extLst>
          </p:cNvPr>
          <p:cNvCxnSpPr>
            <a:cxnSpLocks/>
          </p:cNvCxnSpPr>
          <p:nvPr/>
        </p:nvCxnSpPr>
        <p:spPr>
          <a:xfrm>
            <a:off x="10423684" y="3586751"/>
            <a:ext cx="432964" cy="0"/>
          </a:xfrm>
          <a:prstGeom prst="straightConnector1">
            <a:avLst/>
          </a:prstGeom>
          <a:noFill/>
          <a:ln w="28575" cap="flat" cmpd="sng" algn="ctr">
            <a:solidFill>
              <a:sysClr val="window" lastClr="FFFFFF">
                <a:lumMod val="65000"/>
              </a:sysClr>
            </a:solidFill>
            <a:prstDash val="solid"/>
            <a:miter lim="800000"/>
            <a:tailEnd type="stealth" w="lg" len="lg"/>
          </a:ln>
          <a:effectLst/>
        </p:spPr>
      </p:cxnSp>
      <p:sp>
        <p:nvSpPr>
          <p:cNvPr id="68" name="TextBox 67">
            <a:extLst>
              <a:ext uri="{FF2B5EF4-FFF2-40B4-BE49-F238E27FC236}">
                <a16:creationId xmlns:a16="http://schemas.microsoft.com/office/drawing/2014/main" id="{FCB95837-E99B-FEEB-9806-C08B58B6EB6A}"/>
              </a:ext>
            </a:extLst>
          </p:cNvPr>
          <p:cNvSpPr txBox="1"/>
          <p:nvPr/>
        </p:nvSpPr>
        <p:spPr>
          <a:xfrm>
            <a:off x="7247971" y="2688260"/>
            <a:ext cx="102523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Focused EMR</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69" name="Straight Arrow Connector 68">
            <a:extLst>
              <a:ext uri="{FF2B5EF4-FFF2-40B4-BE49-F238E27FC236}">
                <a16:creationId xmlns:a16="http://schemas.microsoft.com/office/drawing/2014/main" id="{51F30524-AAC9-57E8-3099-236587A75BC4}"/>
              </a:ext>
            </a:extLst>
          </p:cNvPr>
          <p:cNvCxnSpPr>
            <a:cxnSpLocks/>
          </p:cNvCxnSpPr>
          <p:nvPr/>
        </p:nvCxnSpPr>
        <p:spPr>
          <a:xfrm>
            <a:off x="8001282" y="3061254"/>
            <a:ext cx="270710" cy="316744"/>
          </a:xfrm>
          <a:prstGeom prst="straightConnector1">
            <a:avLst/>
          </a:prstGeom>
          <a:noFill/>
          <a:ln w="28575" cap="flat" cmpd="sng" algn="ctr">
            <a:solidFill>
              <a:sysClr val="windowText" lastClr="000000"/>
            </a:solidFill>
            <a:prstDash val="solid"/>
            <a:miter lim="800000"/>
            <a:tailEnd type="stealth" w="lg" len="lg"/>
          </a:ln>
          <a:effectLst/>
        </p:spPr>
      </p:cxnSp>
      <p:sp>
        <p:nvSpPr>
          <p:cNvPr id="70" name="TextBox 69">
            <a:extLst>
              <a:ext uri="{FF2B5EF4-FFF2-40B4-BE49-F238E27FC236}">
                <a16:creationId xmlns:a16="http://schemas.microsoft.com/office/drawing/2014/main" id="{3384E681-D0AB-2503-91F2-F385FD4475B5}"/>
              </a:ext>
            </a:extLst>
          </p:cNvPr>
          <p:cNvSpPr txBox="1"/>
          <p:nvPr/>
        </p:nvSpPr>
        <p:spPr>
          <a:xfrm>
            <a:off x="9874978" y="2568485"/>
            <a:ext cx="9603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Camera</a:t>
            </a: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155C7D6A-A781-9C3B-D3CB-E5EFD715FDFA}"/>
              </a:ext>
            </a:extLst>
          </p:cNvPr>
          <p:cNvSpPr txBox="1"/>
          <p:nvPr/>
        </p:nvSpPr>
        <p:spPr>
          <a:xfrm>
            <a:off x="7353289" y="1486088"/>
            <a:ext cx="1045949"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Photon to Electron Conversion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72" name="Straight Arrow Connector 71">
            <a:extLst>
              <a:ext uri="{FF2B5EF4-FFF2-40B4-BE49-F238E27FC236}">
                <a16:creationId xmlns:a16="http://schemas.microsoft.com/office/drawing/2014/main" id="{258C55FC-DECD-BBE3-52BC-8FDEE01A196B}"/>
              </a:ext>
            </a:extLst>
          </p:cNvPr>
          <p:cNvCxnSpPr>
            <a:cxnSpLocks/>
            <a:stCxn id="71" idx="2"/>
          </p:cNvCxnSpPr>
          <p:nvPr/>
        </p:nvCxnSpPr>
        <p:spPr>
          <a:xfrm>
            <a:off x="7876264" y="2440195"/>
            <a:ext cx="786569" cy="804140"/>
          </a:xfrm>
          <a:prstGeom prst="straightConnector1">
            <a:avLst/>
          </a:prstGeom>
          <a:noFill/>
          <a:ln w="28575" cap="flat" cmpd="sng" algn="ctr">
            <a:solidFill>
              <a:sysClr val="windowText" lastClr="000000"/>
            </a:solidFill>
            <a:prstDash val="solid"/>
            <a:miter lim="800000"/>
            <a:tailEnd type="stealth" w="lg" len="lg"/>
          </a:ln>
          <a:effectLst/>
        </p:spPr>
      </p:cxnSp>
      <p:sp>
        <p:nvSpPr>
          <p:cNvPr id="73" name="TextBox 72">
            <a:extLst>
              <a:ext uri="{FF2B5EF4-FFF2-40B4-BE49-F238E27FC236}">
                <a16:creationId xmlns:a16="http://schemas.microsoft.com/office/drawing/2014/main" id="{F9B86D6D-2C41-7F73-085E-086F0C300C8C}"/>
              </a:ext>
            </a:extLst>
          </p:cNvPr>
          <p:cNvSpPr txBox="1"/>
          <p:nvPr/>
        </p:nvSpPr>
        <p:spPr>
          <a:xfrm>
            <a:off x="9336843" y="4317369"/>
            <a:ext cx="1444017" cy="830997"/>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Electron Counting</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NUC</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Gain &amp; offset</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Noise mitigation</a:t>
            </a:r>
          </a:p>
        </p:txBody>
      </p:sp>
      <p:cxnSp>
        <p:nvCxnSpPr>
          <p:cNvPr id="74" name="Straight Arrow Connector 73">
            <a:extLst>
              <a:ext uri="{FF2B5EF4-FFF2-40B4-BE49-F238E27FC236}">
                <a16:creationId xmlns:a16="http://schemas.microsoft.com/office/drawing/2014/main" id="{03741779-55E6-E190-7286-6A4D6146832B}"/>
              </a:ext>
            </a:extLst>
          </p:cNvPr>
          <p:cNvCxnSpPr>
            <a:cxnSpLocks/>
            <a:stCxn id="73" idx="0"/>
            <a:endCxn id="66" idx="2"/>
          </p:cNvCxnSpPr>
          <p:nvPr/>
        </p:nvCxnSpPr>
        <p:spPr>
          <a:xfrm flipH="1" flipV="1">
            <a:off x="9891542" y="3970895"/>
            <a:ext cx="167310" cy="346474"/>
          </a:xfrm>
          <a:prstGeom prst="straightConnector1">
            <a:avLst/>
          </a:prstGeom>
          <a:noFill/>
          <a:ln w="28575" cap="flat" cmpd="sng" algn="ctr">
            <a:solidFill>
              <a:sysClr val="windowText" lastClr="000000"/>
            </a:solidFill>
            <a:prstDash val="solid"/>
            <a:miter lim="800000"/>
            <a:tailEnd type="stealth" w="lg" len="lg"/>
          </a:ln>
          <a:effectLst/>
        </p:spPr>
      </p:cxnSp>
      <p:pic>
        <p:nvPicPr>
          <p:cNvPr id="75" name="Picture 74" descr="A picture containing text, clock, reading, time&#10;&#10;Description automatically generated">
            <a:extLst>
              <a:ext uri="{FF2B5EF4-FFF2-40B4-BE49-F238E27FC236}">
                <a16:creationId xmlns:a16="http://schemas.microsoft.com/office/drawing/2014/main" id="{A3249564-A7AE-7F9C-FAED-B16C8744C8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2955" y="5190852"/>
            <a:ext cx="620611" cy="620611"/>
          </a:xfrm>
          <a:prstGeom prst="rect">
            <a:avLst/>
          </a:prstGeom>
        </p:spPr>
      </p:pic>
      <p:sp>
        <p:nvSpPr>
          <p:cNvPr id="76" name="TextBox 75">
            <a:extLst>
              <a:ext uri="{FF2B5EF4-FFF2-40B4-BE49-F238E27FC236}">
                <a16:creationId xmlns:a16="http://schemas.microsoft.com/office/drawing/2014/main" id="{61758D93-9ED0-EAFB-5C48-82192099EFF2}"/>
              </a:ext>
            </a:extLst>
          </p:cNvPr>
          <p:cNvSpPr txBox="1"/>
          <p:nvPr/>
        </p:nvSpPr>
        <p:spPr>
          <a:xfrm>
            <a:off x="8200150" y="4816694"/>
            <a:ext cx="7815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Trigger</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77" name="Straight Arrow Connector 76">
            <a:extLst>
              <a:ext uri="{FF2B5EF4-FFF2-40B4-BE49-F238E27FC236}">
                <a16:creationId xmlns:a16="http://schemas.microsoft.com/office/drawing/2014/main" id="{4768CD7D-0457-1859-2121-5461D3F04280}"/>
              </a:ext>
            </a:extLst>
          </p:cNvPr>
          <p:cNvCxnSpPr>
            <a:cxnSpLocks/>
            <a:stCxn id="76" idx="0"/>
          </p:cNvCxnSpPr>
          <p:nvPr/>
        </p:nvCxnSpPr>
        <p:spPr>
          <a:xfrm flipV="1">
            <a:off x="8590939" y="3844372"/>
            <a:ext cx="196734" cy="972322"/>
          </a:xfrm>
          <a:prstGeom prst="straightConnector1">
            <a:avLst/>
          </a:prstGeom>
          <a:noFill/>
          <a:ln w="28575" cap="flat" cmpd="sng" algn="ctr">
            <a:solidFill>
              <a:sysClr val="windowText" lastClr="000000"/>
            </a:solidFill>
            <a:prstDash val="solid"/>
            <a:miter lim="800000"/>
            <a:tailEnd type="stealth" w="lg" len="lg"/>
          </a:ln>
          <a:effectLst/>
        </p:spPr>
      </p:cxnSp>
      <p:cxnSp>
        <p:nvCxnSpPr>
          <p:cNvPr id="78" name="Straight Arrow Connector 77">
            <a:extLst>
              <a:ext uri="{FF2B5EF4-FFF2-40B4-BE49-F238E27FC236}">
                <a16:creationId xmlns:a16="http://schemas.microsoft.com/office/drawing/2014/main" id="{F20353D0-9C7A-31E5-B5B5-AE2E681DE6B0}"/>
              </a:ext>
            </a:extLst>
          </p:cNvPr>
          <p:cNvCxnSpPr>
            <a:cxnSpLocks/>
            <a:stCxn id="76" idx="2"/>
          </p:cNvCxnSpPr>
          <p:nvPr/>
        </p:nvCxnSpPr>
        <p:spPr>
          <a:xfrm>
            <a:off x="8590939" y="5124471"/>
            <a:ext cx="216007" cy="190377"/>
          </a:xfrm>
          <a:prstGeom prst="straightConnector1">
            <a:avLst/>
          </a:prstGeom>
          <a:noFill/>
          <a:ln w="28575" cap="flat" cmpd="sng" algn="ctr">
            <a:solidFill>
              <a:sysClr val="windowText" lastClr="000000"/>
            </a:solidFill>
            <a:prstDash val="solid"/>
            <a:miter lim="800000"/>
            <a:tailEnd type="stealth" w="lg" len="lg"/>
          </a:ln>
          <a:effectLst/>
        </p:spPr>
      </p:cxnSp>
      <p:sp>
        <p:nvSpPr>
          <p:cNvPr id="79" name="TextBox 78">
            <a:extLst>
              <a:ext uri="{FF2B5EF4-FFF2-40B4-BE49-F238E27FC236}">
                <a16:creationId xmlns:a16="http://schemas.microsoft.com/office/drawing/2014/main" id="{4F924675-E498-3A4B-8ACC-D5F45D4A76D9}"/>
              </a:ext>
            </a:extLst>
          </p:cNvPr>
          <p:cNvSpPr txBox="1"/>
          <p:nvPr/>
        </p:nvSpPr>
        <p:spPr>
          <a:xfrm>
            <a:off x="9729926" y="5349670"/>
            <a:ext cx="135551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TAI Timestamp</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80" name="Straight Arrow Connector 79">
            <a:extLst>
              <a:ext uri="{FF2B5EF4-FFF2-40B4-BE49-F238E27FC236}">
                <a16:creationId xmlns:a16="http://schemas.microsoft.com/office/drawing/2014/main" id="{33F66872-403C-DD3F-2DDE-4ACBDC78AFF0}"/>
              </a:ext>
            </a:extLst>
          </p:cNvPr>
          <p:cNvCxnSpPr>
            <a:cxnSpLocks/>
            <a:stCxn id="75" idx="3"/>
          </p:cNvCxnSpPr>
          <p:nvPr/>
        </p:nvCxnSpPr>
        <p:spPr>
          <a:xfrm>
            <a:off x="9383566" y="5501158"/>
            <a:ext cx="426063" cy="0"/>
          </a:xfrm>
          <a:prstGeom prst="straightConnector1">
            <a:avLst/>
          </a:prstGeom>
          <a:noFill/>
          <a:ln w="28575" cap="flat" cmpd="sng" algn="ctr">
            <a:solidFill>
              <a:sysClr val="windowText" lastClr="000000"/>
            </a:solidFill>
            <a:prstDash val="solid"/>
            <a:miter lim="800000"/>
            <a:tailEnd type="stealth" w="lg" len="lg"/>
          </a:ln>
          <a:effectLst/>
        </p:spPr>
      </p:cxnSp>
      <p:cxnSp>
        <p:nvCxnSpPr>
          <p:cNvPr id="81" name="Straight Arrow Connector 80">
            <a:extLst>
              <a:ext uri="{FF2B5EF4-FFF2-40B4-BE49-F238E27FC236}">
                <a16:creationId xmlns:a16="http://schemas.microsoft.com/office/drawing/2014/main" id="{CA435628-5459-8939-4C73-6E9FA3F499DD}"/>
              </a:ext>
            </a:extLst>
          </p:cNvPr>
          <p:cNvCxnSpPr>
            <a:cxnSpLocks/>
          </p:cNvCxnSpPr>
          <p:nvPr/>
        </p:nvCxnSpPr>
        <p:spPr>
          <a:xfrm flipV="1">
            <a:off x="10738421" y="4878705"/>
            <a:ext cx="537229" cy="544457"/>
          </a:xfrm>
          <a:prstGeom prst="straightConnector1">
            <a:avLst/>
          </a:prstGeom>
          <a:noFill/>
          <a:ln w="28575" cap="flat" cmpd="sng" algn="ctr">
            <a:solidFill>
              <a:sysClr val="windowText" lastClr="000000"/>
            </a:solidFill>
            <a:prstDash val="solid"/>
            <a:miter lim="800000"/>
            <a:headEnd type="stealth" w="lg" len="lg"/>
            <a:tailEnd type="none" w="lg" len="lg"/>
          </a:ln>
          <a:effectLst/>
        </p:spPr>
      </p:cxnSp>
      <p:sp>
        <p:nvSpPr>
          <p:cNvPr id="82" name="TextBox 81">
            <a:extLst>
              <a:ext uri="{FF2B5EF4-FFF2-40B4-BE49-F238E27FC236}">
                <a16:creationId xmlns:a16="http://schemas.microsoft.com/office/drawing/2014/main" id="{C9629D83-401A-34C1-085C-E48F2927D6BA}"/>
              </a:ext>
            </a:extLst>
          </p:cNvPr>
          <p:cNvSpPr txBox="1"/>
          <p:nvPr/>
        </p:nvSpPr>
        <p:spPr>
          <a:xfrm>
            <a:off x="7094226" y="5088060"/>
            <a:ext cx="168651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Timestamp Generation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3" name="TextBox 82">
            <a:extLst>
              <a:ext uri="{FF2B5EF4-FFF2-40B4-BE49-F238E27FC236}">
                <a16:creationId xmlns:a16="http://schemas.microsoft.com/office/drawing/2014/main" id="{C288E7EC-D647-9CEF-17BD-E26B5E367A52}"/>
              </a:ext>
            </a:extLst>
          </p:cNvPr>
          <p:cNvSpPr txBox="1"/>
          <p:nvPr/>
        </p:nvSpPr>
        <p:spPr>
          <a:xfrm>
            <a:off x="2647706" y="4337638"/>
            <a:ext cx="2450066"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Atmospheric Processes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Material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Turbulence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Atmosphere Properties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Transverse coherence length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Greenwood frequency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err="1">
                <a:ln>
                  <a:noFill/>
                </a:ln>
                <a:solidFill>
                  <a:prstClr val="black"/>
                </a:solidFill>
                <a:effectLst/>
                <a:uLnTx/>
                <a:uFillTx/>
                <a:latin typeface="Calibri" panose="020F0502020204030204"/>
                <a:ea typeface="+mn-ea"/>
                <a:cs typeface="+mn-cs"/>
              </a:rPr>
              <a:t>Isoplanatic</a:t>
            </a: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 angle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etc.</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4" name="TextBox 83">
            <a:extLst>
              <a:ext uri="{FF2B5EF4-FFF2-40B4-BE49-F238E27FC236}">
                <a16:creationId xmlns:a16="http://schemas.microsoft.com/office/drawing/2014/main" id="{BDC6A2B8-0F76-9A26-FB00-13CAB6A47163}"/>
              </a:ext>
            </a:extLst>
          </p:cNvPr>
          <p:cNvSpPr txBox="1"/>
          <p:nvPr/>
        </p:nvSpPr>
        <p:spPr>
          <a:xfrm>
            <a:off x="131504" y="4336873"/>
            <a:ext cx="2006187" cy="246221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Material Processes </a:t>
            </a:r>
          </a:p>
          <a:p>
            <a:pPr marL="398463"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Reflection</a:t>
            </a:r>
          </a:p>
          <a:p>
            <a:pPr marL="398463"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Transmission</a:t>
            </a:r>
          </a:p>
          <a:p>
            <a:pPr marL="398463"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Absorption</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398463"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Scattering</a:t>
            </a:r>
          </a:p>
          <a:p>
            <a:pPr marL="398463"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Radiating</a:t>
            </a:r>
          </a:p>
          <a:p>
            <a:pPr marL="398463"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227013"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Material Properties</a:t>
            </a:r>
          </a:p>
          <a:p>
            <a:pPr marL="398463"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Emissivity</a:t>
            </a:r>
          </a:p>
          <a:p>
            <a:pPr marL="398463"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Reflectivity</a:t>
            </a:r>
          </a:p>
          <a:p>
            <a:pPr marL="398463"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etc.</a:t>
            </a:r>
          </a:p>
        </p:txBody>
      </p:sp>
      <p:sp>
        <p:nvSpPr>
          <p:cNvPr id="85" name="TextBox 84">
            <a:extLst>
              <a:ext uri="{FF2B5EF4-FFF2-40B4-BE49-F238E27FC236}">
                <a16:creationId xmlns:a16="http://schemas.microsoft.com/office/drawing/2014/main" id="{79F59D2C-C538-3F56-A61C-66FF619038A9}"/>
              </a:ext>
            </a:extLst>
          </p:cNvPr>
          <p:cNvSpPr txBox="1"/>
          <p:nvPr/>
        </p:nvSpPr>
        <p:spPr>
          <a:xfrm>
            <a:off x="9961086" y="1365243"/>
            <a:ext cx="1045949"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Image sensor readout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86" name="Straight Arrow Connector 85">
            <a:extLst>
              <a:ext uri="{FF2B5EF4-FFF2-40B4-BE49-F238E27FC236}">
                <a16:creationId xmlns:a16="http://schemas.microsoft.com/office/drawing/2014/main" id="{E9FA25FB-0767-C21B-D84F-9AD0DB031D06}"/>
              </a:ext>
            </a:extLst>
          </p:cNvPr>
          <p:cNvCxnSpPr>
            <a:cxnSpLocks/>
          </p:cNvCxnSpPr>
          <p:nvPr/>
        </p:nvCxnSpPr>
        <p:spPr>
          <a:xfrm flipH="1">
            <a:off x="9005117" y="2303622"/>
            <a:ext cx="1231022" cy="1107987"/>
          </a:xfrm>
          <a:prstGeom prst="straightConnector1">
            <a:avLst/>
          </a:prstGeom>
          <a:noFill/>
          <a:ln w="28575" cap="flat" cmpd="sng" algn="ctr">
            <a:solidFill>
              <a:sysClr val="windowText" lastClr="000000"/>
            </a:solidFill>
            <a:prstDash val="solid"/>
            <a:miter lim="800000"/>
            <a:tailEnd type="stealth" w="lg" len="lg"/>
          </a:ln>
          <a:effectLst/>
        </p:spPr>
      </p:cxnSp>
      <p:sp>
        <p:nvSpPr>
          <p:cNvPr id="87" name="TextBox 86">
            <a:extLst>
              <a:ext uri="{FF2B5EF4-FFF2-40B4-BE49-F238E27FC236}">
                <a16:creationId xmlns:a16="http://schemas.microsoft.com/office/drawing/2014/main" id="{96E0BA74-B59E-62D9-152E-2EA7541114CC}"/>
              </a:ext>
            </a:extLst>
          </p:cNvPr>
          <p:cNvSpPr txBox="1"/>
          <p:nvPr/>
        </p:nvSpPr>
        <p:spPr>
          <a:xfrm>
            <a:off x="6240364" y="2677848"/>
            <a:ext cx="102523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Optical Assembly</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8" name="TextBox 87">
            <a:extLst>
              <a:ext uri="{FF2B5EF4-FFF2-40B4-BE49-F238E27FC236}">
                <a16:creationId xmlns:a16="http://schemas.microsoft.com/office/drawing/2014/main" id="{51001283-798B-0129-4B8F-AC7051D78D34}"/>
              </a:ext>
            </a:extLst>
          </p:cNvPr>
          <p:cNvSpPr txBox="1"/>
          <p:nvPr/>
        </p:nvSpPr>
        <p:spPr>
          <a:xfrm>
            <a:off x="6153558" y="3916951"/>
            <a:ext cx="1025237"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Optical zooming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9" name="TextBox 88">
            <a:extLst>
              <a:ext uri="{FF2B5EF4-FFF2-40B4-BE49-F238E27FC236}">
                <a16:creationId xmlns:a16="http://schemas.microsoft.com/office/drawing/2014/main" id="{A6575E2D-03CD-A92A-F5F4-48E617E1B69F}"/>
              </a:ext>
            </a:extLst>
          </p:cNvPr>
          <p:cNvSpPr txBox="1"/>
          <p:nvPr/>
        </p:nvSpPr>
        <p:spPr>
          <a:xfrm>
            <a:off x="5333204" y="512929"/>
            <a:ext cx="214091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Has Spectral Composition</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90" name="TextBox 89">
            <a:extLst>
              <a:ext uri="{FF2B5EF4-FFF2-40B4-BE49-F238E27FC236}">
                <a16:creationId xmlns:a16="http://schemas.microsoft.com/office/drawing/2014/main" id="{A1016BF1-BE42-F895-7D33-D717881984BE}"/>
              </a:ext>
            </a:extLst>
          </p:cNvPr>
          <p:cNvSpPr txBox="1"/>
          <p:nvPr/>
        </p:nvSpPr>
        <p:spPr>
          <a:xfrm>
            <a:off x="2956017" y="2031179"/>
            <a:ext cx="102523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Radiating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91" name="TextBox 90">
            <a:extLst>
              <a:ext uri="{FF2B5EF4-FFF2-40B4-BE49-F238E27FC236}">
                <a16:creationId xmlns:a16="http://schemas.microsoft.com/office/drawing/2014/main" id="{098400AA-23F6-9101-6FBF-2ADA981FEA4C}"/>
              </a:ext>
            </a:extLst>
          </p:cNvPr>
          <p:cNvSpPr txBox="1"/>
          <p:nvPr/>
        </p:nvSpPr>
        <p:spPr>
          <a:xfrm>
            <a:off x="8269913" y="1516241"/>
            <a:ext cx="1045949"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Image sensor exposure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92" name="Straight Arrow Connector 91">
            <a:extLst>
              <a:ext uri="{FF2B5EF4-FFF2-40B4-BE49-F238E27FC236}">
                <a16:creationId xmlns:a16="http://schemas.microsoft.com/office/drawing/2014/main" id="{20B625BF-75DB-DD6D-F58B-219D5334C11F}"/>
              </a:ext>
            </a:extLst>
          </p:cNvPr>
          <p:cNvCxnSpPr>
            <a:cxnSpLocks/>
            <a:stCxn id="91" idx="2"/>
          </p:cNvCxnSpPr>
          <p:nvPr/>
        </p:nvCxnSpPr>
        <p:spPr>
          <a:xfrm flipH="1">
            <a:off x="8756631" y="2470348"/>
            <a:ext cx="36257" cy="800914"/>
          </a:xfrm>
          <a:prstGeom prst="straightConnector1">
            <a:avLst/>
          </a:prstGeom>
          <a:noFill/>
          <a:ln w="28575" cap="flat" cmpd="sng" algn="ctr">
            <a:solidFill>
              <a:sysClr val="windowText" lastClr="000000"/>
            </a:solidFill>
            <a:prstDash val="solid"/>
            <a:miter lim="800000"/>
            <a:tailEnd type="stealth" w="lg" len="lg"/>
          </a:ln>
          <a:effectLst/>
        </p:spPr>
      </p:cxnSp>
      <p:sp>
        <p:nvSpPr>
          <p:cNvPr id="93" name="TextBox 92">
            <a:extLst>
              <a:ext uri="{FF2B5EF4-FFF2-40B4-BE49-F238E27FC236}">
                <a16:creationId xmlns:a16="http://schemas.microsoft.com/office/drawing/2014/main" id="{C7E14F30-F816-1138-D320-65A307E6FC2A}"/>
              </a:ext>
            </a:extLst>
          </p:cNvPr>
          <p:cNvSpPr txBox="1"/>
          <p:nvPr/>
        </p:nvSpPr>
        <p:spPr>
          <a:xfrm>
            <a:off x="219908" y="1753922"/>
            <a:ext cx="159475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Scene Entities</a:t>
            </a:r>
            <a:endPar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95" name="TextBox 94">
            <a:extLst>
              <a:ext uri="{FF2B5EF4-FFF2-40B4-BE49-F238E27FC236}">
                <a16:creationId xmlns:a16="http://schemas.microsoft.com/office/drawing/2014/main" id="{4B4FA4A8-A0A6-DD8A-5A0E-0FC0996BD80B}"/>
              </a:ext>
            </a:extLst>
          </p:cNvPr>
          <p:cNvSpPr txBox="1"/>
          <p:nvPr/>
        </p:nvSpPr>
        <p:spPr>
          <a:xfrm rot="19060931">
            <a:off x="10597153" y="4878705"/>
            <a:ext cx="61766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has a</a:t>
            </a:r>
          </a:p>
        </p:txBody>
      </p:sp>
      <p:pic>
        <p:nvPicPr>
          <p:cNvPr id="96" name="Picture 95">
            <a:extLst>
              <a:ext uri="{FF2B5EF4-FFF2-40B4-BE49-F238E27FC236}">
                <a16:creationId xmlns:a16="http://schemas.microsoft.com/office/drawing/2014/main" id="{351FE0DD-5E3B-8A87-F732-12AD7D8907AF}"/>
              </a:ext>
            </a:extLst>
          </p:cNvPr>
          <p:cNvPicPr>
            <a:picLocks noChangeAspect="1"/>
          </p:cNvPicPr>
          <p:nvPr/>
        </p:nvPicPr>
        <p:blipFill rotWithShape="1">
          <a:blip r:embed="rId4"/>
          <a:srcRect l="33920" r="33796"/>
          <a:stretch/>
        </p:blipFill>
        <p:spPr>
          <a:xfrm>
            <a:off x="8756631" y="5912166"/>
            <a:ext cx="435975" cy="430911"/>
          </a:xfrm>
          <a:prstGeom prst="rect">
            <a:avLst/>
          </a:prstGeom>
        </p:spPr>
      </p:pic>
      <p:sp>
        <p:nvSpPr>
          <p:cNvPr id="97" name="TextBox 96">
            <a:extLst>
              <a:ext uri="{FF2B5EF4-FFF2-40B4-BE49-F238E27FC236}">
                <a16:creationId xmlns:a16="http://schemas.microsoft.com/office/drawing/2014/main" id="{B93EF349-134F-E5C3-DA2D-09AC9F11B4B1}"/>
              </a:ext>
            </a:extLst>
          </p:cNvPr>
          <p:cNvSpPr txBox="1"/>
          <p:nvPr/>
        </p:nvSpPr>
        <p:spPr>
          <a:xfrm>
            <a:off x="7135016" y="5877321"/>
            <a:ext cx="168651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Content ID Generation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98" name="Straight Arrow Connector 97">
            <a:extLst>
              <a:ext uri="{FF2B5EF4-FFF2-40B4-BE49-F238E27FC236}">
                <a16:creationId xmlns:a16="http://schemas.microsoft.com/office/drawing/2014/main" id="{E56CCD2B-5AA4-201F-DAE9-B8064AEFE473}"/>
              </a:ext>
            </a:extLst>
          </p:cNvPr>
          <p:cNvCxnSpPr>
            <a:cxnSpLocks/>
          </p:cNvCxnSpPr>
          <p:nvPr/>
        </p:nvCxnSpPr>
        <p:spPr>
          <a:xfrm flipV="1">
            <a:off x="9220487" y="6102189"/>
            <a:ext cx="1806654" cy="25432"/>
          </a:xfrm>
          <a:prstGeom prst="straightConnector1">
            <a:avLst/>
          </a:prstGeom>
          <a:noFill/>
          <a:ln w="28575" cap="flat" cmpd="sng" algn="ctr">
            <a:solidFill>
              <a:sysClr val="windowText" lastClr="000000"/>
            </a:solidFill>
            <a:prstDash val="solid"/>
            <a:miter lim="800000"/>
            <a:tailEnd type="stealth" w="lg" len="lg"/>
          </a:ln>
          <a:effectLst/>
        </p:spPr>
      </p:cxnSp>
      <p:sp>
        <p:nvSpPr>
          <p:cNvPr id="99" name="TextBox 98">
            <a:extLst>
              <a:ext uri="{FF2B5EF4-FFF2-40B4-BE49-F238E27FC236}">
                <a16:creationId xmlns:a16="http://schemas.microsoft.com/office/drawing/2014/main" id="{AFBF5EFF-3BA4-8CF4-F515-48052EF35966}"/>
              </a:ext>
            </a:extLst>
          </p:cNvPr>
          <p:cNvSpPr txBox="1"/>
          <p:nvPr/>
        </p:nvSpPr>
        <p:spPr>
          <a:xfrm>
            <a:off x="10787929" y="5948301"/>
            <a:ext cx="135551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Content ID</a:t>
            </a:r>
            <a:endParaRPr kumimoji="0" lang="en-US"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100" name="Straight Arrow Connector 99">
            <a:extLst>
              <a:ext uri="{FF2B5EF4-FFF2-40B4-BE49-F238E27FC236}">
                <a16:creationId xmlns:a16="http://schemas.microsoft.com/office/drawing/2014/main" id="{5691A472-B2B6-E3EA-355F-677567A570C2}"/>
              </a:ext>
            </a:extLst>
          </p:cNvPr>
          <p:cNvCxnSpPr>
            <a:cxnSpLocks/>
          </p:cNvCxnSpPr>
          <p:nvPr/>
        </p:nvCxnSpPr>
        <p:spPr>
          <a:xfrm flipV="1">
            <a:off x="11491889" y="4922413"/>
            <a:ext cx="0" cy="1043813"/>
          </a:xfrm>
          <a:prstGeom prst="straightConnector1">
            <a:avLst/>
          </a:prstGeom>
          <a:noFill/>
          <a:ln w="28575" cap="flat" cmpd="sng" algn="ctr">
            <a:solidFill>
              <a:sysClr val="windowText" lastClr="000000"/>
            </a:solidFill>
            <a:prstDash val="solid"/>
            <a:miter lim="800000"/>
            <a:headEnd type="stealth" w="lg" len="lg"/>
            <a:tailEnd type="none" w="lg" len="lg"/>
          </a:ln>
          <a:effectLst/>
        </p:spPr>
      </p:cxnSp>
      <p:sp>
        <p:nvSpPr>
          <p:cNvPr id="101" name="TextBox 100">
            <a:extLst>
              <a:ext uri="{FF2B5EF4-FFF2-40B4-BE49-F238E27FC236}">
                <a16:creationId xmlns:a16="http://schemas.microsoft.com/office/drawing/2014/main" id="{5BB3E460-03CE-DEC9-BCA3-A06595BC7BCD}"/>
              </a:ext>
            </a:extLst>
          </p:cNvPr>
          <p:cNvSpPr txBox="1"/>
          <p:nvPr/>
        </p:nvSpPr>
        <p:spPr>
          <a:xfrm>
            <a:off x="11465688" y="5271880"/>
            <a:ext cx="61766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has a</a:t>
            </a:r>
          </a:p>
        </p:txBody>
      </p:sp>
      <p:sp>
        <p:nvSpPr>
          <p:cNvPr id="102" name="TextBox 101">
            <a:extLst>
              <a:ext uri="{FF2B5EF4-FFF2-40B4-BE49-F238E27FC236}">
                <a16:creationId xmlns:a16="http://schemas.microsoft.com/office/drawing/2014/main" id="{C3A91A36-CB9F-252D-7250-0B3F0F8232DA}"/>
              </a:ext>
            </a:extLst>
          </p:cNvPr>
          <p:cNvSpPr txBox="1"/>
          <p:nvPr/>
        </p:nvSpPr>
        <p:spPr>
          <a:xfrm>
            <a:off x="9382088" y="6386299"/>
            <a:ext cx="212508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Image Annotation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3" name="TextBox 102">
            <a:extLst>
              <a:ext uri="{FF2B5EF4-FFF2-40B4-BE49-F238E27FC236}">
                <a16:creationId xmlns:a16="http://schemas.microsoft.com/office/drawing/2014/main" id="{C3E64A7A-CA9E-EF2F-DBC9-4673705B9B08}"/>
              </a:ext>
            </a:extLst>
          </p:cNvPr>
          <p:cNvSpPr txBox="1"/>
          <p:nvPr/>
        </p:nvSpPr>
        <p:spPr>
          <a:xfrm>
            <a:off x="6035298" y="1832838"/>
            <a:ext cx="1291408"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EMR measurement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105" name="Straight Arrow Connector 104">
            <a:extLst>
              <a:ext uri="{FF2B5EF4-FFF2-40B4-BE49-F238E27FC236}">
                <a16:creationId xmlns:a16="http://schemas.microsoft.com/office/drawing/2014/main" id="{70B16FF4-51C4-D170-A19E-5B28C5DA2D0F}"/>
              </a:ext>
            </a:extLst>
          </p:cNvPr>
          <p:cNvCxnSpPr>
            <a:cxnSpLocks/>
          </p:cNvCxnSpPr>
          <p:nvPr/>
        </p:nvCxnSpPr>
        <p:spPr>
          <a:xfrm>
            <a:off x="1915555" y="4517388"/>
            <a:ext cx="772330" cy="166840"/>
          </a:xfrm>
          <a:prstGeom prst="straightConnector1">
            <a:avLst/>
          </a:prstGeom>
          <a:noFill/>
          <a:ln w="19050" cap="flat" cmpd="sng" algn="ctr">
            <a:solidFill>
              <a:sysClr val="windowText" lastClr="000000"/>
            </a:solidFill>
            <a:prstDash val="sysDot"/>
            <a:miter lim="800000"/>
            <a:headEnd type="stealth" w="med" len="med"/>
            <a:tailEnd type="stealth" w="med" len="med"/>
          </a:ln>
          <a:effectLst/>
        </p:spPr>
      </p:cxnSp>
      <p:sp>
        <p:nvSpPr>
          <p:cNvPr id="107" name="TextBox 106">
            <a:extLst>
              <a:ext uri="{FF2B5EF4-FFF2-40B4-BE49-F238E27FC236}">
                <a16:creationId xmlns:a16="http://schemas.microsoft.com/office/drawing/2014/main" id="{7367B76D-938E-5421-C66D-9002E923B873}"/>
              </a:ext>
            </a:extLst>
          </p:cNvPr>
          <p:cNvSpPr txBox="1"/>
          <p:nvPr/>
        </p:nvSpPr>
        <p:spPr>
          <a:xfrm>
            <a:off x="9074703" y="1844575"/>
            <a:ext cx="104594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Noise processes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8" name="TextBox 107">
            <a:extLst>
              <a:ext uri="{FF2B5EF4-FFF2-40B4-BE49-F238E27FC236}">
                <a16:creationId xmlns:a16="http://schemas.microsoft.com/office/drawing/2014/main" id="{EC335C7D-2BBF-6F7C-0652-45C57850184E}"/>
              </a:ext>
            </a:extLst>
          </p:cNvPr>
          <p:cNvSpPr txBox="1"/>
          <p:nvPr/>
        </p:nvSpPr>
        <p:spPr>
          <a:xfrm>
            <a:off x="10666477" y="1476158"/>
            <a:ext cx="1523009"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EMR measurement device</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109" name="Straight Arrow Connector 108">
            <a:extLst>
              <a:ext uri="{FF2B5EF4-FFF2-40B4-BE49-F238E27FC236}">
                <a16:creationId xmlns:a16="http://schemas.microsoft.com/office/drawing/2014/main" id="{AF267967-0E9E-680C-CC4B-E4C2CD09BCC7}"/>
              </a:ext>
            </a:extLst>
          </p:cNvPr>
          <p:cNvCxnSpPr>
            <a:cxnSpLocks/>
          </p:cNvCxnSpPr>
          <p:nvPr/>
        </p:nvCxnSpPr>
        <p:spPr>
          <a:xfrm flipV="1">
            <a:off x="10827974" y="2192979"/>
            <a:ext cx="447676" cy="547596"/>
          </a:xfrm>
          <a:prstGeom prst="straightConnector1">
            <a:avLst/>
          </a:prstGeom>
          <a:noFill/>
          <a:ln w="28575" cap="flat" cmpd="sng" algn="ctr">
            <a:solidFill>
              <a:sysClr val="windowText" lastClr="000000"/>
            </a:solidFill>
            <a:prstDash val="solid"/>
            <a:miter lim="800000"/>
            <a:tailEnd type="stealth" w="lg" len="lg"/>
          </a:ln>
          <a:effectLst/>
        </p:spPr>
      </p:cxnSp>
      <p:cxnSp>
        <p:nvCxnSpPr>
          <p:cNvPr id="110" name="Straight Arrow Connector 109">
            <a:extLst>
              <a:ext uri="{FF2B5EF4-FFF2-40B4-BE49-F238E27FC236}">
                <a16:creationId xmlns:a16="http://schemas.microsoft.com/office/drawing/2014/main" id="{E17A206D-954A-001C-3F6C-30C7F8B5C171}"/>
              </a:ext>
            </a:extLst>
          </p:cNvPr>
          <p:cNvCxnSpPr>
            <a:cxnSpLocks/>
            <a:stCxn id="107" idx="2"/>
          </p:cNvCxnSpPr>
          <p:nvPr/>
        </p:nvCxnSpPr>
        <p:spPr>
          <a:xfrm flipH="1">
            <a:off x="8896166" y="2367795"/>
            <a:ext cx="701512" cy="944583"/>
          </a:xfrm>
          <a:prstGeom prst="straightConnector1">
            <a:avLst/>
          </a:prstGeom>
          <a:noFill/>
          <a:ln w="28575" cap="flat" cmpd="sng" algn="ctr">
            <a:solidFill>
              <a:sysClr val="windowText" lastClr="000000"/>
            </a:solidFill>
            <a:prstDash val="solid"/>
            <a:miter lim="800000"/>
            <a:tailEnd type="stealth" w="lg" len="lg"/>
          </a:ln>
          <a:effectLst/>
        </p:spPr>
      </p:cxnSp>
      <p:sp>
        <p:nvSpPr>
          <p:cNvPr id="112" name="TextBox 111">
            <a:extLst>
              <a:ext uri="{FF2B5EF4-FFF2-40B4-BE49-F238E27FC236}">
                <a16:creationId xmlns:a16="http://schemas.microsoft.com/office/drawing/2014/main" id="{AB0EA974-09EE-2C74-8729-537EF58B96ED}"/>
              </a:ext>
            </a:extLst>
          </p:cNvPr>
          <p:cNvSpPr txBox="1"/>
          <p:nvPr/>
        </p:nvSpPr>
        <p:spPr>
          <a:xfrm>
            <a:off x="5411999" y="4223233"/>
            <a:ext cx="1025237"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panose="020F0502020204030204"/>
                <a:ea typeface="+mn-ea"/>
                <a:cs typeface="+mn-cs"/>
              </a:rPr>
              <a:t>EMR Capture process</a:t>
            </a:r>
            <a:endPar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 name="Cylinder 7">
            <a:extLst>
              <a:ext uri="{FF2B5EF4-FFF2-40B4-BE49-F238E27FC236}">
                <a16:creationId xmlns:a16="http://schemas.microsoft.com/office/drawing/2014/main" id="{EBD484E5-FF2E-6C35-1BB6-503886DF0D9F}"/>
              </a:ext>
            </a:extLst>
          </p:cNvPr>
          <p:cNvSpPr/>
          <p:nvPr/>
        </p:nvSpPr>
        <p:spPr>
          <a:xfrm rot="16200000">
            <a:off x="7480060" y="3282788"/>
            <a:ext cx="382974" cy="573395"/>
          </a:xfrm>
          <a:prstGeom prst="can">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9" name="Cylinder 8">
            <a:extLst>
              <a:ext uri="{FF2B5EF4-FFF2-40B4-BE49-F238E27FC236}">
                <a16:creationId xmlns:a16="http://schemas.microsoft.com/office/drawing/2014/main" id="{E35C3F5F-B5D3-F461-82BF-BD20A8437673}"/>
              </a:ext>
            </a:extLst>
          </p:cNvPr>
          <p:cNvSpPr/>
          <p:nvPr/>
        </p:nvSpPr>
        <p:spPr>
          <a:xfrm rot="16200000">
            <a:off x="7033808" y="3190889"/>
            <a:ext cx="516249" cy="759229"/>
          </a:xfrm>
          <a:prstGeom prst="can">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4" name="Cylinder 23">
            <a:extLst>
              <a:ext uri="{FF2B5EF4-FFF2-40B4-BE49-F238E27FC236}">
                <a16:creationId xmlns:a16="http://schemas.microsoft.com/office/drawing/2014/main" id="{D254F7A1-9919-2DF5-BD19-90FF9A9ED677}"/>
              </a:ext>
            </a:extLst>
          </p:cNvPr>
          <p:cNvSpPr/>
          <p:nvPr/>
        </p:nvSpPr>
        <p:spPr>
          <a:xfrm rot="16200000">
            <a:off x="6363770" y="3011240"/>
            <a:ext cx="739832" cy="1116494"/>
          </a:xfrm>
          <a:prstGeom prst="can">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6" name="Arrow: Pentagon 125">
            <a:extLst>
              <a:ext uri="{FF2B5EF4-FFF2-40B4-BE49-F238E27FC236}">
                <a16:creationId xmlns:a16="http://schemas.microsoft.com/office/drawing/2014/main" id="{BEE40482-D43F-16ED-89E5-05E0CE547B94}"/>
              </a:ext>
            </a:extLst>
          </p:cNvPr>
          <p:cNvSpPr/>
          <p:nvPr/>
        </p:nvSpPr>
        <p:spPr>
          <a:xfrm>
            <a:off x="263033" y="2800705"/>
            <a:ext cx="6010754" cy="1535895"/>
          </a:xfrm>
          <a:prstGeom prst="homePlate">
            <a:avLst>
              <a:gd name="adj" fmla="val 218057"/>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Isosceles Triangle 10">
            <a:extLst>
              <a:ext uri="{FF2B5EF4-FFF2-40B4-BE49-F238E27FC236}">
                <a16:creationId xmlns:a16="http://schemas.microsoft.com/office/drawing/2014/main" id="{FEFB0620-F52A-FF9F-74BC-DA02E7FAF3D2}"/>
              </a:ext>
            </a:extLst>
          </p:cNvPr>
          <p:cNvSpPr/>
          <p:nvPr/>
        </p:nvSpPr>
        <p:spPr>
          <a:xfrm>
            <a:off x="350621" y="3448201"/>
            <a:ext cx="614083" cy="730623"/>
          </a:xfrm>
          <a:prstGeom prst="triangle">
            <a:avLst/>
          </a:prstGeom>
          <a:solidFill>
            <a:srgbClr val="FFC000">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Isosceles Triangle 11">
            <a:extLst>
              <a:ext uri="{FF2B5EF4-FFF2-40B4-BE49-F238E27FC236}">
                <a16:creationId xmlns:a16="http://schemas.microsoft.com/office/drawing/2014/main" id="{FCAF4197-B818-AA28-A1A5-F64316625428}"/>
              </a:ext>
            </a:extLst>
          </p:cNvPr>
          <p:cNvSpPr/>
          <p:nvPr/>
        </p:nvSpPr>
        <p:spPr>
          <a:xfrm>
            <a:off x="1193303" y="3289077"/>
            <a:ext cx="614083" cy="730623"/>
          </a:xfrm>
          <a:prstGeom prst="triangle">
            <a:avLst/>
          </a:prstGeom>
          <a:solidFill>
            <a:srgbClr val="FFC000">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Isosceles Triangle 12">
            <a:extLst>
              <a:ext uri="{FF2B5EF4-FFF2-40B4-BE49-F238E27FC236}">
                <a16:creationId xmlns:a16="http://schemas.microsoft.com/office/drawing/2014/main" id="{6BD6E607-2514-C08C-7F91-C7E554DF2676}"/>
              </a:ext>
            </a:extLst>
          </p:cNvPr>
          <p:cNvSpPr/>
          <p:nvPr/>
        </p:nvSpPr>
        <p:spPr>
          <a:xfrm>
            <a:off x="614018" y="2903202"/>
            <a:ext cx="1041160" cy="1344704"/>
          </a:xfrm>
          <a:prstGeom prst="triangle">
            <a:avLst/>
          </a:prstGeom>
          <a:solidFill>
            <a:srgbClr val="FFC000">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4" name="Graphic 13" descr="Take Off with solid fill">
            <a:extLst>
              <a:ext uri="{FF2B5EF4-FFF2-40B4-BE49-F238E27FC236}">
                <a16:creationId xmlns:a16="http://schemas.microsoft.com/office/drawing/2014/main" id="{D31490C1-973E-4DEB-AA7D-B30CCDCD032A}"/>
              </a:ext>
            </a:extLst>
          </p:cNvPr>
          <p:cNvPicPr>
            <a:picLocks noChangeAspect="1"/>
          </p:cNvPicPr>
          <p:nvPr/>
        </p:nvPicPr>
        <p:blipFill>
          <a:blip r:embed="rId6">
            <a:extLst>
              <a:ext uri="{96DAC541-7B7A-43D3-8B79-37D633B846F1}">
                <asvg:svgBlip xmlns:asvg="http://schemas.microsoft.com/office/drawing/2016/SVG/main" r:embed="rId7"/>
              </a:ext>
            </a:extLst>
          </a:blip>
          <a:srcRect b="28676"/>
          <a:stretch/>
        </p:blipFill>
        <p:spPr>
          <a:xfrm rot="656309">
            <a:off x="1656843" y="2842539"/>
            <a:ext cx="914400" cy="652183"/>
          </a:xfrm>
          <a:prstGeom prst="rect">
            <a:avLst/>
          </a:prstGeom>
        </p:spPr>
      </p:pic>
      <p:sp>
        <p:nvSpPr>
          <p:cNvPr id="17" name="Cloud 16">
            <a:extLst>
              <a:ext uri="{FF2B5EF4-FFF2-40B4-BE49-F238E27FC236}">
                <a16:creationId xmlns:a16="http://schemas.microsoft.com/office/drawing/2014/main" id="{D5E15004-E5DC-00C8-1D62-FE4CBA65FC0D}"/>
              </a:ext>
            </a:extLst>
          </p:cNvPr>
          <p:cNvSpPr/>
          <p:nvPr/>
        </p:nvSpPr>
        <p:spPr>
          <a:xfrm>
            <a:off x="2970716" y="2924358"/>
            <a:ext cx="1786026" cy="1264810"/>
          </a:xfrm>
          <a:prstGeom prst="cloud">
            <a:avLst/>
          </a:prstGeom>
          <a:solidFill>
            <a:srgbClr val="4472C4">
              <a:lumMod val="20000"/>
              <a:lumOff val="80000"/>
              <a:alpha val="52000"/>
            </a:srgbClr>
          </a:solidFill>
          <a:ln w="12700" cap="flat" cmpd="sng" algn="ctr">
            <a:solidFill>
              <a:srgbClr val="4472C4">
                <a:shade val="15000"/>
              </a:srgbClr>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Atmosphere</a:t>
            </a:r>
          </a:p>
        </p:txBody>
      </p:sp>
      <p:grpSp>
        <p:nvGrpSpPr>
          <p:cNvPr id="122" name="Group 121">
            <a:extLst>
              <a:ext uri="{FF2B5EF4-FFF2-40B4-BE49-F238E27FC236}">
                <a16:creationId xmlns:a16="http://schemas.microsoft.com/office/drawing/2014/main" id="{C16E03ED-D6B5-9EBA-022D-DC8DBF17AC38}"/>
              </a:ext>
            </a:extLst>
          </p:cNvPr>
          <p:cNvGrpSpPr/>
          <p:nvPr/>
        </p:nvGrpSpPr>
        <p:grpSpPr>
          <a:xfrm>
            <a:off x="4837358" y="3008793"/>
            <a:ext cx="1005840" cy="1116498"/>
            <a:chOff x="4837358" y="3008793"/>
            <a:chExt cx="1005840" cy="1116498"/>
          </a:xfrm>
        </p:grpSpPr>
        <p:cxnSp>
          <p:nvCxnSpPr>
            <p:cNvPr id="18" name="Straight Arrow Connector 17">
              <a:extLst>
                <a:ext uri="{FF2B5EF4-FFF2-40B4-BE49-F238E27FC236}">
                  <a16:creationId xmlns:a16="http://schemas.microsoft.com/office/drawing/2014/main" id="{93C67CDE-9ECF-5BD6-B50C-7D3B1529A7F3}"/>
                </a:ext>
              </a:extLst>
            </p:cNvPr>
            <p:cNvCxnSpPr/>
            <p:nvPr/>
          </p:nvCxnSpPr>
          <p:spPr>
            <a:xfrm>
              <a:off x="4837358" y="3008793"/>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19" name="Straight Arrow Connector 18">
              <a:extLst>
                <a:ext uri="{FF2B5EF4-FFF2-40B4-BE49-F238E27FC236}">
                  <a16:creationId xmlns:a16="http://schemas.microsoft.com/office/drawing/2014/main" id="{7D7616F8-B3E9-7FF1-6D3E-037866187200}"/>
                </a:ext>
              </a:extLst>
            </p:cNvPr>
            <p:cNvCxnSpPr/>
            <p:nvPr/>
          </p:nvCxnSpPr>
          <p:spPr>
            <a:xfrm>
              <a:off x="4837358" y="3211069"/>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20" name="Straight Arrow Connector 19">
              <a:extLst>
                <a:ext uri="{FF2B5EF4-FFF2-40B4-BE49-F238E27FC236}">
                  <a16:creationId xmlns:a16="http://schemas.microsoft.com/office/drawing/2014/main" id="{B1348F7B-B6B9-D9EB-8DAF-58EA3568858A}"/>
                </a:ext>
              </a:extLst>
            </p:cNvPr>
            <p:cNvCxnSpPr/>
            <p:nvPr/>
          </p:nvCxnSpPr>
          <p:spPr>
            <a:xfrm>
              <a:off x="4837358" y="3478869"/>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21" name="Straight Arrow Connector 20">
              <a:extLst>
                <a:ext uri="{FF2B5EF4-FFF2-40B4-BE49-F238E27FC236}">
                  <a16:creationId xmlns:a16="http://schemas.microsoft.com/office/drawing/2014/main" id="{2F6F71E1-D6F5-D3ED-9956-A1CEE969799E}"/>
                </a:ext>
              </a:extLst>
            </p:cNvPr>
            <p:cNvCxnSpPr/>
            <p:nvPr/>
          </p:nvCxnSpPr>
          <p:spPr>
            <a:xfrm>
              <a:off x="4837358" y="3681145"/>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22" name="Straight Arrow Connector 21">
              <a:extLst>
                <a:ext uri="{FF2B5EF4-FFF2-40B4-BE49-F238E27FC236}">
                  <a16:creationId xmlns:a16="http://schemas.microsoft.com/office/drawing/2014/main" id="{3FB1B64F-666D-F814-F9E2-A46B7847CBD3}"/>
                </a:ext>
              </a:extLst>
            </p:cNvPr>
            <p:cNvCxnSpPr/>
            <p:nvPr/>
          </p:nvCxnSpPr>
          <p:spPr>
            <a:xfrm>
              <a:off x="4837358" y="3923015"/>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23" name="Straight Arrow Connector 22">
              <a:extLst>
                <a:ext uri="{FF2B5EF4-FFF2-40B4-BE49-F238E27FC236}">
                  <a16:creationId xmlns:a16="http://schemas.microsoft.com/office/drawing/2014/main" id="{64C35053-CB02-CE90-27FF-457F842C79AC}"/>
                </a:ext>
              </a:extLst>
            </p:cNvPr>
            <p:cNvCxnSpPr/>
            <p:nvPr/>
          </p:nvCxnSpPr>
          <p:spPr>
            <a:xfrm>
              <a:off x="4837358" y="4125291"/>
              <a:ext cx="1005840" cy="0"/>
            </a:xfrm>
            <a:prstGeom prst="straightConnector1">
              <a:avLst/>
            </a:prstGeom>
            <a:noFill/>
            <a:ln w="28575" cap="flat" cmpd="sng" algn="ctr">
              <a:solidFill>
                <a:srgbClr val="ED7D31"/>
              </a:solidFill>
              <a:prstDash val="solid"/>
              <a:miter lim="800000"/>
              <a:tailEnd type="stealth" w="lg" len="lg"/>
            </a:ln>
            <a:effectLst/>
          </p:spPr>
        </p:cxnSp>
      </p:grpSp>
      <p:cxnSp>
        <p:nvCxnSpPr>
          <p:cNvPr id="94" name="Straight Arrow Connector 93">
            <a:extLst>
              <a:ext uri="{FF2B5EF4-FFF2-40B4-BE49-F238E27FC236}">
                <a16:creationId xmlns:a16="http://schemas.microsoft.com/office/drawing/2014/main" id="{D361ACE3-9938-E605-2788-9BFBD60C9159}"/>
              </a:ext>
            </a:extLst>
          </p:cNvPr>
          <p:cNvCxnSpPr>
            <a:cxnSpLocks/>
            <a:stCxn id="93" idx="2"/>
          </p:cNvCxnSpPr>
          <p:nvPr/>
        </p:nvCxnSpPr>
        <p:spPr>
          <a:xfrm>
            <a:off x="1017284" y="2092476"/>
            <a:ext cx="759755" cy="876666"/>
          </a:xfrm>
          <a:prstGeom prst="straightConnector1">
            <a:avLst/>
          </a:prstGeom>
          <a:noFill/>
          <a:ln w="28575" cap="flat" cmpd="sng" algn="ctr">
            <a:solidFill>
              <a:sysClr val="windowText" lastClr="000000"/>
            </a:solidFill>
            <a:prstDash val="solid"/>
            <a:miter lim="800000"/>
            <a:tailEnd type="stealth" w="lg" len="lg"/>
          </a:ln>
          <a:effectLst/>
        </p:spPr>
      </p:cxnSp>
      <p:cxnSp>
        <p:nvCxnSpPr>
          <p:cNvPr id="104" name="Straight Arrow Connector 103">
            <a:extLst>
              <a:ext uri="{FF2B5EF4-FFF2-40B4-BE49-F238E27FC236}">
                <a16:creationId xmlns:a16="http://schemas.microsoft.com/office/drawing/2014/main" id="{39ED93B7-EFF1-B00B-2CCD-447D8E4987A9}"/>
              </a:ext>
            </a:extLst>
          </p:cNvPr>
          <p:cNvCxnSpPr>
            <a:cxnSpLocks/>
            <a:stCxn id="93" idx="2"/>
          </p:cNvCxnSpPr>
          <p:nvPr/>
        </p:nvCxnSpPr>
        <p:spPr>
          <a:xfrm>
            <a:off x="1017284" y="2092476"/>
            <a:ext cx="115545" cy="1285522"/>
          </a:xfrm>
          <a:prstGeom prst="straightConnector1">
            <a:avLst/>
          </a:prstGeom>
          <a:noFill/>
          <a:ln w="28575" cap="flat" cmpd="sng" algn="ctr">
            <a:solidFill>
              <a:sysClr val="windowText" lastClr="000000"/>
            </a:solidFill>
            <a:prstDash val="solid"/>
            <a:miter lim="800000"/>
            <a:tailEnd type="stealth" w="lg" len="lg"/>
          </a:ln>
          <a:effectLst/>
        </p:spPr>
      </p:cxnSp>
      <p:grpSp>
        <p:nvGrpSpPr>
          <p:cNvPr id="121" name="Group 120">
            <a:extLst>
              <a:ext uri="{FF2B5EF4-FFF2-40B4-BE49-F238E27FC236}">
                <a16:creationId xmlns:a16="http://schemas.microsoft.com/office/drawing/2014/main" id="{90CE00BC-9E05-78B5-9C3C-AE75137324FF}"/>
              </a:ext>
            </a:extLst>
          </p:cNvPr>
          <p:cNvGrpSpPr/>
          <p:nvPr/>
        </p:nvGrpSpPr>
        <p:grpSpPr>
          <a:xfrm>
            <a:off x="1962419" y="3465258"/>
            <a:ext cx="902528" cy="601275"/>
            <a:chOff x="1909584" y="3446912"/>
            <a:chExt cx="1005840" cy="646422"/>
          </a:xfrm>
        </p:grpSpPr>
        <p:cxnSp>
          <p:nvCxnSpPr>
            <p:cNvPr id="113" name="Straight Arrow Connector 112">
              <a:extLst>
                <a:ext uri="{FF2B5EF4-FFF2-40B4-BE49-F238E27FC236}">
                  <a16:creationId xmlns:a16="http://schemas.microsoft.com/office/drawing/2014/main" id="{BDDB147C-C6ED-8C33-2BC7-ECA2BBB5B81F}"/>
                </a:ext>
              </a:extLst>
            </p:cNvPr>
            <p:cNvCxnSpPr>
              <a:cxnSpLocks/>
            </p:cNvCxnSpPr>
            <p:nvPr/>
          </p:nvCxnSpPr>
          <p:spPr>
            <a:xfrm>
              <a:off x="1909584" y="3446912"/>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114" name="Straight Arrow Connector 113">
              <a:extLst>
                <a:ext uri="{FF2B5EF4-FFF2-40B4-BE49-F238E27FC236}">
                  <a16:creationId xmlns:a16="http://schemas.microsoft.com/office/drawing/2014/main" id="{CF8CFDE5-CC48-EC2B-DA36-833FCCC529EC}"/>
                </a:ext>
              </a:extLst>
            </p:cNvPr>
            <p:cNvCxnSpPr>
              <a:cxnSpLocks/>
            </p:cNvCxnSpPr>
            <p:nvPr/>
          </p:nvCxnSpPr>
          <p:spPr>
            <a:xfrm>
              <a:off x="1909584" y="3649188"/>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115" name="Straight Arrow Connector 114">
              <a:extLst>
                <a:ext uri="{FF2B5EF4-FFF2-40B4-BE49-F238E27FC236}">
                  <a16:creationId xmlns:a16="http://schemas.microsoft.com/office/drawing/2014/main" id="{1CEC693C-8B7C-51A5-1350-B317EECAC0DF}"/>
                </a:ext>
              </a:extLst>
            </p:cNvPr>
            <p:cNvCxnSpPr>
              <a:cxnSpLocks/>
            </p:cNvCxnSpPr>
            <p:nvPr/>
          </p:nvCxnSpPr>
          <p:spPr>
            <a:xfrm>
              <a:off x="1909584" y="3891058"/>
              <a:ext cx="1005840" cy="0"/>
            </a:xfrm>
            <a:prstGeom prst="straightConnector1">
              <a:avLst/>
            </a:prstGeom>
            <a:noFill/>
            <a:ln w="28575" cap="flat" cmpd="sng" algn="ctr">
              <a:solidFill>
                <a:srgbClr val="ED7D31"/>
              </a:solidFill>
              <a:prstDash val="solid"/>
              <a:miter lim="800000"/>
              <a:tailEnd type="stealth" w="lg" len="lg"/>
            </a:ln>
            <a:effectLst/>
          </p:spPr>
        </p:cxnSp>
        <p:cxnSp>
          <p:nvCxnSpPr>
            <p:cNvPr id="116" name="Straight Arrow Connector 115">
              <a:extLst>
                <a:ext uri="{FF2B5EF4-FFF2-40B4-BE49-F238E27FC236}">
                  <a16:creationId xmlns:a16="http://schemas.microsoft.com/office/drawing/2014/main" id="{5288593F-2177-66C1-CF07-1D766957AF38}"/>
                </a:ext>
              </a:extLst>
            </p:cNvPr>
            <p:cNvCxnSpPr>
              <a:cxnSpLocks/>
            </p:cNvCxnSpPr>
            <p:nvPr/>
          </p:nvCxnSpPr>
          <p:spPr>
            <a:xfrm>
              <a:off x="1909584" y="4093334"/>
              <a:ext cx="1005840" cy="0"/>
            </a:xfrm>
            <a:prstGeom prst="straightConnector1">
              <a:avLst/>
            </a:prstGeom>
            <a:noFill/>
            <a:ln w="28575" cap="flat" cmpd="sng" algn="ctr">
              <a:solidFill>
                <a:srgbClr val="ED7D31"/>
              </a:solidFill>
              <a:prstDash val="solid"/>
              <a:miter lim="800000"/>
              <a:tailEnd type="stealth" w="lg" len="lg"/>
            </a:ln>
            <a:effectLst/>
          </p:spPr>
        </p:cxnSp>
      </p:grpSp>
      <p:sp>
        <p:nvSpPr>
          <p:cNvPr id="2" name="Slide Number Placeholder 1">
            <a:extLst>
              <a:ext uri="{FF2B5EF4-FFF2-40B4-BE49-F238E27FC236}">
                <a16:creationId xmlns:a16="http://schemas.microsoft.com/office/drawing/2014/main" id="{799D75A0-57A0-9E38-8E98-F01CEBCB21B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D54F0-D36E-4641-8B3F-1547866DED2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2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0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9"/>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74"/>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7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2"/>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55" grpId="0"/>
      <p:bldP spid="56" grpId="0"/>
      <p:bldP spid="65" grpId="0"/>
      <p:bldP spid="68" grpId="0"/>
      <p:bldP spid="71" grpId="0"/>
      <p:bldP spid="73" grpId="0"/>
      <p:bldP spid="76" grpId="0"/>
      <p:bldP spid="79" grpId="0"/>
      <p:bldP spid="82" grpId="0"/>
      <p:bldP spid="83" grpId="0"/>
      <p:bldP spid="84" grpId="0"/>
      <p:bldP spid="85" grpId="0"/>
      <p:bldP spid="88" grpId="0"/>
      <p:bldP spid="89" grpId="0"/>
      <p:bldP spid="90" grpId="0"/>
      <p:bldP spid="91" grpId="0"/>
      <p:bldP spid="93" grpId="0"/>
      <p:bldP spid="95" grpId="0"/>
      <p:bldP spid="97" grpId="0"/>
      <p:bldP spid="99" grpId="0"/>
      <p:bldP spid="101" grpId="0"/>
      <p:bldP spid="102" grpId="0"/>
      <p:bldP spid="103" grpId="0"/>
      <p:bldP spid="107" grpId="0"/>
      <p:bldP spid="108" grpId="0"/>
      <p:bldP spid="1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Rectangle: Rounded Corners 442">
            <a:extLst>
              <a:ext uri="{FF2B5EF4-FFF2-40B4-BE49-F238E27FC236}">
                <a16:creationId xmlns:a16="http://schemas.microsoft.com/office/drawing/2014/main" id="{9EB95C3C-C1F4-932D-5FB1-F889D9B5845F}"/>
              </a:ext>
            </a:extLst>
          </p:cNvPr>
          <p:cNvSpPr/>
          <p:nvPr/>
        </p:nvSpPr>
        <p:spPr>
          <a:xfrm>
            <a:off x="0" y="1"/>
            <a:ext cx="12178881" cy="6858000"/>
          </a:xfrm>
          <a:prstGeom prst="roundRect">
            <a:avLst>
              <a:gd name="adj" fmla="val 11328"/>
            </a:avLst>
          </a:prstGeom>
          <a:solidFill>
            <a:srgbClr val="E5F5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06FF5821-A521-CFE0-0E4B-D9A56D29C7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D54F0-D36E-4641-8B3F-1547866DED2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4E5863F-0858-F78B-5887-7A971A78DE62}"/>
              </a:ext>
            </a:extLst>
          </p:cNvPr>
          <p:cNvSpPr>
            <a:spLocks noGrp="1"/>
          </p:cNvSpPr>
          <p:nvPr>
            <p:ph type="title" idx="4294967295"/>
          </p:nvPr>
        </p:nvSpPr>
        <p:spPr>
          <a:xfrm>
            <a:off x="0" y="187325"/>
            <a:ext cx="7493000" cy="677863"/>
          </a:xfrm>
        </p:spPr>
        <p:txBody>
          <a:bodyPr>
            <a:noAutofit/>
          </a:bodyPr>
          <a:lstStyle/>
          <a:p>
            <a:pPr algn="ctr"/>
            <a:r>
              <a:rPr lang="en-US" sz="2800" b="1" dirty="0"/>
              <a:t>Imagery Domain Ontologies as Building Blocks</a:t>
            </a:r>
          </a:p>
        </p:txBody>
      </p:sp>
      <p:sp>
        <p:nvSpPr>
          <p:cNvPr id="623" name="Rectangle: Rounded Corners 622">
            <a:extLst>
              <a:ext uri="{FF2B5EF4-FFF2-40B4-BE49-F238E27FC236}">
                <a16:creationId xmlns:a16="http://schemas.microsoft.com/office/drawing/2014/main" id="{24E66ED8-CAD9-C111-516D-E21FE043EED0}"/>
              </a:ext>
            </a:extLst>
          </p:cNvPr>
          <p:cNvSpPr/>
          <p:nvPr/>
        </p:nvSpPr>
        <p:spPr>
          <a:xfrm>
            <a:off x="143838" y="2671281"/>
            <a:ext cx="11878089" cy="4091061"/>
          </a:xfrm>
          <a:prstGeom prst="roundRect">
            <a:avLst>
              <a:gd name="adj" fmla="val 19896"/>
            </a:avLst>
          </a:prstGeom>
          <a:solidFill>
            <a:schemeClr val="accent4">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4" name="TextBox 443">
            <a:extLst>
              <a:ext uri="{FF2B5EF4-FFF2-40B4-BE49-F238E27FC236}">
                <a16:creationId xmlns:a16="http://schemas.microsoft.com/office/drawing/2014/main" id="{3E0F55A5-8E87-C7E3-7708-81EA42DAC761}"/>
              </a:ext>
            </a:extLst>
          </p:cNvPr>
          <p:cNvSpPr txBox="1"/>
          <p:nvPr/>
        </p:nvSpPr>
        <p:spPr>
          <a:xfrm>
            <a:off x="768055" y="2783592"/>
            <a:ext cx="5262252" cy="8002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Imagery Domain Ontologies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(includes utilization of other shared ontologies)</a:t>
            </a:r>
          </a:p>
        </p:txBody>
      </p:sp>
      <p:grpSp>
        <p:nvGrpSpPr>
          <p:cNvPr id="617" name="Group 616">
            <a:extLst>
              <a:ext uri="{FF2B5EF4-FFF2-40B4-BE49-F238E27FC236}">
                <a16:creationId xmlns:a16="http://schemas.microsoft.com/office/drawing/2014/main" id="{A36D4098-4C84-D337-11AC-0560CC8D684D}"/>
              </a:ext>
            </a:extLst>
          </p:cNvPr>
          <p:cNvGrpSpPr/>
          <p:nvPr/>
        </p:nvGrpSpPr>
        <p:grpSpPr>
          <a:xfrm>
            <a:off x="6234800" y="5442236"/>
            <a:ext cx="1688146" cy="1174376"/>
            <a:chOff x="2633693" y="4937729"/>
            <a:chExt cx="1688146" cy="1174376"/>
          </a:xfrm>
        </p:grpSpPr>
        <p:sp>
          <p:nvSpPr>
            <p:cNvPr id="4" name="Oval 3">
              <a:extLst>
                <a:ext uri="{FF2B5EF4-FFF2-40B4-BE49-F238E27FC236}">
                  <a16:creationId xmlns:a16="http://schemas.microsoft.com/office/drawing/2014/main" id="{46DAA6F7-40A4-6689-8CAA-6B835327ACF1}"/>
                </a:ext>
              </a:extLst>
            </p:cNvPr>
            <p:cNvSpPr/>
            <p:nvPr/>
          </p:nvSpPr>
          <p:spPr>
            <a:xfrm>
              <a:off x="2633693" y="4937729"/>
              <a:ext cx="1676400" cy="1174376"/>
            </a:xfrm>
            <a:prstGeom prst="ellips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8" name="Group 107">
              <a:extLst>
                <a:ext uri="{FF2B5EF4-FFF2-40B4-BE49-F238E27FC236}">
                  <a16:creationId xmlns:a16="http://schemas.microsoft.com/office/drawing/2014/main" id="{2E31C5AB-0B77-C790-B208-6713DC14AAD2}"/>
                </a:ext>
              </a:extLst>
            </p:cNvPr>
            <p:cNvGrpSpPr/>
            <p:nvPr/>
          </p:nvGrpSpPr>
          <p:grpSpPr>
            <a:xfrm>
              <a:off x="2969072" y="5312521"/>
              <a:ext cx="1031816" cy="621878"/>
              <a:chOff x="8080911" y="2500452"/>
              <a:chExt cx="1031816" cy="621878"/>
            </a:xfrm>
          </p:grpSpPr>
          <p:grpSp>
            <p:nvGrpSpPr>
              <p:cNvPr id="26" name="Group 25">
                <a:extLst>
                  <a:ext uri="{FF2B5EF4-FFF2-40B4-BE49-F238E27FC236}">
                    <a16:creationId xmlns:a16="http://schemas.microsoft.com/office/drawing/2014/main" id="{B6C5DBDA-18E0-8E7B-8EA4-7533DD229B35}"/>
                  </a:ext>
                </a:extLst>
              </p:cNvPr>
              <p:cNvGrpSpPr/>
              <p:nvPr/>
            </p:nvGrpSpPr>
            <p:grpSpPr>
              <a:xfrm>
                <a:off x="8080911" y="2500452"/>
                <a:ext cx="1031816" cy="621878"/>
                <a:chOff x="5879509" y="1332989"/>
                <a:chExt cx="1031816" cy="621878"/>
              </a:xfrm>
              <a:solidFill>
                <a:srgbClr val="7030A0"/>
              </a:solidFill>
            </p:grpSpPr>
            <p:sp>
              <p:nvSpPr>
                <p:cNvPr id="68" name="Oval 67">
                  <a:extLst>
                    <a:ext uri="{FF2B5EF4-FFF2-40B4-BE49-F238E27FC236}">
                      <a16:creationId xmlns:a16="http://schemas.microsoft.com/office/drawing/2014/main" id="{E387E69F-D002-2D35-6D21-6D0E39E03559}"/>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9" name="Oval 68">
                  <a:extLst>
                    <a:ext uri="{FF2B5EF4-FFF2-40B4-BE49-F238E27FC236}">
                      <a16:creationId xmlns:a16="http://schemas.microsoft.com/office/drawing/2014/main" id="{C2054F10-A68A-557F-715D-7AA89D170FD8}"/>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0" name="Oval 69">
                  <a:extLst>
                    <a:ext uri="{FF2B5EF4-FFF2-40B4-BE49-F238E27FC236}">
                      <a16:creationId xmlns:a16="http://schemas.microsoft.com/office/drawing/2014/main" id="{731699BB-92D8-A178-E593-11F8078D3A08}"/>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71" name="Oval 70">
                  <a:extLst>
                    <a:ext uri="{FF2B5EF4-FFF2-40B4-BE49-F238E27FC236}">
                      <a16:creationId xmlns:a16="http://schemas.microsoft.com/office/drawing/2014/main" id="{80E7B3B4-C14B-C1D2-53F8-EE0EB6BFA62F}"/>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3" name="Oval 72">
                  <a:extLst>
                    <a:ext uri="{FF2B5EF4-FFF2-40B4-BE49-F238E27FC236}">
                      <a16:creationId xmlns:a16="http://schemas.microsoft.com/office/drawing/2014/main" id="{D3B48D8B-59E4-2BCC-EF16-69C8CC92B08C}"/>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4" name="Oval 73">
                  <a:extLst>
                    <a:ext uri="{FF2B5EF4-FFF2-40B4-BE49-F238E27FC236}">
                      <a16:creationId xmlns:a16="http://schemas.microsoft.com/office/drawing/2014/main" id="{9C7685C8-ED1B-EDFE-C4BC-BE5E8686F867}"/>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5" name="Oval 74">
                  <a:extLst>
                    <a:ext uri="{FF2B5EF4-FFF2-40B4-BE49-F238E27FC236}">
                      <a16:creationId xmlns:a16="http://schemas.microsoft.com/office/drawing/2014/main" id="{2514B7B6-A1E6-6D53-01B0-0EA6166257D0}"/>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6" name="Oval 75">
                  <a:extLst>
                    <a:ext uri="{FF2B5EF4-FFF2-40B4-BE49-F238E27FC236}">
                      <a16:creationId xmlns:a16="http://schemas.microsoft.com/office/drawing/2014/main" id="{5FE92DF5-F82E-2B35-B36E-0F8051B760E6}"/>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7" name="Oval 76">
                  <a:extLst>
                    <a:ext uri="{FF2B5EF4-FFF2-40B4-BE49-F238E27FC236}">
                      <a16:creationId xmlns:a16="http://schemas.microsoft.com/office/drawing/2014/main" id="{7342537C-5899-2962-BF38-3B3DDC1B606C}"/>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8" name="Oval 77">
                  <a:extLst>
                    <a:ext uri="{FF2B5EF4-FFF2-40B4-BE49-F238E27FC236}">
                      <a16:creationId xmlns:a16="http://schemas.microsoft.com/office/drawing/2014/main" id="{C188C1E8-FDB8-C6C1-E343-641630F69CA9}"/>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80" name="Straight Arrow Connector 79">
                  <a:extLst>
                    <a:ext uri="{FF2B5EF4-FFF2-40B4-BE49-F238E27FC236}">
                      <a16:creationId xmlns:a16="http://schemas.microsoft.com/office/drawing/2014/main" id="{DFCBE77A-6716-1E94-198B-0347472C35EC}"/>
                    </a:ext>
                  </a:extLst>
                </p:cNvPr>
                <p:cNvCxnSpPr>
                  <a:cxnSpLocks/>
                  <a:stCxn id="78" idx="3"/>
                  <a:endCxn id="71"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81" name="Straight Arrow Connector 80">
                  <a:extLst>
                    <a:ext uri="{FF2B5EF4-FFF2-40B4-BE49-F238E27FC236}">
                      <a16:creationId xmlns:a16="http://schemas.microsoft.com/office/drawing/2014/main" id="{8CE99A19-4DCF-7C20-E228-0EE01BA6D005}"/>
                    </a:ext>
                  </a:extLst>
                </p:cNvPr>
                <p:cNvCxnSpPr>
                  <a:cxnSpLocks/>
                  <a:stCxn id="68" idx="3"/>
                  <a:endCxn id="70"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82" name="Straight Arrow Connector 81">
                  <a:extLst>
                    <a:ext uri="{FF2B5EF4-FFF2-40B4-BE49-F238E27FC236}">
                      <a16:creationId xmlns:a16="http://schemas.microsoft.com/office/drawing/2014/main" id="{F63D218B-C11F-F816-3514-E11F0D17FD43}"/>
                    </a:ext>
                  </a:extLst>
                </p:cNvPr>
                <p:cNvCxnSpPr>
                  <a:cxnSpLocks/>
                  <a:stCxn id="68" idx="5"/>
                  <a:endCxn id="73"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84" name="Straight Arrow Connector 83">
                  <a:extLst>
                    <a:ext uri="{FF2B5EF4-FFF2-40B4-BE49-F238E27FC236}">
                      <a16:creationId xmlns:a16="http://schemas.microsoft.com/office/drawing/2014/main" id="{CACAB57B-D11C-5DE3-327B-82443E400B6C}"/>
                    </a:ext>
                  </a:extLst>
                </p:cNvPr>
                <p:cNvCxnSpPr>
                  <a:cxnSpLocks/>
                  <a:stCxn id="73" idx="4"/>
                  <a:endCxn id="76"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85" name="Straight Arrow Connector 84">
                  <a:extLst>
                    <a:ext uri="{FF2B5EF4-FFF2-40B4-BE49-F238E27FC236}">
                      <a16:creationId xmlns:a16="http://schemas.microsoft.com/office/drawing/2014/main" id="{A599FA6C-FA84-7D5E-404F-AA0DA6B8AB76}"/>
                    </a:ext>
                  </a:extLst>
                </p:cNvPr>
                <p:cNvCxnSpPr>
                  <a:cxnSpLocks/>
                  <a:stCxn id="73" idx="5"/>
                  <a:endCxn id="77"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86" name="Straight Arrow Connector 85">
                  <a:extLst>
                    <a:ext uri="{FF2B5EF4-FFF2-40B4-BE49-F238E27FC236}">
                      <a16:creationId xmlns:a16="http://schemas.microsoft.com/office/drawing/2014/main" id="{1AED28B4-50E7-0BA4-4B0C-35B88EC2D2F4}"/>
                    </a:ext>
                  </a:extLst>
                </p:cNvPr>
                <p:cNvCxnSpPr>
                  <a:cxnSpLocks/>
                  <a:stCxn id="70" idx="4"/>
                  <a:endCxn id="75"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87" name="Straight Arrow Connector 86">
                  <a:extLst>
                    <a:ext uri="{FF2B5EF4-FFF2-40B4-BE49-F238E27FC236}">
                      <a16:creationId xmlns:a16="http://schemas.microsoft.com/office/drawing/2014/main" id="{CC3AA142-A884-0227-FB80-04BB2C6CD582}"/>
                    </a:ext>
                  </a:extLst>
                </p:cNvPr>
                <p:cNvCxnSpPr>
                  <a:cxnSpLocks/>
                  <a:stCxn id="71" idx="4"/>
                  <a:endCxn id="74"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88" name="Straight Arrow Connector 87">
                  <a:extLst>
                    <a:ext uri="{FF2B5EF4-FFF2-40B4-BE49-F238E27FC236}">
                      <a16:creationId xmlns:a16="http://schemas.microsoft.com/office/drawing/2014/main" id="{FCED7FDB-4E16-981A-F672-9E670A7337DC}"/>
                    </a:ext>
                  </a:extLst>
                </p:cNvPr>
                <p:cNvCxnSpPr>
                  <a:cxnSpLocks/>
                  <a:stCxn id="71" idx="4"/>
                  <a:endCxn id="69"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89" name="Straight Arrow Connector 88">
                  <a:extLst>
                    <a:ext uri="{FF2B5EF4-FFF2-40B4-BE49-F238E27FC236}">
                      <a16:creationId xmlns:a16="http://schemas.microsoft.com/office/drawing/2014/main" id="{D714CE89-9FAF-B0AB-C1ED-56A6A673E052}"/>
                    </a:ext>
                  </a:extLst>
                </p:cNvPr>
                <p:cNvCxnSpPr>
                  <a:cxnSpLocks/>
                  <a:stCxn id="73" idx="3"/>
                  <a:endCxn id="74"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100" name="Straight Arrow Connector 99">
                <a:extLst>
                  <a:ext uri="{FF2B5EF4-FFF2-40B4-BE49-F238E27FC236}">
                    <a16:creationId xmlns:a16="http://schemas.microsoft.com/office/drawing/2014/main" id="{028BAA44-EB93-C149-5849-443506AB9DDE}"/>
                  </a:ext>
                </a:extLst>
              </p:cNvPr>
              <p:cNvCxnSpPr>
                <a:cxnSpLocks/>
                <a:stCxn id="78" idx="6"/>
                <a:endCxn id="68" idx="2"/>
              </p:cNvCxnSpPr>
              <p:nvPr/>
            </p:nvCxnSpPr>
            <p:spPr>
              <a:xfrm>
                <a:off x="8447859" y="2541694"/>
                <a:ext cx="156016" cy="4916"/>
              </a:xfrm>
              <a:prstGeom prst="straightConnector1">
                <a:avLst/>
              </a:prstGeom>
              <a:noFill/>
              <a:ln w="9525" cap="flat" cmpd="sng" algn="ctr">
                <a:solidFill>
                  <a:srgbClr val="1E4D7C">
                    <a:shade val="95000"/>
                    <a:satMod val="105000"/>
                  </a:srgbClr>
                </a:solidFill>
                <a:prstDash val="solid"/>
                <a:tailEnd type="triangle"/>
              </a:ln>
              <a:effectLst/>
            </p:spPr>
          </p:cxnSp>
        </p:grpSp>
        <p:sp>
          <p:nvSpPr>
            <p:cNvPr id="109" name="TextBox 108">
              <a:extLst>
                <a:ext uri="{FF2B5EF4-FFF2-40B4-BE49-F238E27FC236}">
                  <a16:creationId xmlns:a16="http://schemas.microsoft.com/office/drawing/2014/main" id="{F854DF6B-ADAD-39E4-C573-27E5C54D71CD}"/>
                </a:ext>
              </a:extLst>
            </p:cNvPr>
            <p:cNvSpPr txBox="1"/>
            <p:nvPr/>
          </p:nvSpPr>
          <p:spPr>
            <a:xfrm>
              <a:off x="2907122" y="4968060"/>
              <a:ext cx="141471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Coordinates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22" name="Group 621">
            <a:extLst>
              <a:ext uri="{FF2B5EF4-FFF2-40B4-BE49-F238E27FC236}">
                <a16:creationId xmlns:a16="http://schemas.microsoft.com/office/drawing/2014/main" id="{B8E2740B-96CF-0D72-AE78-15C77411B211}"/>
              </a:ext>
            </a:extLst>
          </p:cNvPr>
          <p:cNvGrpSpPr/>
          <p:nvPr/>
        </p:nvGrpSpPr>
        <p:grpSpPr>
          <a:xfrm>
            <a:off x="6886221" y="4224738"/>
            <a:ext cx="1410899" cy="1185078"/>
            <a:chOff x="8993384" y="4924064"/>
            <a:chExt cx="1410899" cy="1185078"/>
          </a:xfrm>
        </p:grpSpPr>
        <p:sp>
          <p:nvSpPr>
            <p:cNvPr id="182" name="Oval 181">
              <a:extLst>
                <a:ext uri="{FF2B5EF4-FFF2-40B4-BE49-F238E27FC236}">
                  <a16:creationId xmlns:a16="http://schemas.microsoft.com/office/drawing/2014/main" id="{83482410-839A-4D42-3D84-53677DDF3D09}"/>
                </a:ext>
              </a:extLst>
            </p:cNvPr>
            <p:cNvSpPr/>
            <p:nvPr/>
          </p:nvSpPr>
          <p:spPr>
            <a:xfrm>
              <a:off x="8993384" y="4934766"/>
              <a:ext cx="1410899" cy="117437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TextBox 182">
              <a:extLst>
                <a:ext uri="{FF2B5EF4-FFF2-40B4-BE49-F238E27FC236}">
                  <a16:creationId xmlns:a16="http://schemas.microsoft.com/office/drawing/2014/main" id="{A32B7A34-5F93-05A6-9669-E9D2856D072C}"/>
                </a:ext>
              </a:extLst>
            </p:cNvPr>
            <p:cNvSpPr txBox="1"/>
            <p:nvPr/>
          </p:nvSpPr>
          <p:spPr>
            <a:xfrm>
              <a:off x="9104441" y="4924064"/>
              <a:ext cx="123426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Noise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3" name="Group 112">
              <a:extLst>
                <a:ext uri="{FF2B5EF4-FFF2-40B4-BE49-F238E27FC236}">
                  <a16:creationId xmlns:a16="http://schemas.microsoft.com/office/drawing/2014/main" id="{B08E9DCF-963B-8E8A-D48A-DCB2C70B92DB}"/>
                </a:ext>
              </a:extLst>
            </p:cNvPr>
            <p:cNvGrpSpPr/>
            <p:nvPr/>
          </p:nvGrpSpPr>
          <p:grpSpPr>
            <a:xfrm>
              <a:off x="9214685" y="5262618"/>
              <a:ext cx="1031816" cy="621878"/>
              <a:chOff x="8080911" y="2500452"/>
              <a:chExt cx="1031816" cy="621878"/>
            </a:xfrm>
            <a:solidFill>
              <a:srgbClr val="FFC000"/>
            </a:solidFill>
          </p:grpSpPr>
          <p:grpSp>
            <p:nvGrpSpPr>
              <p:cNvPr id="115" name="Group 114">
                <a:extLst>
                  <a:ext uri="{FF2B5EF4-FFF2-40B4-BE49-F238E27FC236}">
                    <a16:creationId xmlns:a16="http://schemas.microsoft.com/office/drawing/2014/main" id="{69F94AF2-8E78-9A0D-8E50-780F034A20D5}"/>
                  </a:ext>
                </a:extLst>
              </p:cNvPr>
              <p:cNvGrpSpPr/>
              <p:nvPr/>
            </p:nvGrpSpPr>
            <p:grpSpPr>
              <a:xfrm>
                <a:off x="8080911" y="2500452"/>
                <a:ext cx="1031816" cy="621878"/>
                <a:chOff x="5879509" y="1332989"/>
                <a:chExt cx="1031816" cy="621878"/>
              </a:xfrm>
              <a:grpFill/>
            </p:grpSpPr>
            <p:sp>
              <p:nvSpPr>
                <p:cNvPr id="117" name="Oval 116">
                  <a:extLst>
                    <a:ext uri="{FF2B5EF4-FFF2-40B4-BE49-F238E27FC236}">
                      <a16:creationId xmlns:a16="http://schemas.microsoft.com/office/drawing/2014/main" id="{5E0B7789-C572-E771-AD31-30B3D20B4236}"/>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18" name="Oval 117">
                  <a:extLst>
                    <a:ext uri="{FF2B5EF4-FFF2-40B4-BE49-F238E27FC236}">
                      <a16:creationId xmlns:a16="http://schemas.microsoft.com/office/drawing/2014/main" id="{C7568FDF-A5B1-B26A-7344-B412A7B6967F}"/>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19" name="Oval 118">
                  <a:extLst>
                    <a:ext uri="{FF2B5EF4-FFF2-40B4-BE49-F238E27FC236}">
                      <a16:creationId xmlns:a16="http://schemas.microsoft.com/office/drawing/2014/main" id="{F5CF827E-00A1-97B7-2D78-EA968D777439}"/>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0" name="Oval 119">
                  <a:extLst>
                    <a:ext uri="{FF2B5EF4-FFF2-40B4-BE49-F238E27FC236}">
                      <a16:creationId xmlns:a16="http://schemas.microsoft.com/office/drawing/2014/main" id="{4FBC3514-371F-2196-7136-C2BB2784EB2E}"/>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1" name="Oval 120">
                  <a:extLst>
                    <a:ext uri="{FF2B5EF4-FFF2-40B4-BE49-F238E27FC236}">
                      <a16:creationId xmlns:a16="http://schemas.microsoft.com/office/drawing/2014/main" id="{D06197F2-73CD-F94F-25DE-16DD0D4ADC2E}"/>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2" name="Oval 121">
                  <a:extLst>
                    <a:ext uri="{FF2B5EF4-FFF2-40B4-BE49-F238E27FC236}">
                      <a16:creationId xmlns:a16="http://schemas.microsoft.com/office/drawing/2014/main" id="{20CE25BE-A395-676B-0F8D-113203E068C7}"/>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3" name="Oval 122">
                  <a:extLst>
                    <a:ext uri="{FF2B5EF4-FFF2-40B4-BE49-F238E27FC236}">
                      <a16:creationId xmlns:a16="http://schemas.microsoft.com/office/drawing/2014/main" id="{1BF0D3C4-2034-2C0B-545D-4F352ECF6D89}"/>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4" name="Oval 123">
                  <a:extLst>
                    <a:ext uri="{FF2B5EF4-FFF2-40B4-BE49-F238E27FC236}">
                      <a16:creationId xmlns:a16="http://schemas.microsoft.com/office/drawing/2014/main" id="{FD3FF923-C86B-394D-5F38-1FEB26E971C9}"/>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5" name="Oval 124">
                  <a:extLst>
                    <a:ext uri="{FF2B5EF4-FFF2-40B4-BE49-F238E27FC236}">
                      <a16:creationId xmlns:a16="http://schemas.microsoft.com/office/drawing/2014/main" id="{C820EE49-E28C-27F6-AC4B-233603D5D9A2}"/>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6" name="Oval 125">
                  <a:extLst>
                    <a:ext uri="{FF2B5EF4-FFF2-40B4-BE49-F238E27FC236}">
                      <a16:creationId xmlns:a16="http://schemas.microsoft.com/office/drawing/2014/main" id="{7A7CFE37-50EA-A2D3-29CF-AE59F62C56BC}"/>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127" name="Straight Arrow Connector 126">
                  <a:extLst>
                    <a:ext uri="{FF2B5EF4-FFF2-40B4-BE49-F238E27FC236}">
                      <a16:creationId xmlns:a16="http://schemas.microsoft.com/office/drawing/2014/main" id="{83132B79-F37B-6E3B-234F-0CEE3965BFE2}"/>
                    </a:ext>
                  </a:extLst>
                </p:cNvPr>
                <p:cNvCxnSpPr>
                  <a:cxnSpLocks/>
                  <a:stCxn id="126" idx="3"/>
                  <a:endCxn id="120"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28" name="Straight Arrow Connector 127">
                  <a:extLst>
                    <a:ext uri="{FF2B5EF4-FFF2-40B4-BE49-F238E27FC236}">
                      <a16:creationId xmlns:a16="http://schemas.microsoft.com/office/drawing/2014/main" id="{A4845CE2-0412-FF9E-0884-6D6166EC22F6}"/>
                    </a:ext>
                  </a:extLst>
                </p:cNvPr>
                <p:cNvCxnSpPr>
                  <a:cxnSpLocks/>
                  <a:stCxn id="117" idx="3"/>
                  <a:endCxn id="119"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29" name="Straight Arrow Connector 128">
                  <a:extLst>
                    <a:ext uri="{FF2B5EF4-FFF2-40B4-BE49-F238E27FC236}">
                      <a16:creationId xmlns:a16="http://schemas.microsoft.com/office/drawing/2014/main" id="{07089B32-762F-D5D9-041C-2F89A38A3126}"/>
                    </a:ext>
                  </a:extLst>
                </p:cNvPr>
                <p:cNvCxnSpPr>
                  <a:cxnSpLocks/>
                  <a:stCxn id="117" idx="5"/>
                  <a:endCxn id="121"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30" name="Straight Arrow Connector 129">
                  <a:extLst>
                    <a:ext uri="{FF2B5EF4-FFF2-40B4-BE49-F238E27FC236}">
                      <a16:creationId xmlns:a16="http://schemas.microsoft.com/office/drawing/2014/main" id="{983076FB-A123-308E-E20A-6F8C2BA9B679}"/>
                    </a:ext>
                  </a:extLst>
                </p:cNvPr>
                <p:cNvCxnSpPr>
                  <a:cxnSpLocks/>
                  <a:stCxn id="121" idx="4"/>
                  <a:endCxn id="124"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31" name="Straight Arrow Connector 130">
                  <a:extLst>
                    <a:ext uri="{FF2B5EF4-FFF2-40B4-BE49-F238E27FC236}">
                      <a16:creationId xmlns:a16="http://schemas.microsoft.com/office/drawing/2014/main" id="{D600F9AE-5900-C52B-4DFA-22F89DBA3009}"/>
                    </a:ext>
                  </a:extLst>
                </p:cNvPr>
                <p:cNvCxnSpPr>
                  <a:cxnSpLocks/>
                  <a:stCxn id="121" idx="5"/>
                  <a:endCxn id="125"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32" name="Straight Arrow Connector 131">
                  <a:extLst>
                    <a:ext uri="{FF2B5EF4-FFF2-40B4-BE49-F238E27FC236}">
                      <a16:creationId xmlns:a16="http://schemas.microsoft.com/office/drawing/2014/main" id="{7F0E325E-C4E0-4814-78B9-0465CA9E488D}"/>
                    </a:ext>
                  </a:extLst>
                </p:cNvPr>
                <p:cNvCxnSpPr>
                  <a:cxnSpLocks/>
                  <a:stCxn id="119" idx="4"/>
                  <a:endCxn id="123"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33" name="Straight Arrow Connector 132">
                  <a:extLst>
                    <a:ext uri="{FF2B5EF4-FFF2-40B4-BE49-F238E27FC236}">
                      <a16:creationId xmlns:a16="http://schemas.microsoft.com/office/drawing/2014/main" id="{61328805-9D0F-9BE6-D20C-1C0D71761003}"/>
                    </a:ext>
                  </a:extLst>
                </p:cNvPr>
                <p:cNvCxnSpPr>
                  <a:cxnSpLocks/>
                  <a:stCxn id="120" idx="4"/>
                  <a:endCxn id="122"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34" name="Straight Arrow Connector 133">
                  <a:extLst>
                    <a:ext uri="{FF2B5EF4-FFF2-40B4-BE49-F238E27FC236}">
                      <a16:creationId xmlns:a16="http://schemas.microsoft.com/office/drawing/2014/main" id="{AF510C0B-712C-9657-3E8E-BDAC0B36DAC8}"/>
                    </a:ext>
                  </a:extLst>
                </p:cNvPr>
                <p:cNvCxnSpPr>
                  <a:cxnSpLocks/>
                  <a:stCxn id="120" idx="4"/>
                  <a:endCxn id="118"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35" name="Straight Arrow Connector 134">
                  <a:extLst>
                    <a:ext uri="{FF2B5EF4-FFF2-40B4-BE49-F238E27FC236}">
                      <a16:creationId xmlns:a16="http://schemas.microsoft.com/office/drawing/2014/main" id="{F5570C7E-06A3-875E-393E-8756A54D0927}"/>
                    </a:ext>
                  </a:extLst>
                </p:cNvPr>
                <p:cNvCxnSpPr>
                  <a:cxnSpLocks/>
                  <a:stCxn id="121" idx="3"/>
                  <a:endCxn id="122"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116" name="Straight Arrow Connector 115">
                <a:extLst>
                  <a:ext uri="{FF2B5EF4-FFF2-40B4-BE49-F238E27FC236}">
                    <a16:creationId xmlns:a16="http://schemas.microsoft.com/office/drawing/2014/main" id="{AC5A0A9A-F653-39A2-F38F-C75D9B337307}"/>
                  </a:ext>
                </a:extLst>
              </p:cNvPr>
              <p:cNvCxnSpPr>
                <a:cxnSpLocks/>
                <a:stCxn id="126" idx="6"/>
                <a:endCxn id="117"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614" name="Group 613">
            <a:extLst>
              <a:ext uri="{FF2B5EF4-FFF2-40B4-BE49-F238E27FC236}">
                <a16:creationId xmlns:a16="http://schemas.microsoft.com/office/drawing/2014/main" id="{BCC93DB6-BC6C-E024-2992-C14D1FDEABCD}"/>
              </a:ext>
            </a:extLst>
          </p:cNvPr>
          <p:cNvGrpSpPr/>
          <p:nvPr/>
        </p:nvGrpSpPr>
        <p:grpSpPr>
          <a:xfrm>
            <a:off x="8711972" y="2705741"/>
            <a:ext cx="1451993" cy="1177719"/>
            <a:chOff x="4593318" y="4919316"/>
            <a:chExt cx="1451993" cy="1177719"/>
          </a:xfrm>
        </p:grpSpPr>
        <p:grpSp>
          <p:nvGrpSpPr>
            <p:cNvPr id="448" name="Group 447">
              <a:extLst>
                <a:ext uri="{FF2B5EF4-FFF2-40B4-BE49-F238E27FC236}">
                  <a16:creationId xmlns:a16="http://schemas.microsoft.com/office/drawing/2014/main" id="{021FF338-DC22-D586-8DAF-E1930439E2C4}"/>
                </a:ext>
              </a:extLst>
            </p:cNvPr>
            <p:cNvGrpSpPr/>
            <p:nvPr/>
          </p:nvGrpSpPr>
          <p:grpSpPr>
            <a:xfrm>
              <a:off x="4593318" y="4919316"/>
              <a:ext cx="1451993" cy="1177719"/>
              <a:chOff x="9583543" y="2276693"/>
              <a:chExt cx="1451993" cy="1177719"/>
            </a:xfrm>
          </p:grpSpPr>
          <p:sp>
            <p:nvSpPr>
              <p:cNvPr id="471" name="Oval 470">
                <a:extLst>
                  <a:ext uri="{FF2B5EF4-FFF2-40B4-BE49-F238E27FC236}">
                    <a16:creationId xmlns:a16="http://schemas.microsoft.com/office/drawing/2014/main" id="{C7703AE4-BFE9-A6EE-CAF3-0DCE237FCC94}"/>
                  </a:ext>
                </a:extLst>
              </p:cNvPr>
              <p:cNvSpPr/>
              <p:nvPr/>
            </p:nvSpPr>
            <p:spPr>
              <a:xfrm>
                <a:off x="9583543" y="2280036"/>
                <a:ext cx="1451993" cy="1174376"/>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2" name="TextBox 471">
                <a:extLst>
                  <a:ext uri="{FF2B5EF4-FFF2-40B4-BE49-F238E27FC236}">
                    <a16:creationId xmlns:a16="http://schemas.microsoft.com/office/drawing/2014/main" id="{4E02BC13-4115-E16D-6AA1-62F44B3CF0D2}"/>
                  </a:ext>
                </a:extLst>
              </p:cNvPr>
              <p:cNvSpPr txBox="1"/>
              <p:nvPr/>
            </p:nvSpPr>
            <p:spPr>
              <a:xfrm>
                <a:off x="9694324" y="2276693"/>
                <a:ext cx="123426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Time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9" name="Group 448">
              <a:extLst>
                <a:ext uri="{FF2B5EF4-FFF2-40B4-BE49-F238E27FC236}">
                  <a16:creationId xmlns:a16="http://schemas.microsoft.com/office/drawing/2014/main" id="{F5F2F6F2-0A3E-3DA7-314B-768121363BCC}"/>
                </a:ext>
              </a:extLst>
            </p:cNvPr>
            <p:cNvGrpSpPr/>
            <p:nvPr/>
          </p:nvGrpSpPr>
          <p:grpSpPr>
            <a:xfrm>
              <a:off x="4805769" y="5270206"/>
              <a:ext cx="1031816" cy="621878"/>
              <a:chOff x="8080911" y="2500452"/>
              <a:chExt cx="1031816" cy="621878"/>
            </a:xfrm>
            <a:solidFill>
              <a:schemeClr val="bg1">
                <a:lumMod val="75000"/>
              </a:schemeClr>
            </a:solidFill>
          </p:grpSpPr>
          <p:grpSp>
            <p:nvGrpSpPr>
              <p:cNvPr id="450" name="Group 449">
                <a:extLst>
                  <a:ext uri="{FF2B5EF4-FFF2-40B4-BE49-F238E27FC236}">
                    <a16:creationId xmlns:a16="http://schemas.microsoft.com/office/drawing/2014/main" id="{DEBDDCED-4253-7646-CEF0-611041052FBF}"/>
                  </a:ext>
                </a:extLst>
              </p:cNvPr>
              <p:cNvGrpSpPr/>
              <p:nvPr/>
            </p:nvGrpSpPr>
            <p:grpSpPr>
              <a:xfrm>
                <a:off x="8080911" y="2500452"/>
                <a:ext cx="1031816" cy="621878"/>
                <a:chOff x="5879509" y="1332989"/>
                <a:chExt cx="1031816" cy="621878"/>
              </a:xfrm>
              <a:grpFill/>
            </p:grpSpPr>
            <p:sp>
              <p:nvSpPr>
                <p:cNvPr id="452" name="Oval 451">
                  <a:extLst>
                    <a:ext uri="{FF2B5EF4-FFF2-40B4-BE49-F238E27FC236}">
                      <a16:creationId xmlns:a16="http://schemas.microsoft.com/office/drawing/2014/main" id="{76E66772-0BF3-3604-FB2E-4A539C735998}"/>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53" name="Oval 452">
                  <a:extLst>
                    <a:ext uri="{FF2B5EF4-FFF2-40B4-BE49-F238E27FC236}">
                      <a16:creationId xmlns:a16="http://schemas.microsoft.com/office/drawing/2014/main" id="{9DC77721-2AD7-C876-6D4D-59BFC6A348EF}"/>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54" name="Oval 453">
                  <a:extLst>
                    <a:ext uri="{FF2B5EF4-FFF2-40B4-BE49-F238E27FC236}">
                      <a16:creationId xmlns:a16="http://schemas.microsoft.com/office/drawing/2014/main" id="{14501E42-17A4-5F03-9343-A14598C3C2FF}"/>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55" name="Oval 454">
                  <a:extLst>
                    <a:ext uri="{FF2B5EF4-FFF2-40B4-BE49-F238E27FC236}">
                      <a16:creationId xmlns:a16="http://schemas.microsoft.com/office/drawing/2014/main" id="{CB4790C2-C4E4-35B0-71BA-3C00FD6FA7F3}"/>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56" name="Oval 455">
                  <a:extLst>
                    <a:ext uri="{FF2B5EF4-FFF2-40B4-BE49-F238E27FC236}">
                      <a16:creationId xmlns:a16="http://schemas.microsoft.com/office/drawing/2014/main" id="{C7BA272A-8A5B-6CA0-242E-923FED738F48}"/>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57" name="Oval 456">
                  <a:extLst>
                    <a:ext uri="{FF2B5EF4-FFF2-40B4-BE49-F238E27FC236}">
                      <a16:creationId xmlns:a16="http://schemas.microsoft.com/office/drawing/2014/main" id="{ADB98503-E017-3260-06E3-E8F4FD475705}"/>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58" name="Oval 457">
                  <a:extLst>
                    <a:ext uri="{FF2B5EF4-FFF2-40B4-BE49-F238E27FC236}">
                      <a16:creationId xmlns:a16="http://schemas.microsoft.com/office/drawing/2014/main" id="{AA9DE572-0547-D3A5-4AF5-14770473B612}"/>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59" name="Oval 458">
                  <a:extLst>
                    <a:ext uri="{FF2B5EF4-FFF2-40B4-BE49-F238E27FC236}">
                      <a16:creationId xmlns:a16="http://schemas.microsoft.com/office/drawing/2014/main" id="{59DC2BE7-8215-35BD-6F6E-828FD2C1040A}"/>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60" name="Oval 459">
                  <a:extLst>
                    <a:ext uri="{FF2B5EF4-FFF2-40B4-BE49-F238E27FC236}">
                      <a16:creationId xmlns:a16="http://schemas.microsoft.com/office/drawing/2014/main" id="{D5D2605C-01EA-F1AB-E5C9-B8B42542C1F2}"/>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61" name="Oval 460">
                  <a:extLst>
                    <a:ext uri="{FF2B5EF4-FFF2-40B4-BE49-F238E27FC236}">
                      <a16:creationId xmlns:a16="http://schemas.microsoft.com/office/drawing/2014/main" id="{1C6002F3-CDC6-843E-292A-A523B448BA34}"/>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462" name="Straight Arrow Connector 461">
                  <a:extLst>
                    <a:ext uri="{FF2B5EF4-FFF2-40B4-BE49-F238E27FC236}">
                      <a16:creationId xmlns:a16="http://schemas.microsoft.com/office/drawing/2014/main" id="{6111DE40-A863-4544-D35E-E35BE800079C}"/>
                    </a:ext>
                  </a:extLst>
                </p:cNvPr>
                <p:cNvCxnSpPr>
                  <a:cxnSpLocks/>
                  <a:stCxn id="461" idx="3"/>
                  <a:endCxn id="455"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463" name="Straight Arrow Connector 462">
                  <a:extLst>
                    <a:ext uri="{FF2B5EF4-FFF2-40B4-BE49-F238E27FC236}">
                      <a16:creationId xmlns:a16="http://schemas.microsoft.com/office/drawing/2014/main" id="{51126DFF-7EDE-39A7-4C5B-B893026D8222}"/>
                    </a:ext>
                  </a:extLst>
                </p:cNvPr>
                <p:cNvCxnSpPr>
                  <a:cxnSpLocks/>
                  <a:stCxn id="452" idx="3"/>
                  <a:endCxn id="454"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464" name="Straight Arrow Connector 463">
                  <a:extLst>
                    <a:ext uri="{FF2B5EF4-FFF2-40B4-BE49-F238E27FC236}">
                      <a16:creationId xmlns:a16="http://schemas.microsoft.com/office/drawing/2014/main" id="{DF338923-73C9-23C4-9854-65F545D9818E}"/>
                    </a:ext>
                  </a:extLst>
                </p:cNvPr>
                <p:cNvCxnSpPr>
                  <a:cxnSpLocks/>
                  <a:stCxn id="452" idx="5"/>
                  <a:endCxn id="456"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465" name="Straight Arrow Connector 464">
                  <a:extLst>
                    <a:ext uri="{FF2B5EF4-FFF2-40B4-BE49-F238E27FC236}">
                      <a16:creationId xmlns:a16="http://schemas.microsoft.com/office/drawing/2014/main" id="{2ED38205-03BF-5063-D388-1EA777006C20}"/>
                    </a:ext>
                  </a:extLst>
                </p:cNvPr>
                <p:cNvCxnSpPr>
                  <a:cxnSpLocks/>
                  <a:stCxn id="456" idx="4"/>
                  <a:endCxn id="459"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466" name="Straight Arrow Connector 465">
                  <a:extLst>
                    <a:ext uri="{FF2B5EF4-FFF2-40B4-BE49-F238E27FC236}">
                      <a16:creationId xmlns:a16="http://schemas.microsoft.com/office/drawing/2014/main" id="{64866B23-8259-04B9-6AE3-721F1BA64413}"/>
                    </a:ext>
                  </a:extLst>
                </p:cNvPr>
                <p:cNvCxnSpPr>
                  <a:cxnSpLocks/>
                  <a:stCxn id="456" idx="5"/>
                  <a:endCxn id="460"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467" name="Straight Arrow Connector 466">
                  <a:extLst>
                    <a:ext uri="{FF2B5EF4-FFF2-40B4-BE49-F238E27FC236}">
                      <a16:creationId xmlns:a16="http://schemas.microsoft.com/office/drawing/2014/main" id="{F48DB6DB-2C3B-876A-B180-97F9D9CBF8B1}"/>
                    </a:ext>
                  </a:extLst>
                </p:cNvPr>
                <p:cNvCxnSpPr>
                  <a:cxnSpLocks/>
                  <a:stCxn id="454" idx="4"/>
                  <a:endCxn id="458"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468" name="Straight Arrow Connector 467">
                  <a:extLst>
                    <a:ext uri="{FF2B5EF4-FFF2-40B4-BE49-F238E27FC236}">
                      <a16:creationId xmlns:a16="http://schemas.microsoft.com/office/drawing/2014/main" id="{E94A8F4B-9660-9B89-0385-E7EF288F5C20}"/>
                    </a:ext>
                  </a:extLst>
                </p:cNvPr>
                <p:cNvCxnSpPr>
                  <a:cxnSpLocks/>
                  <a:stCxn id="455" idx="4"/>
                  <a:endCxn id="457"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469" name="Straight Arrow Connector 468">
                  <a:extLst>
                    <a:ext uri="{FF2B5EF4-FFF2-40B4-BE49-F238E27FC236}">
                      <a16:creationId xmlns:a16="http://schemas.microsoft.com/office/drawing/2014/main" id="{5C1BAB14-EAE6-D9EE-EC09-EC7CCA9672A9}"/>
                    </a:ext>
                  </a:extLst>
                </p:cNvPr>
                <p:cNvCxnSpPr>
                  <a:cxnSpLocks/>
                  <a:stCxn id="455" idx="4"/>
                  <a:endCxn id="453"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470" name="Straight Arrow Connector 469">
                  <a:extLst>
                    <a:ext uri="{FF2B5EF4-FFF2-40B4-BE49-F238E27FC236}">
                      <a16:creationId xmlns:a16="http://schemas.microsoft.com/office/drawing/2014/main" id="{4488FF64-BE60-AC9E-519A-1B9287BE4B5A}"/>
                    </a:ext>
                  </a:extLst>
                </p:cNvPr>
                <p:cNvCxnSpPr>
                  <a:cxnSpLocks/>
                  <a:stCxn id="456" idx="3"/>
                  <a:endCxn id="457"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451" name="Straight Arrow Connector 450">
                <a:extLst>
                  <a:ext uri="{FF2B5EF4-FFF2-40B4-BE49-F238E27FC236}">
                    <a16:creationId xmlns:a16="http://schemas.microsoft.com/office/drawing/2014/main" id="{7B89787C-E899-8710-F137-E0DC4C6F07B4}"/>
                  </a:ext>
                </a:extLst>
              </p:cNvPr>
              <p:cNvCxnSpPr>
                <a:cxnSpLocks/>
                <a:stCxn id="461" idx="6"/>
                <a:endCxn id="452"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621" name="Group 620">
            <a:extLst>
              <a:ext uri="{FF2B5EF4-FFF2-40B4-BE49-F238E27FC236}">
                <a16:creationId xmlns:a16="http://schemas.microsoft.com/office/drawing/2014/main" id="{CF7EA82D-ABC9-A307-65D2-E976E1D55831}"/>
              </a:ext>
            </a:extLst>
          </p:cNvPr>
          <p:cNvGrpSpPr/>
          <p:nvPr/>
        </p:nvGrpSpPr>
        <p:grpSpPr>
          <a:xfrm>
            <a:off x="5505847" y="3277276"/>
            <a:ext cx="1497126" cy="1174376"/>
            <a:chOff x="5581285" y="4949218"/>
            <a:chExt cx="1497126" cy="1174376"/>
          </a:xfrm>
        </p:grpSpPr>
        <p:grpSp>
          <p:nvGrpSpPr>
            <p:cNvPr id="511" name="Group 510">
              <a:extLst>
                <a:ext uri="{FF2B5EF4-FFF2-40B4-BE49-F238E27FC236}">
                  <a16:creationId xmlns:a16="http://schemas.microsoft.com/office/drawing/2014/main" id="{A155368B-5760-EB6A-E711-0574E980C127}"/>
                </a:ext>
              </a:extLst>
            </p:cNvPr>
            <p:cNvGrpSpPr/>
            <p:nvPr/>
          </p:nvGrpSpPr>
          <p:grpSpPr>
            <a:xfrm>
              <a:off x="5581285" y="4949218"/>
              <a:ext cx="1497126" cy="1174376"/>
              <a:chOff x="9581607" y="2270608"/>
              <a:chExt cx="1497126" cy="1174376"/>
            </a:xfrm>
          </p:grpSpPr>
          <p:sp>
            <p:nvSpPr>
              <p:cNvPr id="534" name="Oval 533">
                <a:extLst>
                  <a:ext uri="{FF2B5EF4-FFF2-40B4-BE49-F238E27FC236}">
                    <a16:creationId xmlns:a16="http://schemas.microsoft.com/office/drawing/2014/main" id="{81C36DC5-61AF-2C03-ED58-975540393A47}"/>
                  </a:ext>
                </a:extLst>
              </p:cNvPr>
              <p:cNvSpPr/>
              <p:nvPr/>
            </p:nvSpPr>
            <p:spPr>
              <a:xfrm>
                <a:off x="9581607" y="2270608"/>
                <a:ext cx="1497126" cy="1174376"/>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5" name="TextBox 534">
                <a:extLst>
                  <a:ext uri="{FF2B5EF4-FFF2-40B4-BE49-F238E27FC236}">
                    <a16:creationId xmlns:a16="http://schemas.microsoft.com/office/drawing/2014/main" id="{9121BC6B-6185-64CA-5D4C-9F19DCC23D2F}"/>
                  </a:ext>
                </a:extLst>
              </p:cNvPr>
              <p:cNvSpPr txBox="1"/>
              <p:nvPr/>
            </p:nvSpPr>
            <p:spPr>
              <a:xfrm>
                <a:off x="9711246" y="2302689"/>
                <a:ext cx="123426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Functions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12" name="Group 511">
              <a:extLst>
                <a:ext uri="{FF2B5EF4-FFF2-40B4-BE49-F238E27FC236}">
                  <a16:creationId xmlns:a16="http://schemas.microsoft.com/office/drawing/2014/main" id="{C829445D-9171-800E-236A-182E878595F0}"/>
                </a:ext>
              </a:extLst>
            </p:cNvPr>
            <p:cNvGrpSpPr/>
            <p:nvPr/>
          </p:nvGrpSpPr>
          <p:grpSpPr>
            <a:xfrm>
              <a:off x="5821168" y="5319853"/>
              <a:ext cx="1031816" cy="621878"/>
              <a:chOff x="8080911" y="2500452"/>
              <a:chExt cx="1031816" cy="621878"/>
            </a:xfrm>
            <a:solidFill>
              <a:schemeClr val="bg2">
                <a:lumMod val="50000"/>
              </a:schemeClr>
            </a:solidFill>
          </p:grpSpPr>
          <p:grpSp>
            <p:nvGrpSpPr>
              <p:cNvPr id="513" name="Group 512">
                <a:extLst>
                  <a:ext uri="{FF2B5EF4-FFF2-40B4-BE49-F238E27FC236}">
                    <a16:creationId xmlns:a16="http://schemas.microsoft.com/office/drawing/2014/main" id="{6D8C6D4A-845E-9109-08A4-40A9EF7AAB5E}"/>
                  </a:ext>
                </a:extLst>
              </p:cNvPr>
              <p:cNvGrpSpPr/>
              <p:nvPr/>
            </p:nvGrpSpPr>
            <p:grpSpPr>
              <a:xfrm>
                <a:off x="8080911" y="2500452"/>
                <a:ext cx="1031816" cy="621878"/>
                <a:chOff x="5879509" y="1332989"/>
                <a:chExt cx="1031816" cy="621878"/>
              </a:xfrm>
              <a:grpFill/>
            </p:grpSpPr>
            <p:sp>
              <p:nvSpPr>
                <p:cNvPr id="515" name="Oval 514">
                  <a:extLst>
                    <a:ext uri="{FF2B5EF4-FFF2-40B4-BE49-F238E27FC236}">
                      <a16:creationId xmlns:a16="http://schemas.microsoft.com/office/drawing/2014/main" id="{57A9F37A-8EDA-2EBE-F1B0-9C3635A7B6B5}"/>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16" name="Oval 515">
                  <a:extLst>
                    <a:ext uri="{FF2B5EF4-FFF2-40B4-BE49-F238E27FC236}">
                      <a16:creationId xmlns:a16="http://schemas.microsoft.com/office/drawing/2014/main" id="{F7CCBA6B-CB44-E9B8-0F88-F2D6AE8DC8BE}"/>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17" name="Oval 516">
                  <a:extLst>
                    <a:ext uri="{FF2B5EF4-FFF2-40B4-BE49-F238E27FC236}">
                      <a16:creationId xmlns:a16="http://schemas.microsoft.com/office/drawing/2014/main" id="{9E5BDB94-FF1B-D620-5E45-E00AAA39DC36}"/>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18" name="Oval 517">
                  <a:extLst>
                    <a:ext uri="{FF2B5EF4-FFF2-40B4-BE49-F238E27FC236}">
                      <a16:creationId xmlns:a16="http://schemas.microsoft.com/office/drawing/2014/main" id="{F2053515-8C21-B833-B697-24AA56A0FDF7}"/>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19" name="Oval 518">
                  <a:extLst>
                    <a:ext uri="{FF2B5EF4-FFF2-40B4-BE49-F238E27FC236}">
                      <a16:creationId xmlns:a16="http://schemas.microsoft.com/office/drawing/2014/main" id="{5919974E-8C4D-7AB0-08DB-6BB19995847D}"/>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20" name="Oval 519">
                  <a:extLst>
                    <a:ext uri="{FF2B5EF4-FFF2-40B4-BE49-F238E27FC236}">
                      <a16:creationId xmlns:a16="http://schemas.microsoft.com/office/drawing/2014/main" id="{8D138283-8D0A-A7DC-77BD-BA387DBE235F}"/>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21" name="Oval 520">
                  <a:extLst>
                    <a:ext uri="{FF2B5EF4-FFF2-40B4-BE49-F238E27FC236}">
                      <a16:creationId xmlns:a16="http://schemas.microsoft.com/office/drawing/2014/main" id="{0EFA7040-EA0E-0EB0-8690-F5C6CF75B6E9}"/>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22" name="Oval 521">
                  <a:extLst>
                    <a:ext uri="{FF2B5EF4-FFF2-40B4-BE49-F238E27FC236}">
                      <a16:creationId xmlns:a16="http://schemas.microsoft.com/office/drawing/2014/main" id="{941D2B1A-2AE9-B199-9396-130677821E4E}"/>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23" name="Oval 522">
                  <a:extLst>
                    <a:ext uri="{FF2B5EF4-FFF2-40B4-BE49-F238E27FC236}">
                      <a16:creationId xmlns:a16="http://schemas.microsoft.com/office/drawing/2014/main" id="{E4D409E1-EA24-67D5-C8E4-67C2CAC607AD}"/>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24" name="Oval 523">
                  <a:extLst>
                    <a:ext uri="{FF2B5EF4-FFF2-40B4-BE49-F238E27FC236}">
                      <a16:creationId xmlns:a16="http://schemas.microsoft.com/office/drawing/2014/main" id="{85FE410B-5004-E75D-4CB1-95A871F5DC0F}"/>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525" name="Straight Arrow Connector 524">
                  <a:extLst>
                    <a:ext uri="{FF2B5EF4-FFF2-40B4-BE49-F238E27FC236}">
                      <a16:creationId xmlns:a16="http://schemas.microsoft.com/office/drawing/2014/main" id="{AC898A61-C3A2-B0EB-9BD8-C926E7FCCB03}"/>
                    </a:ext>
                  </a:extLst>
                </p:cNvPr>
                <p:cNvCxnSpPr>
                  <a:cxnSpLocks/>
                  <a:stCxn id="524" idx="3"/>
                  <a:endCxn id="518"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26" name="Straight Arrow Connector 525">
                  <a:extLst>
                    <a:ext uri="{FF2B5EF4-FFF2-40B4-BE49-F238E27FC236}">
                      <a16:creationId xmlns:a16="http://schemas.microsoft.com/office/drawing/2014/main" id="{90626501-9808-E239-2814-9CDF93E8AD50}"/>
                    </a:ext>
                  </a:extLst>
                </p:cNvPr>
                <p:cNvCxnSpPr>
                  <a:cxnSpLocks/>
                  <a:stCxn id="515" idx="3"/>
                  <a:endCxn id="517"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27" name="Straight Arrow Connector 526">
                  <a:extLst>
                    <a:ext uri="{FF2B5EF4-FFF2-40B4-BE49-F238E27FC236}">
                      <a16:creationId xmlns:a16="http://schemas.microsoft.com/office/drawing/2014/main" id="{009B544F-33BB-6B58-F8B3-813C3AF2AE62}"/>
                    </a:ext>
                  </a:extLst>
                </p:cNvPr>
                <p:cNvCxnSpPr>
                  <a:cxnSpLocks/>
                  <a:stCxn id="515" idx="5"/>
                  <a:endCxn id="519"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28" name="Straight Arrow Connector 527">
                  <a:extLst>
                    <a:ext uri="{FF2B5EF4-FFF2-40B4-BE49-F238E27FC236}">
                      <a16:creationId xmlns:a16="http://schemas.microsoft.com/office/drawing/2014/main" id="{BE23C0E1-67DC-54DA-8D04-C8B6186DDB97}"/>
                    </a:ext>
                  </a:extLst>
                </p:cNvPr>
                <p:cNvCxnSpPr>
                  <a:cxnSpLocks/>
                  <a:stCxn id="519" idx="4"/>
                  <a:endCxn id="522"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29" name="Straight Arrow Connector 528">
                  <a:extLst>
                    <a:ext uri="{FF2B5EF4-FFF2-40B4-BE49-F238E27FC236}">
                      <a16:creationId xmlns:a16="http://schemas.microsoft.com/office/drawing/2014/main" id="{F5C0D391-EFD1-455B-A6D2-62D8EC78859A}"/>
                    </a:ext>
                  </a:extLst>
                </p:cNvPr>
                <p:cNvCxnSpPr>
                  <a:cxnSpLocks/>
                  <a:stCxn id="519" idx="5"/>
                  <a:endCxn id="523"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30" name="Straight Arrow Connector 529">
                  <a:extLst>
                    <a:ext uri="{FF2B5EF4-FFF2-40B4-BE49-F238E27FC236}">
                      <a16:creationId xmlns:a16="http://schemas.microsoft.com/office/drawing/2014/main" id="{4F63FF6C-219A-A6E8-150A-3C3325DB656E}"/>
                    </a:ext>
                  </a:extLst>
                </p:cNvPr>
                <p:cNvCxnSpPr>
                  <a:cxnSpLocks/>
                  <a:stCxn id="517" idx="4"/>
                  <a:endCxn id="521"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31" name="Straight Arrow Connector 530">
                  <a:extLst>
                    <a:ext uri="{FF2B5EF4-FFF2-40B4-BE49-F238E27FC236}">
                      <a16:creationId xmlns:a16="http://schemas.microsoft.com/office/drawing/2014/main" id="{6140ED04-D1F8-11CB-72DD-77F9A9C78C8F}"/>
                    </a:ext>
                  </a:extLst>
                </p:cNvPr>
                <p:cNvCxnSpPr>
                  <a:cxnSpLocks/>
                  <a:stCxn id="518" idx="4"/>
                  <a:endCxn id="520"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32" name="Straight Arrow Connector 531">
                  <a:extLst>
                    <a:ext uri="{FF2B5EF4-FFF2-40B4-BE49-F238E27FC236}">
                      <a16:creationId xmlns:a16="http://schemas.microsoft.com/office/drawing/2014/main" id="{5F614B17-9A7A-EC47-8A12-61E2CD9CA2B6}"/>
                    </a:ext>
                  </a:extLst>
                </p:cNvPr>
                <p:cNvCxnSpPr>
                  <a:cxnSpLocks/>
                  <a:stCxn id="518" idx="4"/>
                  <a:endCxn id="516"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33" name="Straight Arrow Connector 532">
                  <a:extLst>
                    <a:ext uri="{FF2B5EF4-FFF2-40B4-BE49-F238E27FC236}">
                      <a16:creationId xmlns:a16="http://schemas.microsoft.com/office/drawing/2014/main" id="{07AE9690-31A3-21CD-E256-FD14F6D54E75}"/>
                    </a:ext>
                  </a:extLst>
                </p:cNvPr>
                <p:cNvCxnSpPr>
                  <a:cxnSpLocks/>
                  <a:stCxn id="519" idx="3"/>
                  <a:endCxn id="520"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514" name="Straight Arrow Connector 513">
                <a:extLst>
                  <a:ext uri="{FF2B5EF4-FFF2-40B4-BE49-F238E27FC236}">
                    <a16:creationId xmlns:a16="http://schemas.microsoft.com/office/drawing/2014/main" id="{178FE7BC-3EC7-B4BF-D015-38E1A01D9103}"/>
                  </a:ext>
                </a:extLst>
              </p:cNvPr>
              <p:cNvCxnSpPr>
                <a:cxnSpLocks/>
                <a:stCxn id="524" idx="6"/>
                <a:endCxn id="515"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620" name="Group 619">
            <a:extLst>
              <a:ext uri="{FF2B5EF4-FFF2-40B4-BE49-F238E27FC236}">
                <a16:creationId xmlns:a16="http://schemas.microsoft.com/office/drawing/2014/main" id="{C4229C7D-7239-F22D-6FC9-A9A842CA124E}"/>
              </a:ext>
            </a:extLst>
          </p:cNvPr>
          <p:cNvGrpSpPr/>
          <p:nvPr/>
        </p:nvGrpSpPr>
        <p:grpSpPr>
          <a:xfrm>
            <a:off x="6950511" y="2730572"/>
            <a:ext cx="1676400" cy="1382913"/>
            <a:chOff x="7208050" y="4767625"/>
            <a:chExt cx="1676400" cy="1382913"/>
          </a:xfrm>
        </p:grpSpPr>
        <p:grpSp>
          <p:nvGrpSpPr>
            <p:cNvPr id="537" name="Group 536">
              <a:extLst>
                <a:ext uri="{FF2B5EF4-FFF2-40B4-BE49-F238E27FC236}">
                  <a16:creationId xmlns:a16="http://schemas.microsoft.com/office/drawing/2014/main" id="{621CFF98-9E71-236E-B3C5-B3016DAC5431}"/>
                </a:ext>
              </a:extLst>
            </p:cNvPr>
            <p:cNvGrpSpPr/>
            <p:nvPr/>
          </p:nvGrpSpPr>
          <p:grpSpPr>
            <a:xfrm>
              <a:off x="7208050" y="4767625"/>
              <a:ext cx="1676400" cy="1382913"/>
              <a:chOff x="9473254" y="2031979"/>
              <a:chExt cx="1676400" cy="1382913"/>
            </a:xfrm>
          </p:grpSpPr>
          <p:sp>
            <p:nvSpPr>
              <p:cNvPr id="560" name="Oval 559">
                <a:extLst>
                  <a:ext uri="{FF2B5EF4-FFF2-40B4-BE49-F238E27FC236}">
                    <a16:creationId xmlns:a16="http://schemas.microsoft.com/office/drawing/2014/main" id="{9363201B-C943-27B7-A909-B2469A63D8D3}"/>
                  </a:ext>
                </a:extLst>
              </p:cNvPr>
              <p:cNvSpPr/>
              <p:nvPr/>
            </p:nvSpPr>
            <p:spPr>
              <a:xfrm>
                <a:off x="9473254" y="2031979"/>
                <a:ext cx="1676400" cy="1382913"/>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1" name="TextBox 560">
                <a:extLst>
                  <a:ext uri="{FF2B5EF4-FFF2-40B4-BE49-F238E27FC236}">
                    <a16:creationId xmlns:a16="http://schemas.microsoft.com/office/drawing/2014/main" id="{14DE2B88-3C7B-32D2-D803-5AD9337EC5CF}"/>
                  </a:ext>
                </a:extLst>
              </p:cNvPr>
              <p:cNvSpPr txBox="1"/>
              <p:nvPr/>
            </p:nvSpPr>
            <p:spPr>
              <a:xfrm>
                <a:off x="9581315" y="2070124"/>
                <a:ext cx="140071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Process Characteristics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38" name="Group 537">
              <a:extLst>
                <a:ext uri="{FF2B5EF4-FFF2-40B4-BE49-F238E27FC236}">
                  <a16:creationId xmlns:a16="http://schemas.microsoft.com/office/drawing/2014/main" id="{8C09B6AC-6093-9731-1206-A379AE39160C}"/>
                </a:ext>
              </a:extLst>
            </p:cNvPr>
            <p:cNvGrpSpPr/>
            <p:nvPr/>
          </p:nvGrpSpPr>
          <p:grpSpPr>
            <a:xfrm>
              <a:off x="7500559" y="5357504"/>
              <a:ext cx="1031816" cy="621878"/>
              <a:chOff x="8080911" y="2500452"/>
              <a:chExt cx="1031816" cy="621878"/>
            </a:xfrm>
            <a:solidFill>
              <a:schemeClr val="accent2">
                <a:lumMod val="60000"/>
                <a:lumOff val="40000"/>
              </a:schemeClr>
            </a:solidFill>
          </p:grpSpPr>
          <p:grpSp>
            <p:nvGrpSpPr>
              <p:cNvPr id="539" name="Group 538">
                <a:extLst>
                  <a:ext uri="{FF2B5EF4-FFF2-40B4-BE49-F238E27FC236}">
                    <a16:creationId xmlns:a16="http://schemas.microsoft.com/office/drawing/2014/main" id="{8C8666B3-3F13-DEE8-D156-5A6D8E3E3FD1}"/>
                  </a:ext>
                </a:extLst>
              </p:cNvPr>
              <p:cNvGrpSpPr/>
              <p:nvPr/>
            </p:nvGrpSpPr>
            <p:grpSpPr>
              <a:xfrm>
                <a:off x="8080911" y="2500452"/>
                <a:ext cx="1031816" cy="621878"/>
                <a:chOff x="5879509" y="1332989"/>
                <a:chExt cx="1031816" cy="621878"/>
              </a:xfrm>
              <a:grpFill/>
            </p:grpSpPr>
            <p:sp>
              <p:nvSpPr>
                <p:cNvPr id="541" name="Oval 540">
                  <a:extLst>
                    <a:ext uri="{FF2B5EF4-FFF2-40B4-BE49-F238E27FC236}">
                      <a16:creationId xmlns:a16="http://schemas.microsoft.com/office/drawing/2014/main" id="{B136EF5E-3497-24D5-9DB9-4BF4D040E27D}"/>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42" name="Oval 541">
                  <a:extLst>
                    <a:ext uri="{FF2B5EF4-FFF2-40B4-BE49-F238E27FC236}">
                      <a16:creationId xmlns:a16="http://schemas.microsoft.com/office/drawing/2014/main" id="{8850112F-D43B-73AA-0DBE-D5D71F8F6F7B}"/>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43" name="Oval 542">
                  <a:extLst>
                    <a:ext uri="{FF2B5EF4-FFF2-40B4-BE49-F238E27FC236}">
                      <a16:creationId xmlns:a16="http://schemas.microsoft.com/office/drawing/2014/main" id="{334CB7E3-FB1C-B52E-33F0-01165A6E6003}"/>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44" name="Oval 543">
                  <a:extLst>
                    <a:ext uri="{FF2B5EF4-FFF2-40B4-BE49-F238E27FC236}">
                      <a16:creationId xmlns:a16="http://schemas.microsoft.com/office/drawing/2014/main" id="{8F3947BB-7731-0DBB-7E55-3FBE06B4727A}"/>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45" name="Oval 544">
                  <a:extLst>
                    <a:ext uri="{FF2B5EF4-FFF2-40B4-BE49-F238E27FC236}">
                      <a16:creationId xmlns:a16="http://schemas.microsoft.com/office/drawing/2014/main" id="{8E71ABF0-51EE-13FA-B3E4-923F7E1EBA72}"/>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46" name="Oval 545">
                  <a:extLst>
                    <a:ext uri="{FF2B5EF4-FFF2-40B4-BE49-F238E27FC236}">
                      <a16:creationId xmlns:a16="http://schemas.microsoft.com/office/drawing/2014/main" id="{700F9F0D-1DAD-4236-9365-D9A214558CE7}"/>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47" name="Oval 546">
                  <a:extLst>
                    <a:ext uri="{FF2B5EF4-FFF2-40B4-BE49-F238E27FC236}">
                      <a16:creationId xmlns:a16="http://schemas.microsoft.com/office/drawing/2014/main" id="{FE94EB2C-6BBC-58A0-14E8-6CBABA0492E5}"/>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48" name="Oval 547">
                  <a:extLst>
                    <a:ext uri="{FF2B5EF4-FFF2-40B4-BE49-F238E27FC236}">
                      <a16:creationId xmlns:a16="http://schemas.microsoft.com/office/drawing/2014/main" id="{AB3EA27C-A364-9C4C-3B6B-827EB0584ACF}"/>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49" name="Oval 548">
                  <a:extLst>
                    <a:ext uri="{FF2B5EF4-FFF2-40B4-BE49-F238E27FC236}">
                      <a16:creationId xmlns:a16="http://schemas.microsoft.com/office/drawing/2014/main" id="{42043FC5-16BB-3AC6-84B5-38A4DE595E2F}"/>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50" name="Oval 549">
                  <a:extLst>
                    <a:ext uri="{FF2B5EF4-FFF2-40B4-BE49-F238E27FC236}">
                      <a16:creationId xmlns:a16="http://schemas.microsoft.com/office/drawing/2014/main" id="{CD676830-6F59-E0C4-0F6D-76562604DC35}"/>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551" name="Straight Arrow Connector 550">
                  <a:extLst>
                    <a:ext uri="{FF2B5EF4-FFF2-40B4-BE49-F238E27FC236}">
                      <a16:creationId xmlns:a16="http://schemas.microsoft.com/office/drawing/2014/main" id="{675F1C2A-2F8E-133E-EF82-BAEDF5D23AD0}"/>
                    </a:ext>
                  </a:extLst>
                </p:cNvPr>
                <p:cNvCxnSpPr>
                  <a:cxnSpLocks/>
                  <a:stCxn id="550" idx="3"/>
                  <a:endCxn id="544"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52" name="Straight Arrow Connector 551">
                  <a:extLst>
                    <a:ext uri="{FF2B5EF4-FFF2-40B4-BE49-F238E27FC236}">
                      <a16:creationId xmlns:a16="http://schemas.microsoft.com/office/drawing/2014/main" id="{BE378DE9-6477-49B6-5663-FBD1D30637C6}"/>
                    </a:ext>
                  </a:extLst>
                </p:cNvPr>
                <p:cNvCxnSpPr>
                  <a:cxnSpLocks/>
                  <a:stCxn id="541" idx="3"/>
                  <a:endCxn id="543"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53" name="Straight Arrow Connector 552">
                  <a:extLst>
                    <a:ext uri="{FF2B5EF4-FFF2-40B4-BE49-F238E27FC236}">
                      <a16:creationId xmlns:a16="http://schemas.microsoft.com/office/drawing/2014/main" id="{80393C49-907D-77FE-9DDE-E1524B5EFA7F}"/>
                    </a:ext>
                  </a:extLst>
                </p:cNvPr>
                <p:cNvCxnSpPr>
                  <a:cxnSpLocks/>
                  <a:stCxn id="541" idx="5"/>
                  <a:endCxn id="545"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54" name="Straight Arrow Connector 553">
                  <a:extLst>
                    <a:ext uri="{FF2B5EF4-FFF2-40B4-BE49-F238E27FC236}">
                      <a16:creationId xmlns:a16="http://schemas.microsoft.com/office/drawing/2014/main" id="{FCFF1F08-D873-EC9B-F0E9-A8CEAC4167A9}"/>
                    </a:ext>
                  </a:extLst>
                </p:cNvPr>
                <p:cNvCxnSpPr>
                  <a:cxnSpLocks/>
                  <a:stCxn id="545" idx="4"/>
                  <a:endCxn id="548"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55" name="Straight Arrow Connector 554">
                  <a:extLst>
                    <a:ext uri="{FF2B5EF4-FFF2-40B4-BE49-F238E27FC236}">
                      <a16:creationId xmlns:a16="http://schemas.microsoft.com/office/drawing/2014/main" id="{9F620F0D-84AF-03BA-E5B9-630FB16EF8A4}"/>
                    </a:ext>
                  </a:extLst>
                </p:cNvPr>
                <p:cNvCxnSpPr>
                  <a:cxnSpLocks/>
                  <a:stCxn id="545" idx="5"/>
                  <a:endCxn id="549"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56" name="Straight Arrow Connector 555">
                  <a:extLst>
                    <a:ext uri="{FF2B5EF4-FFF2-40B4-BE49-F238E27FC236}">
                      <a16:creationId xmlns:a16="http://schemas.microsoft.com/office/drawing/2014/main" id="{91EA6DEE-2DB2-5400-9232-FE4B279269C6}"/>
                    </a:ext>
                  </a:extLst>
                </p:cNvPr>
                <p:cNvCxnSpPr>
                  <a:cxnSpLocks/>
                  <a:stCxn id="543" idx="4"/>
                  <a:endCxn id="547"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57" name="Straight Arrow Connector 556">
                  <a:extLst>
                    <a:ext uri="{FF2B5EF4-FFF2-40B4-BE49-F238E27FC236}">
                      <a16:creationId xmlns:a16="http://schemas.microsoft.com/office/drawing/2014/main" id="{6BC81897-A1F4-9714-92FF-5F0F813516F5}"/>
                    </a:ext>
                  </a:extLst>
                </p:cNvPr>
                <p:cNvCxnSpPr>
                  <a:cxnSpLocks/>
                  <a:stCxn id="544" idx="4"/>
                  <a:endCxn id="546"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58" name="Straight Arrow Connector 557">
                  <a:extLst>
                    <a:ext uri="{FF2B5EF4-FFF2-40B4-BE49-F238E27FC236}">
                      <a16:creationId xmlns:a16="http://schemas.microsoft.com/office/drawing/2014/main" id="{9071C502-7C2B-EE1A-4EBB-7DCDF25EAEC0}"/>
                    </a:ext>
                  </a:extLst>
                </p:cNvPr>
                <p:cNvCxnSpPr>
                  <a:cxnSpLocks/>
                  <a:stCxn id="544" idx="4"/>
                  <a:endCxn id="542"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59" name="Straight Arrow Connector 558">
                  <a:extLst>
                    <a:ext uri="{FF2B5EF4-FFF2-40B4-BE49-F238E27FC236}">
                      <a16:creationId xmlns:a16="http://schemas.microsoft.com/office/drawing/2014/main" id="{A784E693-25E4-58DA-C2DB-F3A4D2CF6729}"/>
                    </a:ext>
                  </a:extLst>
                </p:cNvPr>
                <p:cNvCxnSpPr>
                  <a:cxnSpLocks/>
                  <a:stCxn id="545" idx="3"/>
                  <a:endCxn id="546"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540" name="Straight Arrow Connector 539">
                <a:extLst>
                  <a:ext uri="{FF2B5EF4-FFF2-40B4-BE49-F238E27FC236}">
                    <a16:creationId xmlns:a16="http://schemas.microsoft.com/office/drawing/2014/main" id="{973D4DFE-EFA2-F752-C5AB-AC07B584187D}"/>
                  </a:ext>
                </a:extLst>
              </p:cNvPr>
              <p:cNvCxnSpPr>
                <a:cxnSpLocks/>
                <a:stCxn id="550" idx="6"/>
                <a:endCxn id="541"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3" name="Group 2">
            <a:extLst>
              <a:ext uri="{FF2B5EF4-FFF2-40B4-BE49-F238E27FC236}">
                <a16:creationId xmlns:a16="http://schemas.microsoft.com/office/drawing/2014/main" id="{03C89FF6-7860-A800-2F5A-D74ECC726FF1}"/>
              </a:ext>
            </a:extLst>
          </p:cNvPr>
          <p:cNvGrpSpPr/>
          <p:nvPr/>
        </p:nvGrpSpPr>
        <p:grpSpPr>
          <a:xfrm>
            <a:off x="2090548" y="3714309"/>
            <a:ext cx="1443412" cy="1174376"/>
            <a:chOff x="2397248" y="5049172"/>
            <a:chExt cx="1443412" cy="1174376"/>
          </a:xfrm>
        </p:grpSpPr>
        <p:grpSp>
          <p:nvGrpSpPr>
            <p:cNvPr id="563" name="Group 562">
              <a:extLst>
                <a:ext uri="{FF2B5EF4-FFF2-40B4-BE49-F238E27FC236}">
                  <a16:creationId xmlns:a16="http://schemas.microsoft.com/office/drawing/2014/main" id="{DA06064D-07E3-511A-D867-2C40614230D0}"/>
                </a:ext>
              </a:extLst>
            </p:cNvPr>
            <p:cNvGrpSpPr/>
            <p:nvPr/>
          </p:nvGrpSpPr>
          <p:grpSpPr>
            <a:xfrm>
              <a:off x="2397248" y="5049172"/>
              <a:ext cx="1443412" cy="1174376"/>
              <a:chOff x="9577328" y="2284570"/>
              <a:chExt cx="1443412" cy="1174376"/>
            </a:xfrm>
          </p:grpSpPr>
          <p:sp>
            <p:nvSpPr>
              <p:cNvPr id="586" name="Oval 585">
                <a:extLst>
                  <a:ext uri="{FF2B5EF4-FFF2-40B4-BE49-F238E27FC236}">
                    <a16:creationId xmlns:a16="http://schemas.microsoft.com/office/drawing/2014/main" id="{8F356277-7B5E-109C-7B23-A68CFA67E9FF}"/>
                  </a:ext>
                </a:extLst>
              </p:cNvPr>
              <p:cNvSpPr/>
              <p:nvPr/>
            </p:nvSpPr>
            <p:spPr>
              <a:xfrm>
                <a:off x="9577328" y="2284570"/>
                <a:ext cx="1443412" cy="1174376"/>
              </a:xfrm>
              <a:prstGeom prst="ellipse">
                <a:avLst/>
              </a:prstGeom>
              <a:solidFill>
                <a:srgbClr val="CFAF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7" name="TextBox 586">
                <a:extLst>
                  <a:ext uri="{FF2B5EF4-FFF2-40B4-BE49-F238E27FC236}">
                    <a16:creationId xmlns:a16="http://schemas.microsoft.com/office/drawing/2014/main" id="{77DDD386-F088-115A-E819-2F8A17255378}"/>
                  </a:ext>
                </a:extLst>
              </p:cNvPr>
              <p:cNvSpPr txBox="1"/>
              <p:nvPr/>
            </p:nvSpPr>
            <p:spPr>
              <a:xfrm>
                <a:off x="9829147" y="2296089"/>
                <a:ext cx="97276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Energy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64" name="Group 563">
              <a:extLst>
                <a:ext uri="{FF2B5EF4-FFF2-40B4-BE49-F238E27FC236}">
                  <a16:creationId xmlns:a16="http://schemas.microsoft.com/office/drawing/2014/main" id="{078D4347-19A7-382F-C208-E0F304C272EF}"/>
                </a:ext>
              </a:extLst>
            </p:cNvPr>
            <p:cNvGrpSpPr/>
            <p:nvPr/>
          </p:nvGrpSpPr>
          <p:grpSpPr>
            <a:xfrm>
              <a:off x="2595990" y="5406228"/>
              <a:ext cx="1031816" cy="621878"/>
              <a:chOff x="8080911" y="2500452"/>
              <a:chExt cx="1031816" cy="621878"/>
            </a:xfrm>
            <a:solidFill>
              <a:srgbClr val="FF0000"/>
            </a:solidFill>
          </p:grpSpPr>
          <p:grpSp>
            <p:nvGrpSpPr>
              <p:cNvPr id="565" name="Group 564">
                <a:extLst>
                  <a:ext uri="{FF2B5EF4-FFF2-40B4-BE49-F238E27FC236}">
                    <a16:creationId xmlns:a16="http://schemas.microsoft.com/office/drawing/2014/main" id="{48FE2643-59B3-254F-5517-DE6B1EF5FFC4}"/>
                  </a:ext>
                </a:extLst>
              </p:cNvPr>
              <p:cNvGrpSpPr/>
              <p:nvPr/>
            </p:nvGrpSpPr>
            <p:grpSpPr>
              <a:xfrm>
                <a:off x="8080911" y="2500452"/>
                <a:ext cx="1031816" cy="621878"/>
                <a:chOff x="5879509" y="1332989"/>
                <a:chExt cx="1031816" cy="621878"/>
              </a:xfrm>
              <a:grpFill/>
            </p:grpSpPr>
            <p:sp>
              <p:nvSpPr>
                <p:cNvPr id="567" name="Oval 566">
                  <a:extLst>
                    <a:ext uri="{FF2B5EF4-FFF2-40B4-BE49-F238E27FC236}">
                      <a16:creationId xmlns:a16="http://schemas.microsoft.com/office/drawing/2014/main" id="{774D13A8-9314-F1D0-1604-AFDF75E64F1A}"/>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68" name="Oval 567">
                  <a:extLst>
                    <a:ext uri="{FF2B5EF4-FFF2-40B4-BE49-F238E27FC236}">
                      <a16:creationId xmlns:a16="http://schemas.microsoft.com/office/drawing/2014/main" id="{AEFFF39D-AD31-F0A6-4C78-CF75CB844815}"/>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69" name="Oval 568">
                  <a:extLst>
                    <a:ext uri="{FF2B5EF4-FFF2-40B4-BE49-F238E27FC236}">
                      <a16:creationId xmlns:a16="http://schemas.microsoft.com/office/drawing/2014/main" id="{5738C85E-DFCB-9E68-163F-A102C9ECAE65}"/>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70" name="Oval 569">
                  <a:extLst>
                    <a:ext uri="{FF2B5EF4-FFF2-40B4-BE49-F238E27FC236}">
                      <a16:creationId xmlns:a16="http://schemas.microsoft.com/office/drawing/2014/main" id="{C4BB5C6E-E741-B7C5-356F-B02E571CF8D8}"/>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71" name="Oval 570">
                  <a:extLst>
                    <a:ext uri="{FF2B5EF4-FFF2-40B4-BE49-F238E27FC236}">
                      <a16:creationId xmlns:a16="http://schemas.microsoft.com/office/drawing/2014/main" id="{836F219B-BA94-4D7D-D198-C4B95D30AE23}"/>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72" name="Oval 571">
                  <a:extLst>
                    <a:ext uri="{FF2B5EF4-FFF2-40B4-BE49-F238E27FC236}">
                      <a16:creationId xmlns:a16="http://schemas.microsoft.com/office/drawing/2014/main" id="{C9E57F1E-2FF9-27F4-FE3F-FB11F12A5A88}"/>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73" name="Oval 572">
                  <a:extLst>
                    <a:ext uri="{FF2B5EF4-FFF2-40B4-BE49-F238E27FC236}">
                      <a16:creationId xmlns:a16="http://schemas.microsoft.com/office/drawing/2014/main" id="{05DAABF2-74F3-7F09-223C-84F86DA25D05}"/>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74" name="Oval 573">
                  <a:extLst>
                    <a:ext uri="{FF2B5EF4-FFF2-40B4-BE49-F238E27FC236}">
                      <a16:creationId xmlns:a16="http://schemas.microsoft.com/office/drawing/2014/main" id="{DF389253-2893-F161-750F-F37CFB77CAE4}"/>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75" name="Oval 574">
                  <a:extLst>
                    <a:ext uri="{FF2B5EF4-FFF2-40B4-BE49-F238E27FC236}">
                      <a16:creationId xmlns:a16="http://schemas.microsoft.com/office/drawing/2014/main" id="{55EEB5EE-3913-F2A5-7A0B-B0017ACEFEB8}"/>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76" name="Oval 575">
                  <a:extLst>
                    <a:ext uri="{FF2B5EF4-FFF2-40B4-BE49-F238E27FC236}">
                      <a16:creationId xmlns:a16="http://schemas.microsoft.com/office/drawing/2014/main" id="{EF601FEE-8F30-79D4-313F-55EA090C1093}"/>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577" name="Straight Arrow Connector 576">
                  <a:extLst>
                    <a:ext uri="{FF2B5EF4-FFF2-40B4-BE49-F238E27FC236}">
                      <a16:creationId xmlns:a16="http://schemas.microsoft.com/office/drawing/2014/main" id="{4A87E032-2344-AF6A-B45B-719796DFEAA4}"/>
                    </a:ext>
                  </a:extLst>
                </p:cNvPr>
                <p:cNvCxnSpPr>
                  <a:cxnSpLocks/>
                  <a:stCxn id="576" idx="3"/>
                  <a:endCxn id="570"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78" name="Straight Arrow Connector 577">
                  <a:extLst>
                    <a:ext uri="{FF2B5EF4-FFF2-40B4-BE49-F238E27FC236}">
                      <a16:creationId xmlns:a16="http://schemas.microsoft.com/office/drawing/2014/main" id="{3122403C-66A9-9C45-00DA-832F5B1F3276}"/>
                    </a:ext>
                  </a:extLst>
                </p:cNvPr>
                <p:cNvCxnSpPr>
                  <a:cxnSpLocks/>
                  <a:stCxn id="567" idx="3"/>
                  <a:endCxn id="569"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79" name="Straight Arrow Connector 578">
                  <a:extLst>
                    <a:ext uri="{FF2B5EF4-FFF2-40B4-BE49-F238E27FC236}">
                      <a16:creationId xmlns:a16="http://schemas.microsoft.com/office/drawing/2014/main" id="{A6D0A644-D695-929E-4FE8-4408A6C38B40}"/>
                    </a:ext>
                  </a:extLst>
                </p:cNvPr>
                <p:cNvCxnSpPr>
                  <a:cxnSpLocks/>
                  <a:stCxn id="567" idx="5"/>
                  <a:endCxn id="571"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80" name="Straight Arrow Connector 579">
                  <a:extLst>
                    <a:ext uri="{FF2B5EF4-FFF2-40B4-BE49-F238E27FC236}">
                      <a16:creationId xmlns:a16="http://schemas.microsoft.com/office/drawing/2014/main" id="{E4B42B18-505B-0603-2D06-C6150E61043F}"/>
                    </a:ext>
                  </a:extLst>
                </p:cNvPr>
                <p:cNvCxnSpPr>
                  <a:cxnSpLocks/>
                  <a:stCxn id="571" idx="4"/>
                  <a:endCxn id="574"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81" name="Straight Arrow Connector 580">
                  <a:extLst>
                    <a:ext uri="{FF2B5EF4-FFF2-40B4-BE49-F238E27FC236}">
                      <a16:creationId xmlns:a16="http://schemas.microsoft.com/office/drawing/2014/main" id="{87C24411-FF9D-0A3C-74CF-4BEA1E83BC62}"/>
                    </a:ext>
                  </a:extLst>
                </p:cNvPr>
                <p:cNvCxnSpPr>
                  <a:cxnSpLocks/>
                  <a:stCxn id="571" idx="5"/>
                  <a:endCxn id="575"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82" name="Straight Arrow Connector 581">
                  <a:extLst>
                    <a:ext uri="{FF2B5EF4-FFF2-40B4-BE49-F238E27FC236}">
                      <a16:creationId xmlns:a16="http://schemas.microsoft.com/office/drawing/2014/main" id="{466FB295-0B87-CA5B-3225-58F3A516771B}"/>
                    </a:ext>
                  </a:extLst>
                </p:cNvPr>
                <p:cNvCxnSpPr>
                  <a:cxnSpLocks/>
                  <a:stCxn id="569" idx="4"/>
                  <a:endCxn id="573"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83" name="Straight Arrow Connector 582">
                  <a:extLst>
                    <a:ext uri="{FF2B5EF4-FFF2-40B4-BE49-F238E27FC236}">
                      <a16:creationId xmlns:a16="http://schemas.microsoft.com/office/drawing/2014/main" id="{DBC66E89-4BBB-EB52-023C-4408CF3FAEFD}"/>
                    </a:ext>
                  </a:extLst>
                </p:cNvPr>
                <p:cNvCxnSpPr>
                  <a:cxnSpLocks/>
                  <a:stCxn id="570" idx="4"/>
                  <a:endCxn id="572"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84" name="Straight Arrow Connector 583">
                  <a:extLst>
                    <a:ext uri="{FF2B5EF4-FFF2-40B4-BE49-F238E27FC236}">
                      <a16:creationId xmlns:a16="http://schemas.microsoft.com/office/drawing/2014/main" id="{0967815A-148E-314F-D748-BD4E460F31D8}"/>
                    </a:ext>
                  </a:extLst>
                </p:cNvPr>
                <p:cNvCxnSpPr>
                  <a:cxnSpLocks/>
                  <a:stCxn id="570" idx="4"/>
                  <a:endCxn id="568"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85" name="Straight Arrow Connector 584">
                  <a:extLst>
                    <a:ext uri="{FF2B5EF4-FFF2-40B4-BE49-F238E27FC236}">
                      <a16:creationId xmlns:a16="http://schemas.microsoft.com/office/drawing/2014/main" id="{D2117C10-54BF-2956-61F5-CFEDFA4FB867}"/>
                    </a:ext>
                  </a:extLst>
                </p:cNvPr>
                <p:cNvCxnSpPr>
                  <a:cxnSpLocks/>
                  <a:stCxn id="571" idx="3"/>
                  <a:endCxn id="572"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566" name="Straight Arrow Connector 565">
                <a:extLst>
                  <a:ext uri="{FF2B5EF4-FFF2-40B4-BE49-F238E27FC236}">
                    <a16:creationId xmlns:a16="http://schemas.microsoft.com/office/drawing/2014/main" id="{16727F77-33F4-ABD8-ED1E-E05E6ACEA13A}"/>
                  </a:ext>
                </a:extLst>
              </p:cNvPr>
              <p:cNvCxnSpPr>
                <a:cxnSpLocks/>
                <a:stCxn id="576" idx="6"/>
                <a:endCxn id="567"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625" name="Group 624">
            <a:extLst>
              <a:ext uri="{FF2B5EF4-FFF2-40B4-BE49-F238E27FC236}">
                <a16:creationId xmlns:a16="http://schemas.microsoft.com/office/drawing/2014/main" id="{418E3393-4BCC-396F-71DB-C2B189B06C03}"/>
              </a:ext>
            </a:extLst>
          </p:cNvPr>
          <p:cNvGrpSpPr/>
          <p:nvPr/>
        </p:nvGrpSpPr>
        <p:grpSpPr>
          <a:xfrm>
            <a:off x="10205571" y="2851264"/>
            <a:ext cx="1440745" cy="1205467"/>
            <a:chOff x="10374587" y="5032177"/>
            <a:chExt cx="1440745" cy="1205467"/>
          </a:xfrm>
        </p:grpSpPr>
        <p:grpSp>
          <p:nvGrpSpPr>
            <p:cNvPr id="589" name="Group 588">
              <a:extLst>
                <a:ext uri="{FF2B5EF4-FFF2-40B4-BE49-F238E27FC236}">
                  <a16:creationId xmlns:a16="http://schemas.microsoft.com/office/drawing/2014/main" id="{408E36E4-6B47-F90F-8CD1-BADE9ACF7D6C}"/>
                </a:ext>
              </a:extLst>
            </p:cNvPr>
            <p:cNvGrpSpPr/>
            <p:nvPr/>
          </p:nvGrpSpPr>
          <p:grpSpPr>
            <a:xfrm>
              <a:off x="10374587" y="5032177"/>
              <a:ext cx="1440745" cy="1205467"/>
              <a:chOff x="9606478" y="2227507"/>
              <a:chExt cx="1440745" cy="1205467"/>
            </a:xfrm>
          </p:grpSpPr>
          <p:sp>
            <p:nvSpPr>
              <p:cNvPr id="612" name="Oval 611">
                <a:extLst>
                  <a:ext uri="{FF2B5EF4-FFF2-40B4-BE49-F238E27FC236}">
                    <a16:creationId xmlns:a16="http://schemas.microsoft.com/office/drawing/2014/main" id="{58B1FAC7-712E-CC6C-6322-3520FC8ADDAC}"/>
                  </a:ext>
                </a:extLst>
              </p:cNvPr>
              <p:cNvSpPr/>
              <p:nvPr/>
            </p:nvSpPr>
            <p:spPr>
              <a:xfrm>
                <a:off x="9606478" y="2227507"/>
                <a:ext cx="1440745" cy="1205467"/>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3" name="TextBox 612">
                <a:extLst>
                  <a:ext uri="{FF2B5EF4-FFF2-40B4-BE49-F238E27FC236}">
                    <a16:creationId xmlns:a16="http://schemas.microsoft.com/office/drawing/2014/main" id="{5FE7E775-336D-590B-6751-5B99EAEF3006}"/>
                  </a:ext>
                </a:extLst>
              </p:cNvPr>
              <p:cNvSpPr txBox="1"/>
              <p:nvPr/>
            </p:nvSpPr>
            <p:spPr>
              <a:xfrm>
                <a:off x="9711246" y="2302689"/>
                <a:ext cx="123426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Uncertainty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90" name="Group 589">
              <a:extLst>
                <a:ext uri="{FF2B5EF4-FFF2-40B4-BE49-F238E27FC236}">
                  <a16:creationId xmlns:a16="http://schemas.microsoft.com/office/drawing/2014/main" id="{8E5C0AEE-12ED-9C0F-BA5C-1F52E5786CC2}"/>
                </a:ext>
              </a:extLst>
            </p:cNvPr>
            <p:cNvGrpSpPr/>
            <p:nvPr/>
          </p:nvGrpSpPr>
          <p:grpSpPr>
            <a:xfrm>
              <a:off x="10589599" y="5445913"/>
              <a:ext cx="1016448" cy="616780"/>
              <a:chOff x="8080911" y="2500452"/>
              <a:chExt cx="1016448" cy="616780"/>
            </a:xfrm>
            <a:solidFill>
              <a:srgbClr val="92D050"/>
            </a:solidFill>
          </p:grpSpPr>
          <p:grpSp>
            <p:nvGrpSpPr>
              <p:cNvPr id="591" name="Group 590">
                <a:extLst>
                  <a:ext uri="{FF2B5EF4-FFF2-40B4-BE49-F238E27FC236}">
                    <a16:creationId xmlns:a16="http://schemas.microsoft.com/office/drawing/2014/main" id="{F6304C70-DFAA-F5F7-EFE4-C5352F209799}"/>
                  </a:ext>
                </a:extLst>
              </p:cNvPr>
              <p:cNvGrpSpPr/>
              <p:nvPr/>
            </p:nvGrpSpPr>
            <p:grpSpPr>
              <a:xfrm>
                <a:off x="8080911" y="2500452"/>
                <a:ext cx="1016448" cy="616780"/>
                <a:chOff x="5879509" y="1332989"/>
                <a:chExt cx="1016448" cy="616780"/>
              </a:xfrm>
              <a:grpFill/>
            </p:grpSpPr>
            <p:sp>
              <p:nvSpPr>
                <p:cNvPr id="593" name="Oval 592">
                  <a:extLst>
                    <a:ext uri="{FF2B5EF4-FFF2-40B4-BE49-F238E27FC236}">
                      <a16:creationId xmlns:a16="http://schemas.microsoft.com/office/drawing/2014/main" id="{B2C83054-086E-DBBA-6BB3-4B08526E472E}"/>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94" name="Oval 593">
                  <a:extLst>
                    <a:ext uri="{FF2B5EF4-FFF2-40B4-BE49-F238E27FC236}">
                      <a16:creationId xmlns:a16="http://schemas.microsoft.com/office/drawing/2014/main" id="{64C79BFD-3527-5023-098D-CF4D6CFD518F}"/>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95" name="Oval 594">
                  <a:extLst>
                    <a:ext uri="{FF2B5EF4-FFF2-40B4-BE49-F238E27FC236}">
                      <a16:creationId xmlns:a16="http://schemas.microsoft.com/office/drawing/2014/main" id="{9A92AE64-532A-A6F8-FA4D-A4E7D3F844A4}"/>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96" name="Oval 595">
                  <a:extLst>
                    <a:ext uri="{FF2B5EF4-FFF2-40B4-BE49-F238E27FC236}">
                      <a16:creationId xmlns:a16="http://schemas.microsoft.com/office/drawing/2014/main" id="{3F0AC858-8F39-25F9-599D-8AA8BF62462B}"/>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97" name="Oval 596">
                  <a:extLst>
                    <a:ext uri="{FF2B5EF4-FFF2-40B4-BE49-F238E27FC236}">
                      <a16:creationId xmlns:a16="http://schemas.microsoft.com/office/drawing/2014/main" id="{C3607136-4964-A014-6E64-F45B7A7FD345}"/>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98" name="Oval 597">
                  <a:extLst>
                    <a:ext uri="{FF2B5EF4-FFF2-40B4-BE49-F238E27FC236}">
                      <a16:creationId xmlns:a16="http://schemas.microsoft.com/office/drawing/2014/main" id="{34F8A31E-BE88-50D8-C02F-E2E2AA5B51B1}"/>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99" name="Oval 598">
                  <a:extLst>
                    <a:ext uri="{FF2B5EF4-FFF2-40B4-BE49-F238E27FC236}">
                      <a16:creationId xmlns:a16="http://schemas.microsoft.com/office/drawing/2014/main" id="{7B059925-6004-B89E-D290-9862363482D3}"/>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00" name="Oval 599">
                  <a:extLst>
                    <a:ext uri="{FF2B5EF4-FFF2-40B4-BE49-F238E27FC236}">
                      <a16:creationId xmlns:a16="http://schemas.microsoft.com/office/drawing/2014/main" id="{B3E8F9B7-A9B6-D2E3-EEF8-2B5432EE5324}"/>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01" name="Oval 600">
                  <a:extLst>
                    <a:ext uri="{FF2B5EF4-FFF2-40B4-BE49-F238E27FC236}">
                      <a16:creationId xmlns:a16="http://schemas.microsoft.com/office/drawing/2014/main" id="{CF3276A3-FD23-1E32-1B75-58C887822490}"/>
                    </a:ext>
                  </a:extLst>
                </p:cNvPr>
                <p:cNvSpPr/>
                <p:nvPr/>
              </p:nvSpPr>
              <p:spPr>
                <a:xfrm>
                  <a:off x="6730304" y="1841648"/>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02" name="Oval 601">
                  <a:extLst>
                    <a:ext uri="{FF2B5EF4-FFF2-40B4-BE49-F238E27FC236}">
                      <a16:creationId xmlns:a16="http://schemas.microsoft.com/office/drawing/2014/main" id="{DD6EBFED-8C22-4B59-7087-31A12A73A33D}"/>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603" name="Straight Arrow Connector 602">
                  <a:extLst>
                    <a:ext uri="{FF2B5EF4-FFF2-40B4-BE49-F238E27FC236}">
                      <a16:creationId xmlns:a16="http://schemas.microsoft.com/office/drawing/2014/main" id="{188B88D3-A0D6-6291-62C1-D1EC0D32358E}"/>
                    </a:ext>
                  </a:extLst>
                </p:cNvPr>
                <p:cNvCxnSpPr>
                  <a:cxnSpLocks/>
                  <a:stCxn id="602" idx="3"/>
                  <a:endCxn id="596"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604" name="Straight Arrow Connector 603">
                  <a:extLst>
                    <a:ext uri="{FF2B5EF4-FFF2-40B4-BE49-F238E27FC236}">
                      <a16:creationId xmlns:a16="http://schemas.microsoft.com/office/drawing/2014/main" id="{D1A87EC2-8031-DC5A-C9B6-A0A929053DFA}"/>
                    </a:ext>
                  </a:extLst>
                </p:cNvPr>
                <p:cNvCxnSpPr>
                  <a:cxnSpLocks/>
                  <a:stCxn id="593" idx="3"/>
                  <a:endCxn id="595"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605" name="Straight Arrow Connector 604">
                  <a:extLst>
                    <a:ext uri="{FF2B5EF4-FFF2-40B4-BE49-F238E27FC236}">
                      <a16:creationId xmlns:a16="http://schemas.microsoft.com/office/drawing/2014/main" id="{ED87D72E-4AD4-9849-A250-79B07A84699F}"/>
                    </a:ext>
                  </a:extLst>
                </p:cNvPr>
                <p:cNvCxnSpPr>
                  <a:cxnSpLocks/>
                  <a:stCxn id="593" idx="5"/>
                  <a:endCxn id="597"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606" name="Straight Arrow Connector 605">
                  <a:extLst>
                    <a:ext uri="{FF2B5EF4-FFF2-40B4-BE49-F238E27FC236}">
                      <a16:creationId xmlns:a16="http://schemas.microsoft.com/office/drawing/2014/main" id="{47E09BFD-7DD1-E888-8C86-63870C77EA39}"/>
                    </a:ext>
                  </a:extLst>
                </p:cNvPr>
                <p:cNvCxnSpPr>
                  <a:cxnSpLocks/>
                  <a:stCxn id="597" idx="4"/>
                  <a:endCxn id="600"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607" name="Straight Arrow Connector 606">
                  <a:extLst>
                    <a:ext uri="{FF2B5EF4-FFF2-40B4-BE49-F238E27FC236}">
                      <a16:creationId xmlns:a16="http://schemas.microsoft.com/office/drawing/2014/main" id="{96FDCF6A-EFD1-FC3E-C66A-5BA04FB72DF5}"/>
                    </a:ext>
                  </a:extLst>
                </p:cNvPr>
                <p:cNvCxnSpPr>
                  <a:cxnSpLocks/>
                  <a:stCxn id="597" idx="5"/>
                  <a:endCxn id="601" idx="0"/>
                </p:cNvCxnSpPr>
                <p:nvPr/>
              </p:nvCxnSpPr>
              <p:spPr>
                <a:xfrm>
                  <a:off x="6618747" y="1629300"/>
                  <a:ext cx="194384" cy="21234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608" name="Straight Arrow Connector 607">
                  <a:extLst>
                    <a:ext uri="{FF2B5EF4-FFF2-40B4-BE49-F238E27FC236}">
                      <a16:creationId xmlns:a16="http://schemas.microsoft.com/office/drawing/2014/main" id="{A9703A55-5D47-A2EC-3887-C7E841FDB585}"/>
                    </a:ext>
                  </a:extLst>
                </p:cNvPr>
                <p:cNvCxnSpPr>
                  <a:cxnSpLocks/>
                  <a:stCxn id="595" idx="4"/>
                  <a:endCxn id="599"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609" name="Straight Arrow Connector 608">
                  <a:extLst>
                    <a:ext uri="{FF2B5EF4-FFF2-40B4-BE49-F238E27FC236}">
                      <a16:creationId xmlns:a16="http://schemas.microsoft.com/office/drawing/2014/main" id="{ABECF28B-152A-6782-F7D3-62ED5A28C823}"/>
                    </a:ext>
                  </a:extLst>
                </p:cNvPr>
                <p:cNvCxnSpPr>
                  <a:cxnSpLocks/>
                  <a:stCxn id="596" idx="4"/>
                  <a:endCxn id="598"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610" name="Straight Arrow Connector 609">
                  <a:extLst>
                    <a:ext uri="{FF2B5EF4-FFF2-40B4-BE49-F238E27FC236}">
                      <a16:creationId xmlns:a16="http://schemas.microsoft.com/office/drawing/2014/main" id="{75942CC5-E3BF-77F7-312E-9B938FB2CD84}"/>
                    </a:ext>
                  </a:extLst>
                </p:cNvPr>
                <p:cNvCxnSpPr>
                  <a:cxnSpLocks/>
                  <a:stCxn id="596" idx="4"/>
                  <a:endCxn id="594"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611" name="Straight Arrow Connector 610">
                  <a:extLst>
                    <a:ext uri="{FF2B5EF4-FFF2-40B4-BE49-F238E27FC236}">
                      <a16:creationId xmlns:a16="http://schemas.microsoft.com/office/drawing/2014/main" id="{66EECFF9-6C53-42BA-87D0-3A3C2CBD6D11}"/>
                    </a:ext>
                  </a:extLst>
                </p:cNvPr>
                <p:cNvCxnSpPr>
                  <a:cxnSpLocks/>
                  <a:stCxn id="597" idx="3"/>
                  <a:endCxn id="598"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592" name="Straight Arrow Connector 591">
                <a:extLst>
                  <a:ext uri="{FF2B5EF4-FFF2-40B4-BE49-F238E27FC236}">
                    <a16:creationId xmlns:a16="http://schemas.microsoft.com/office/drawing/2014/main" id="{2379D40E-42AF-83B0-4F58-EC836121C8EB}"/>
                  </a:ext>
                </a:extLst>
              </p:cNvPr>
              <p:cNvCxnSpPr>
                <a:cxnSpLocks/>
                <a:stCxn id="602" idx="6"/>
                <a:endCxn id="593"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5" name="Group 4">
            <a:extLst>
              <a:ext uri="{FF2B5EF4-FFF2-40B4-BE49-F238E27FC236}">
                <a16:creationId xmlns:a16="http://schemas.microsoft.com/office/drawing/2014/main" id="{ACCE887B-2FCD-A9FE-7F99-2B70F5391897}"/>
              </a:ext>
            </a:extLst>
          </p:cNvPr>
          <p:cNvGrpSpPr/>
          <p:nvPr/>
        </p:nvGrpSpPr>
        <p:grpSpPr>
          <a:xfrm>
            <a:off x="7719770" y="54318"/>
            <a:ext cx="1676400" cy="1043543"/>
            <a:chOff x="7429242" y="-1206367"/>
            <a:chExt cx="1676400" cy="1043543"/>
          </a:xfrm>
        </p:grpSpPr>
        <p:sp>
          <p:nvSpPr>
            <p:cNvPr id="59" name="Oval 58">
              <a:extLst>
                <a:ext uri="{FF2B5EF4-FFF2-40B4-BE49-F238E27FC236}">
                  <a16:creationId xmlns:a16="http://schemas.microsoft.com/office/drawing/2014/main" id="{E9FB4600-3E1E-AB5F-84A5-F0709437BAAA}"/>
                </a:ext>
              </a:extLst>
            </p:cNvPr>
            <p:cNvSpPr/>
            <p:nvPr/>
          </p:nvSpPr>
          <p:spPr>
            <a:xfrm>
              <a:off x="7429242" y="-1206367"/>
              <a:ext cx="1676400" cy="104354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60" name="Group 59">
              <a:extLst>
                <a:ext uri="{FF2B5EF4-FFF2-40B4-BE49-F238E27FC236}">
                  <a16:creationId xmlns:a16="http://schemas.microsoft.com/office/drawing/2014/main" id="{DED4DC14-375C-0165-F814-67E068979DAA}"/>
                </a:ext>
              </a:extLst>
            </p:cNvPr>
            <p:cNvGrpSpPr/>
            <p:nvPr/>
          </p:nvGrpSpPr>
          <p:grpSpPr>
            <a:xfrm>
              <a:off x="7797682" y="-860488"/>
              <a:ext cx="987160" cy="549098"/>
              <a:chOff x="8080911" y="2500452"/>
              <a:chExt cx="1031816" cy="621878"/>
            </a:xfrm>
            <a:solidFill>
              <a:schemeClr val="bg1">
                <a:lumMod val="50000"/>
              </a:schemeClr>
            </a:solidFill>
          </p:grpSpPr>
          <p:grpSp>
            <p:nvGrpSpPr>
              <p:cNvPr id="61" name="Group 60">
                <a:extLst>
                  <a:ext uri="{FF2B5EF4-FFF2-40B4-BE49-F238E27FC236}">
                    <a16:creationId xmlns:a16="http://schemas.microsoft.com/office/drawing/2014/main" id="{0041A606-3F42-A25B-A59B-671A977A62EB}"/>
                  </a:ext>
                </a:extLst>
              </p:cNvPr>
              <p:cNvGrpSpPr/>
              <p:nvPr/>
            </p:nvGrpSpPr>
            <p:grpSpPr>
              <a:xfrm>
                <a:off x="8080911" y="2500452"/>
                <a:ext cx="1031816" cy="621878"/>
                <a:chOff x="5879509" y="1332989"/>
                <a:chExt cx="1031816" cy="621878"/>
              </a:xfrm>
              <a:grpFill/>
            </p:grpSpPr>
            <p:sp>
              <p:nvSpPr>
                <p:cNvPr id="63" name="Oval 62">
                  <a:extLst>
                    <a:ext uri="{FF2B5EF4-FFF2-40B4-BE49-F238E27FC236}">
                      <a16:creationId xmlns:a16="http://schemas.microsoft.com/office/drawing/2014/main" id="{70B9E90C-AD05-5F60-B593-F583CF7089F4}"/>
                    </a:ext>
                  </a:extLst>
                </p:cNvPr>
                <p:cNvSpPr/>
                <p:nvPr/>
              </p:nvSpPr>
              <p:spPr>
                <a:xfrm>
                  <a:off x="6402473" y="1337905"/>
                  <a:ext cx="165653" cy="82483"/>
                </a:xfrm>
                <a:prstGeom prst="ellipse">
                  <a:avLst/>
                </a:prstGeom>
                <a:grpFill/>
                <a:ln w="25400"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73" name="Oval 472">
                  <a:extLst>
                    <a:ext uri="{FF2B5EF4-FFF2-40B4-BE49-F238E27FC236}">
                      <a16:creationId xmlns:a16="http://schemas.microsoft.com/office/drawing/2014/main" id="{9318010E-C012-532D-4775-E3D75C5254A9}"/>
                    </a:ext>
                  </a:extLst>
                </p:cNvPr>
                <p:cNvSpPr/>
                <p:nvPr/>
              </p:nvSpPr>
              <p:spPr>
                <a:xfrm>
                  <a:off x="5884107" y="1858983"/>
                  <a:ext cx="165653" cy="82483"/>
                </a:xfrm>
                <a:prstGeom prst="ellipse">
                  <a:avLst/>
                </a:prstGeom>
                <a:grpFill/>
                <a:ln w="25400"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74" name="Oval 473">
                  <a:extLst>
                    <a:ext uri="{FF2B5EF4-FFF2-40B4-BE49-F238E27FC236}">
                      <a16:creationId xmlns:a16="http://schemas.microsoft.com/office/drawing/2014/main" id="{332BF02D-E942-8E7E-06B0-0E2CE679C7A5}"/>
                    </a:ext>
                  </a:extLst>
                </p:cNvPr>
                <p:cNvSpPr/>
                <p:nvPr/>
              </p:nvSpPr>
              <p:spPr>
                <a:xfrm>
                  <a:off x="6205594" y="1558896"/>
                  <a:ext cx="165653" cy="82483"/>
                </a:xfrm>
                <a:prstGeom prst="ellipse">
                  <a:avLst/>
                </a:prstGeom>
                <a:grpFill/>
                <a:ln w="25400"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75" name="Oval 474">
                  <a:extLst>
                    <a:ext uri="{FF2B5EF4-FFF2-40B4-BE49-F238E27FC236}">
                      <a16:creationId xmlns:a16="http://schemas.microsoft.com/office/drawing/2014/main" id="{B9F9423A-2EB3-88F5-CBE5-5FDAB8DDD503}"/>
                    </a:ext>
                  </a:extLst>
                </p:cNvPr>
                <p:cNvSpPr/>
                <p:nvPr/>
              </p:nvSpPr>
              <p:spPr>
                <a:xfrm>
                  <a:off x="5879509" y="1545385"/>
                  <a:ext cx="165653" cy="82483"/>
                </a:xfrm>
                <a:prstGeom prst="ellipse">
                  <a:avLst/>
                </a:prstGeom>
                <a:grpFill/>
                <a:ln w="25400"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76" name="Oval 475">
                  <a:extLst>
                    <a:ext uri="{FF2B5EF4-FFF2-40B4-BE49-F238E27FC236}">
                      <a16:creationId xmlns:a16="http://schemas.microsoft.com/office/drawing/2014/main" id="{8F2FFDB1-31B2-2F29-45AF-49966F2E117C}"/>
                    </a:ext>
                  </a:extLst>
                </p:cNvPr>
                <p:cNvSpPr/>
                <p:nvPr/>
              </p:nvSpPr>
              <p:spPr>
                <a:xfrm>
                  <a:off x="6477353" y="1558896"/>
                  <a:ext cx="165653" cy="82483"/>
                </a:xfrm>
                <a:prstGeom prst="ellipse">
                  <a:avLst/>
                </a:prstGeom>
                <a:grpFill/>
                <a:ln w="25400"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77" name="Oval 476">
                  <a:extLst>
                    <a:ext uri="{FF2B5EF4-FFF2-40B4-BE49-F238E27FC236}">
                      <a16:creationId xmlns:a16="http://schemas.microsoft.com/office/drawing/2014/main" id="{F851424B-14A4-8394-1C2D-004E3EB3ED4D}"/>
                    </a:ext>
                  </a:extLst>
                </p:cNvPr>
                <p:cNvSpPr/>
                <p:nvPr/>
              </p:nvSpPr>
              <p:spPr>
                <a:xfrm>
                  <a:off x="6101480" y="1742757"/>
                  <a:ext cx="165653" cy="82483"/>
                </a:xfrm>
                <a:prstGeom prst="ellipse">
                  <a:avLst/>
                </a:prstGeom>
                <a:grpFill/>
                <a:ln w="25400"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78" name="Oval 477">
                  <a:extLst>
                    <a:ext uri="{FF2B5EF4-FFF2-40B4-BE49-F238E27FC236}">
                      <a16:creationId xmlns:a16="http://schemas.microsoft.com/office/drawing/2014/main" id="{ECFC801B-510C-7195-14C4-E6F33C0508C4}"/>
                    </a:ext>
                  </a:extLst>
                </p:cNvPr>
                <p:cNvSpPr/>
                <p:nvPr/>
              </p:nvSpPr>
              <p:spPr>
                <a:xfrm>
                  <a:off x="6327691" y="1867286"/>
                  <a:ext cx="165653" cy="82483"/>
                </a:xfrm>
                <a:prstGeom prst="ellipse">
                  <a:avLst/>
                </a:prstGeom>
                <a:grpFill/>
                <a:ln w="25400"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80" name="Oval 479">
                  <a:extLst>
                    <a:ext uri="{FF2B5EF4-FFF2-40B4-BE49-F238E27FC236}">
                      <a16:creationId xmlns:a16="http://schemas.microsoft.com/office/drawing/2014/main" id="{FC8EB224-B3E0-A57F-4522-85081DDC48A0}"/>
                    </a:ext>
                  </a:extLst>
                </p:cNvPr>
                <p:cNvSpPr/>
                <p:nvPr/>
              </p:nvSpPr>
              <p:spPr>
                <a:xfrm>
                  <a:off x="6521887" y="1777401"/>
                  <a:ext cx="165653" cy="82483"/>
                </a:xfrm>
                <a:prstGeom prst="ellipse">
                  <a:avLst/>
                </a:prstGeom>
                <a:grpFill/>
                <a:ln w="25400"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81" name="Oval 480">
                  <a:extLst>
                    <a:ext uri="{FF2B5EF4-FFF2-40B4-BE49-F238E27FC236}">
                      <a16:creationId xmlns:a16="http://schemas.microsoft.com/office/drawing/2014/main" id="{8BAB5491-BBF1-FF9D-6AC1-B393260D13BD}"/>
                    </a:ext>
                  </a:extLst>
                </p:cNvPr>
                <p:cNvSpPr/>
                <p:nvPr/>
              </p:nvSpPr>
              <p:spPr>
                <a:xfrm>
                  <a:off x="6745672" y="1872384"/>
                  <a:ext cx="165653" cy="82483"/>
                </a:xfrm>
                <a:prstGeom prst="ellipse">
                  <a:avLst/>
                </a:prstGeom>
                <a:grpFill/>
                <a:ln w="25400"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83" name="Oval 482">
                  <a:extLst>
                    <a:ext uri="{FF2B5EF4-FFF2-40B4-BE49-F238E27FC236}">
                      <a16:creationId xmlns:a16="http://schemas.microsoft.com/office/drawing/2014/main" id="{2A349B58-375B-B36F-FC0B-74A3E8FCCC4C}"/>
                    </a:ext>
                  </a:extLst>
                </p:cNvPr>
                <p:cNvSpPr/>
                <p:nvPr/>
              </p:nvSpPr>
              <p:spPr>
                <a:xfrm>
                  <a:off x="6080804" y="1332989"/>
                  <a:ext cx="165653" cy="82483"/>
                </a:xfrm>
                <a:prstGeom prst="ellipse">
                  <a:avLst/>
                </a:prstGeom>
                <a:grpFill/>
                <a:ln w="25400"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484" name="Straight Arrow Connector 483">
                  <a:extLst>
                    <a:ext uri="{FF2B5EF4-FFF2-40B4-BE49-F238E27FC236}">
                      <a16:creationId xmlns:a16="http://schemas.microsoft.com/office/drawing/2014/main" id="{B78F2573-59A4-8CCE-2E2C-342F93FE7B88}"/>
                    </a:ext>
                  </a:extLst>
                </p:cNvPr>
                <p:cNvCxnSpPr>
                  <a:cxnSpLocks/>
                  <a:stCxn id="483" idx="3"/>
                  <a:endCxn id="475" idx="0"/>
                </p:cNvCxnSpPr>
                <p:nvPr/>
              </p:nvCxnSpPr>
              <p:spPr>
                <a:xfrm flipH="1">
                  <a:off x="5962336" y="1403393"/>
                  <a:ext cx="142727" cy="141992"/>
                </a:xfrm>
                <a:prstGeom prst="straightConnector1">
                  <a:avLst/>
                </a:prstGeom>
                <a:grpFill/>
                <a:ln w="9525" cap="flat" cmpd="sng" algn="ctr">
                  <a:solidFill>
                    <a:schemeClr val="tx1"/>
                  </a:solidFill>
                  <a:prstDash val="solid"/>
                  <a:tailEnd type="triangle"/>
                </a:ln>
                <a:effectLst/>
              </p:spPr>
            </p:cxnSp>
            <p:cxnSp>
              <p:nvCxnSpPr>
                <p:cNvPr id="485" name="Straight Arrow Connector 484">
                  <a:extLst>
                    <a:ext uri="{FF2B5EF4-FFF2-40B4-BE49-F238E27FC236}">
                      <a16:creationId xmlns:a16="http://schemas.microsoft.com/office/drawing/2014/main" id="{2EF58BCB-0360-2F66-7BA3-46A9D8CD6EC1}"/>
                    </a:ext>
                  </a:extLst>
                </p:cNvPr>
                <p:cNvCxnSpPr>
                  <a:cxnSpLocks/>
                  <a:stCxn id="63" idx="3"/>
                  <a:endCxn id="474" idx="0"/>
                </p:cNvCxnSpPr>
                <p:nvPr/>
              </p:nvCxnSpPr>
              <p:spPr>
                <a:xfrm flipH="1">
                  <a:off x="6288421" y="1408309"/>
                  <a:ext cx="138311" cy="150587"/>
                </a:xfrm>
                <a:prstGeom prst="straightConnector1">
                  <a:avLst/>
                </a:prstGeom>
                <a:grpFill/>
                <a:ln w="9525" cap="flat" cmpd="sng" algn="ctr">
                  <a:solidFill>
                    <a:schemeClr val="tx1"/>
                  </a:solidFill>
                  <a:prstDash val="solid"/>
                  <a:tailEnd type="triangle"/>
                </a:ln>
                <a:effectLst/>
              </p:spPr>
            </p:cxnSp>
            <p:cxnSp>
              <p:nvCxnSpPr>
                <p:cNvPr id="486" name="Straight Arrow Connector 485">
                  <a:extLst>
                    <a:ext uri="{FF2B5EF4-FFF2-40B4-BE49-F238E27FC236}">
                      <a16:creationId xmlns:a16="http://schemas.microsoft.com/office/drawing/2014/main" id="{F9D6A785-D893-E947-EC36-5E72B450060E}"/>
                    </a:ext>
                  </a:extLst>
                </p:cNvPr>
                <p:cNvCxnSpPr>
                  <a:cxnSpLocks/>
                  <a:stCxn id="63" idx="5"/>
                  <a:endCxn id="476" idx="0"/>
                </p:cNvCxnSpPr>
                <p:nvPr/>
              </p:nvCxnSpPr>
              <p:spPr>
                <a:xfrm>
                  <a:off x="6543867" y="1408309"/>
                  <a:ext cx="16313" cy="150587"/>
                </a:xfrm>
                <a:prstGeom prst="straightConnector1">
                  <a:avLst/>
                </a:prstGeom>
                <a:grpFill/>
                <a:ln w="9525" cap="flat" cmpd="sng" algn="ctr">
                  <a:solidFill>
                    <a:schemeClr val="tx1"/>
                  </a:solidFill>
                  <a:prstDash val="solid"/>
                  <a:tailEnd type="triangle"/>
                </a:ln>
                <a:effectLst/>
              </p:spPr>
            </p:cxnSp>
            <p:cxnSp>
              <p:nvCxnSpPr>
                <p:cNvPr id="487" name="Straight Arrow Connector 486">
                  <a:extLst>
                    <a:ext uri="{FF2B5EF4-FFF2-40B4-BE49-F238E27FC236}">
                      <a16:creationId xmlns:a16="http://schemas.microsoft.com/office/drawing/2014/main" id="{0141AE35-2201-1E32-9CEB-8D36C0D96782}"/>
                    </a:ext>
                  </a:extLst>
                </p:cNvPr>
                <p:cNvCxnSpPr>
                  <a:cxnSpLocks/>
                  <a:stCxn id="476" idx="4"/>
                  <a:endCxn id="480" idx="0"/>
                </p:cNvCxnSpPr>
                <p:nvPr/>
              </p:nvCxnSpPr>
              <p:spPr>
                <a:xfrm>
                  <a:off x="6560180" y="1641379"/>
                  <a:ext cx="44534" cy="136022"/>
                </a:xfrm>
                <a:prstGeom prst="straightConnector1">
                  <a:avLst/>
                </a:prstGeom>
                <a:grpFill/>
                <a:ln w="9525" cap="flat" cmpd="sng" algn="ctr">
                  <a:solidFill>
                    <a:schemeClr val="tx1"/>
                  </a:solidFill>
                  <a:prstDash val="solid"/>
                  <a:tailEnd type="triangle"/>
                </a:ln>
                <a:effectLst/>
              </p:spPr>
            </p:cxnSp>
            <p:cxnSp>
              <p:nvCxnSpPr>
                <p:cNvPr id="488" name="Straight Arrow Connector 487">
                  <a:extLst>
                    <a:ext uri="{FF2B5EF4-FFF2-40B4-BE49-F238E27FC236}">
                      <a16:creationId xmlns:a16="http://schemas.microsoft.com/office/drawing/2014/main" id="{5B69D839-FFCB-B8D6-163E-600B0A988FFE}"/>
                    </a:ext>
                  </a:extLst>
                </p:cNvPr>
                <p:cNvCxnSpPr>
                  <a:cxnSpLocks/>
                  <a:stCxn id="476" idx="5"/>
                  <a:endCxn id="481" idx="0"/>
                </p:cNvCxnSpPr>
                <p:nvPr/>
              </p:nvCxnSpPr>
              <p:spPr>
                <a:xfrm>
                  <a:off x="6618747" y="1629300"/>
                  <a:ext cx="209752" cy="243084"/>
                </a:xfrm>
                <a:prstGeom prst="straightConnector1">
                  <a:avLst/>
                </a:prstGeom>
                <a:grpFill/>
                <a:ln w="9525" cap="flat" cmpd="sng" algn="ctr">
                  <a:solidFill>
                    <a:schemeClr val="tx1"/>
                  </a:solidFill>
                  <a:prstDash val="solid"/>
                  <a:tailEnd type="triangle"/>
                </a:ln>
                <a:effectLst/>
              </p:spPr>
            </p:cxnSp>
            <p:cxnSp>
              <p:nvCxnSpPr>
                <p:cNvPr id="489" name="Straight Arrow Connector 488">
                  <a:extLst>
                    <a:ext uri="{FF2B5EF4-FFF2-40B4-BE49-F238E27FC236}">
                      <a16:creationId xmlns:a16="http://schemas.microsoft.com/office/drawing/2014/main" id="{0731D447-F9EF-5A0B-558E-C4384306B1DD}"/>
                    </a:ext>
                  </a:extLst>
                </p:cNvPr>
                <p:cNvCxnSpPr>
                  <a:cxnSpLocks/>
                  <a:stCxn id="474" idx="4"/>
                  <a:endCxn id="478" idx="0"/>
                </p:cNvCxnSpPr>
                <p:nvPr/>
              </p:nvCxnSpPr>
              <p:spPr>
                <a:xfrm>
                  <a:off x="6288421" y="1641379"/>
                  <a:ext cx="122097" cy="225907"/>
                </a:xfrm>
                <a:prstGeom prst="straightConnector1">
                  <a:avLst/>
                </a:prstGeom>
                <a:grpFill/>
                <a:ln w="9525" cap="flat" cmpd="sng" algn="ctr">
                  <a:solidFill>
                    <a:schemeClr val="tx1"/>
                  </a:solidFill>
                  <a:prstDash val="solid"/>
                  <a:tailEnd type="triangle"/>
                </a:ln>
                <a:effectLst/>
              </p:spPr>
            </p:cxnSp>
            <p:cxnSp>
              <p:nvCxnSpPr>
                <p:cNvPr id="490" name="Straight Arrow Connector 489">
                  <a:extLst>
                    <a:ext uri="{FF2B5EF4-FFF2-40B4-BE49-F238E27FC236}">
                      <a16:creationId xmlns:a16="http://schemas.microsoft.com/office/drawing/2014/main" id="{F87F9762-2E3D-AD91-D828-012B9405F6D7}"/>
                    </a:ext>
                  </a:extLst>
                </p:cNvPr>
                <p:cNvCxnSpPr>
                  <a:cxnSpLocks/>
                  <a:stCxn id="475" idx="4"/>
                  <a:endCxn id="477" idx="1"/>
                </p:cNvCxnSpPr>
                <p:nvPr/>
              </p:nvCxnSpPr>
              <p:spPr>
                <a:xfrm>
                  <a:off x="5962336" y="1627868"/>
                  <a:ext cx="163403" cy="126968"/>
                </a:xfrm>
                <a:prstGeom prst="straightConnector1">
                  <a:avLst/>
                </a:prstGeom>
                <a:grpFill/>
                <a:ln w="9525" cap="flat" cmpd="sng" algn="ctr">
                  <a:solidFill>
                    <a:schemeClr val="tx1"/>
                  </a:solidFill>
                  <a:prstDash val="solid"/>
                  <a:tailEnd type="triangle"/>
                </a:ln>
                <a:effectLst/>
              </p:spPr>
            </p:cxnSp>
            <p:cxnSp>
              <p:nvCxnSpPr>
                <p:cNvPr id="491" name="Straight Arrow Connector 490">
                  <a:extLst>
                    <a:ext uri="{FF2B5EF4-FFF2-40B4-BE49-F238E27FC236}">
                      <a16:creationId xmlns:a16="http://schemas.microsoft.com/office/drawing/2014/main" id="{1BF9ADF9-1221-E1AE-EB28-7EDC09135250}"/>
                    </a:ext>
                  </a:extLst>
                </p:cNvPr>
                <p:cNvCxnSpPr>
                  <a:cxnSpLocks/>
                  <a:stCxn id="475" idx="4"/>
                  <a:endCxn id="473" idx="0"/>
                </p:cNvCxnSpPr>
                <p:nvPr/>
              </p:nvCxnSpPr>
              <p:spPr>
                <a:xfrm>
                  <a:off x="5962336" y="1627868"/>
                  <a:ext cx="4598" cy="231115"/>
                </a:xfrm>
                <a:prstGeom prst="straightConnector1">
                  <a:avLst/>
                </a:prstGeom>
                <a:grpFill/>
                <a:ln w="9525" cap="flat" cmpd="sng" algn="ctr">
                  <a:solidFill>
                    <a:schemeClr val="tx1"/>
                  </a:solidFill>
                  <a:prstDash val="solid"/>
                  <a:tailEnd type="triangle"/>
                </a:ln>
                <a:effectLst/>
              </p:spPr>
            </p:cxnSp>
            <p:cxnSp>
              <p:nvCxnSpPr>
                <p:cNvPr id="494" name="Straight Arrow Connector 493">
                  <a:extLst>
                    <a:ext uri="{FF2B5EF4-FFF2-40B4-BE49-F238E27FC236}">
                      <a16:creationId xmlns:a16="http://schemas.microsoft.com/office/drawing/2014/main" id="{77FDFB05-620D-DFD1-F968-A1E5949DCACB}"/>
                    </a:ext>
                  </a:extLst>
                </p:cNvPr>
                <p:cNvCxnSpPr>
                  <a:cxnSpLocks/>
                  <a:stCxn id="476" idx="3"/>
                  <a:endCxn id="477" idx="7"/>
                </p:cNvCxnSpPr>
                <p:nvPr/>
              </p:nvCxnSpPr>
              <p:spPr>
                <a:xfrm flipH="1">
                  <a:off x="6242874" y="1629300"/>
                  <a:ext cx="258738" cy="125536"/>
                </a:xfrm>
                <a:prstGeom prst="straightConnector1">
                  <a:avLst/>
                </a:prstGeom>
                <a:grpFill/>
                <a:ln w="9525" cap="flat" cmpd="sng" algn="ctr">
                  <a:solidFill>
                    <a:schemeClr val="tx1"/>
                  </a:solidFill>
                  <a:prstDash val="solid"/>
                  <a:tailEnd type="triangle"/>
                </a:ln>
                <a:effectLst/>
              </p:spPr>
            </p:cxnSp>
          </p:grpSp>
          <p:cxnSp>
            <p:nvCxnSpPr>
              <p:cNvPr id="62" name="Straight Arrow Connector 61">
                <a:extLst>
                  <a:ext uri="{FF2B5EF4-FFF2-40B4-BE49-F238E27FC236}">
                    <a16:creationId xmlns:a16="http://schemas.microsoft.com/office/drawing/2014/main" id="{8100397E-ACF7-F76A-88C4-C4D9BE8127AB}"/>
                  </a:ext>
                </a:extLst>
              </p:cNvPr>
              <p:cNvCxnSpPr>
                <a:cxnSpLocks/>
                <a:stCxn id="483" idx="6"/>
                <a:endCxn id="63" idx="2"/>
              </p:cNvCxnSpPr>
              <p:nvPr/>
            </p:nvCxnSpPr>
            <p:spPr>
              <a:xfrm>
                <a:off x="8447859" y="2541694"/>
                <a:ext cx="156016" cy="4916"/>
              </a:xfrm>
              <a:prstGeom prst="straightConnector1">
                <a:avLst/>
              </a:prstGeom>
              <a:grpFill/>
              <a:ln w="9525" cap="flat" cmpd="sng" algn="ctr">
                <a:solidFill>
                  <a:schemeClr val="tx1"/>
                </a:solidFill>
                <a:prstDash val="solid"/>
                <a:tailEnd type="triangle"/>
              </a:ln>
              <a:effectLst/>
            </p:spPr>
          </p:cxnSp>
        </p:grpSp>
        <p:sp>
          <p:nvSpPr>
            <p:cNvPr id="35" name="TextBox 34">
              <a:extLst>
                <a:ext uri="{FF2B5EF4-FFF2-40B4-BE49-F238E27FC236}">
                  <a16:creationId xmlns:a16="http://schemas.microsoft.com/office/drawing/2014/main" id="{4A7DB41F-DC19-C495-916E-29549990A66E}"/>
                </a:ext>
              </a:extLst>
            </p:cNvPr>
            <p:cNvSpPr txBox="1"/>
            <p:nvPr/>
          </p:nvSpPr>
          <p:spPr>
            <a:xfrm>
              <a:off x="7734789" y="-1206367"/>
              <a:ext cx="97718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BFO</a:t>
              </a:r>
            </a:p>
          </p:txBody>
        </p:sp>
      </p:grpSp>
      <p:sp>
        <p:nvSpPr>
          <p:cNvPr id="496" name="Title 1">
            <a:extLst>
              <a:ext uri="{FF2B5EF4-FFF2-40B4-BE49-F238E27FC236}">
                <a16:creationId xmlns:a16="http://schemas.microsoft.com/office/drawing/2014/main" id="{A25D8926-26AD-BE38-2AF9-12E1E986A5A0}"/>
              </a:ext>
            </a:extLst>
          </p:cNvPr>
          <p:cNvSpPr txBox="1">
            <a:spLocks/>
          </p:cNvSpPr>
          <p:nvPr/>
        </p:nvSpPr>
        <p:spPr>
          <a:xfrm>
            <a:off x="1112700" y="983674"/>
            <a:ext cx="4999978" cy="29146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j-ea"/>
                <a:cs typeface="+mj-cs"/>
              </a:rPr>
              <a:t>Common Core Ontologies (Mid-Level)</a:t>
            </a:r>
          </a:p>
        </p:txBody>
      </p:sp>
      <p:sp>
        <p:nvSpPr>
          <p:cNvPr id="498" name="Right Brace 497">
            <a:extLst>
              <a:ext uri="{FF2B5EF4-FFF2-40B4-BE49-F238E27FC236}">
                <a16:creationId xmlns:a16="http://schemas.microsoft.com/office/drawing/2014/main" id="{F3FCA805-7F69-D9F8-498D-A2E29384F5AC}"/>
              </a:ext>
            </a:extLst>
          </p:cNvPr>
          <p:cNvSpPr/>
          <p:nvPr/>
        </p:nvSpPr>
        <p:spPr>
          <a:xfrm rot="16200000">
            <a:off x="5959050" y="-4331866"/>
            <a:ext cx="382314" cy="11258171"/>
          </a:xfrm>
          <a:prstGeom prst="rightBrace">
            <a:avLst>
              <a:gd name="adj1" fmla="val 9791"/>
              <a:gd name="adj2" fmla="val 71559"/>
            </a:avLst>
          </a:prstGeom>
          <a:ln w="12700"/>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itle 1">
            <a:extLst>
              <a:ext uri="{FF2B5EF4-FFF2-40B4-BE49-F238E27FC236}">
                <a16:creationId xmlns:a16="http://schemas.microsoft.com/office/drawing/2014/main" id="{B3AB8ED4-F1BC-2DD7-64BA-53A30A5F6373}"/>
              </a:ext>
            </a:extLst>
          </p:cNvPr>
          <p:cNvSpPr txBox="1">
            <a:spLocks/>
          </p:cNvSpPr>
          <p:nvPr/>
        </p:nvSpPr>
        <p:spPr>
          <a:xfrm>
            <a:off x="9396170" y="269266"/>
            <a:ext cx="2282415" cy="57446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j-ea"/>
                <a:cs typeface="+mj-cs"/>
              </a:rPr>
              <a:t>Basic Formal Ontology</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j-ea"/>
                <a:cs typeface="+mj-cs"/>
              </a:rPr>
              <a:t>(Top-Level)</a:t>
            </a:r>
          </a:p>
        </p:txBody>
      </p:sp>
      <p:grpSp>
        <p:nvGrpSpPr>
          <p:cNvPr id="482" name="Group 481">
            <a:extLst>
              <a:ext uri="{FF2B5EF4-FFF2-40B4-BE49-F238E27FC236}">
                <a16:creationId xmlns:a16="http://schemas.microsoft.com/office/drawing/2014/main" id="{8CFF6159-EE95-78C2-30EC-D251C6A6E7CD}"/>
              </a:ext>
            </a:extLst>
          </p:cNvPr>
          <p:cNvGrpSpPr/>
          <p:nvPr/>
        </p:nvGrpSpPr>
        <p:grpSpPr>
          <a:xfrm>
            <a:off x="234699" y="3549225"/>
            <a:ext cx="1676400" cy="1519447"/>
            <a:chOff x="1582366" y="1768218"/>
            <a:chExt cx="1676400" cy="1519447"/>
          </a:xfrm>
        </p:grpSpPr>
        <p:sp>
          <p:nvSpPr>
            <p:cNvPr id="112" name="Oval 111">
              <a:extLst>
                <a:ext uri="{FF2B5EF4-FFF2-40B4-BE49-F238E27FC236}">
                  <a16:creationId xmlns:a16="http://schemas.microsoft.com/office/drawing/2014/main" id="{6080F10A-8E53-3D11-8CA9-1F2A2F850361}"/>
                </a:ext>
              </a:extLst>
            </p:cNvPr>
            <p:cNvSpPr/>
            <p:nvPr/>
          </p:nvSpPr>
          <p:spPr>
            <a:xfrm>
              <a:off x="1582366" y="1768218"/>
              <a:ext cx="1676400" cy="1519447"/>
            </a:xfrm>
            <a:prstGeom prst="ellipse">
              <a:avLst/>
            </a:prstGeom>
            <a:solidFill>
              <a:srgbClr val="FFE9A3"/>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4" name="TextBox 113">
              <a:extLst>
                <a:ext uri="{FF2B5EF4-FFF2-40B4-BE49-F238E27FC236}">
                  <a16:creationId xmlns:a16="http://schemas.microsoft.com/office/drawing/2014/main" id="{78D8895F-A064-F27C-84C5-D86974EC827B}"/>
                </a:ext>
              </a:extLst>
            </p:cNvPr>
            <p:cNvSpPr txBox="1"/>
            <p:nvPr/>
          </p:nvSpPr>
          <p:spPr>
            <a:xfrm>
              <a:off x="1780237" y="1857954"/>
              <a:ext cx="141471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Illumination Sources</a:t>
              </a:r>
            </a:p>
          </p:txBody>
        </p:sp>
        <p:grpSp>
          <p:nvGrpSpPr>
            <p:cNvPr id="136" name="Group 135">
              <a:extLst>
                <a:ext uri="{FF2B5EF4-FFF2-40B4-BE49-F238E27FC236}">
                  <a16:creationId xmlns:a16="http://schemas.microsoft.com/office/drawing/2014/main" id="{59F9CFCF-4DD1-74AD-0F98-46FE9729465C}"/>
                </a:ext>
              </a:extLst>
            </p:cNvPr>
            <p:cNvGrpSpPr/>
            <p:nvPr/>
          </p:nvGrpSpPr>
          <p:grpSpPr>
            <a:xfrm>
              <a:off x="1945294" y="2425983"/>
              <a:ext cx="1031816" cy="621878"/>
              <a:chOff x="8080911" y="2500452"/>
              <a:chExt cx="1031816" cy="621878"/>
            </a:xfrm>
            <a:solidFill>
              <a:srgbClr val="FFFF00"/>
            </a:solidFill>
          </p:grpSpPr>
          <p:grpSp>
            <p:nvGrpSpPr>
              <p:cNvPr id="137" name="Group 136">
                <a:extLst>
                  <a:ext uri="{FF2B5EF4-FFF2-40B4-BE49-F238E27FC236}">
                    <a16:creationId xmlns:a16="http://schemas.microsoft.com/office/drawing/2014/main" id="{E477C613-1DCA-9508-2AD5-480B070CEEE1}"/>
                  </a:ext>
                </a:extLst>
              </p:cNvPr>
              <p:cNvGrpSpPr/>
              <p:nvPr/>
            </p:nvGrpSpPr>
            <p:grpSpPr>
              <a:xfrm>
                <a:off x="8080911" y="2500452"/>
                <a:ext cx="1031816" cy="621878"/>
                <a:chOff x="5879509" y="1332989"/>
                <a:chExt cx="1031816" cy="621878"/>
              </a:xfrm>
              <a:grpFill/>
            </p:grpSpPr>
            <p:sp>
              <p:nvSpPr>
                <p:cNvPr id="139" name="Oval 138">
                  <a:extLst>
                    <a:ext uri="{FF2B5EF4-FFF2-40B4-BE49-F238E27FC236}">
                      <a16:creationId xmlns:a16="http://schemas.microsoft.com/office/drawing/2014/main" id="{73D7DA7A-6E04-D05E-1853-CB628E352EBD}"/>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0" name="Oval 139">
                  <a:extLst>
                    <a:ext uri="{FF2B5EF4-FFF2-40B4-BE49-F238E27FC236}">
                      <a16:creationId xmlns:a16="http://schemas.microsoft.com/office/drawing/2014/main" id="{824E0CE2-E647-A8B5-289D-B93A20B5D97B}"/>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1" name="Oval 140">
                  <a:extLst>
                    <a:ext uri="{FF2B5EF4-FFF2-40B4-BE49-F238E27FC236}">
                      <a16:creationId xmlns:a16="http://schemas.microsoft.com/office/drawing/2014/main" id="{CB7204BE-F121-0294-A7EF-C4F1E408C00C}"/>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2" name="Oval 141">
                  <a:extLst>
                    <a:ext uri="{FF2B5EF4-FFF2-40B4-BE49-F238E27FC236}">
                      <a16:creationId xmlns:a16="http://schemas.microsoft.com/office/drawing/2014/main" id="{ADEAD6B0-4866-A10E-7F8F-D7098393A316}"/>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3" name="Oval 142">
                  <a:extLst>
                    <a:ext uri="{FF2B5EF4-FFF2-40B4-BE49-F238E27FC236}">
                      <a16:creationId xmlns:a16="http://schemas.microsoft.com/office/drawing/2014/main" id="{564DFB50-ED45-8310-5749-E7A5F912C4EE}"/>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4" name="Oval 143">
                  <a:extLst>
                    <a:ext uri="{FF2B5EF4-FFF2-40B4-BE49-F238E27FC236}">
                      <a16:creationId xmlns:a16="http://schemas.microsoft.com/office/drawing/2014/main" id="{C337490E-091E-D9ED-D4A2-F30C3A6141C3}"/>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5" name="Oval 144">
                  <a:extLst>
                    <a:ext uri="{FF2B5EF4-FFF2-40B4-BE49-F238E27FC236}">
                      <a16:creationId xmlns:a16="http://schemas.microsoft.com/office/drawing/2014/main" id="{1EE0AE84-EBDB-4E0A-4C1C-A9D293D4BD20}"/>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6" name="Oval 145">
                  <a:extLst>
                    <a:ext uri="{FF2B5EF4-FFF2-40B4-BE49-F238E27FC236}">
                      <a16:creationId xmlns:a16="http://schemas.microsoft.com/office/drawing/2014/main" id="{4BE24E02-99C4-1F24-2DFC-1788D9CB3A18}"/>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7" name="Oval 146">
                  <a:extLst>
                    <a:ext uri="{FF2B5EF4-FFF2-40B4-BE49-F238E27FC236}">
                      <a16:creationId xmlns:a16="http://schemas.microsoft.com/office/drawing/2014/main" id="{EF1B8FD8-166E-D89E-CDC7-BDEF72E8DE6B}"/>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8" name="Oval 147">
                  <a:extLst>
                    <a:ext uri="{FF2B5EF4-FFF2-40B4-BE49-F238E27FC236}">
                      <a16:creationId xmlns:a16="http://schemas.microsoft.com/office/drawing/2014/main" id="{74232B10-94A6-DBFC-C784-F3B61430DC9D}"/>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149" name="Straight Arrow Connector 148">
                  <a:extLst>
                    <a:ext uri="{FF2B5EF4-FFF2-40B4-BE49-F238E27FC236}">
                      <a16:creationId xmlns:a16="http://schemas.microsoft.com/office/drawing/2014/main" id="{72A8EE6E-0CA4-A947-A098-44B8BD47AC92}"/>
                    </a:ext>
                  </a:extLst>
                </p:cNvPr>
                <p:cNvCxnSpPr>
                  <a:cxnSpLocks/>
                  <a:stCxn id="148" idx="3"/>
                  <a:endCxn id="142"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50" name="Straight Arrow Connector 149">
                  <a:extLst>
                    <a:ext uri="{FF2B5EF4-FFF2-40B4-BE49-F238E27FC236}">
                      <a16:creationId xmlns:a16="http://schemas.microsoft.com/office/drawing/2014/main" id="{D1EAE119-AC19-218C-DDE2-611DF351DCEF}"/>
                    </a:ext>
                  </a:extLst>
                </p:cNvPr>
                <p:cNvCxnSpPr>
                  <a:cxnSpLocks/>
                  <a:stCxn id="139" idx="3"/>
                  <a:endCxn id="141"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51" name="Straight Arrow Connector 150">
                  <a:extLst>
                    <a:ext uri="{FF2B5EF4-FFF2-40B4-BE49-F238E27FC236}">
                      <a16:creationId xmlns:a16="http://schemas.microsoft.com/office/drawing/2014/main" id="{780BF78F-6377-9A9C-28BE-77A7DAF39A55}"/>
                    </a:ext>
                  </a:extLst>
                </p:cNvPr>
                <p:cNvCxnSpPr>
                  <a:cxnSpLocks/>
                  <a:stCxn id="139" idx="5"/>
                  <a:endCxn id="143"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52" name="Straight Arrow Connector 151">
                  <a:extLst>
                    <a:ext uri="{FF2B5EF4-FFF2-40B4-BE49-F238E27FC236}">
                      <a16:creationId xmlns:a16="http://schemas.microsoft.com/office/drawing/2014/main" id="{B1A370A7-617F-ED19-FF67-991D14792A32}"/>
                    </a:ext>
                  </a:extLst>
                </p:cNvPr>
                <p:cNvCxnSpPr>
                  <a:cxnSpLocks/>
                  <a:stCxn id="143" idx="4"/>
                  <a:endCxn id="146"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53" name="Straight Arrow Connector 152">
                  <a:extLst>
                    <a:ext uri="{FF2B5EF4-FFF2-40B4-BE49-F238E27FC236}">
                      <a16:creationId xmlns:a16="http://schemas.microsoft.com/office/drawing/2014/main" id="{EBD28BBF-5064-3FCF-CE31-29499CC85585}"/>
                    </a:ext>
                  </a:extLst>
                </p:cNvPr>
                <p:cNvCxnSpPr>
                  <a:cxnSpLocks/>
                  <a:stCxn id="143" idx="5"/>
                  <a:endCxn id="147"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54" name="Straight Arrow Connector 153">
                  <a:extLst>
                    <a:ext uri="{FF2B5EF4-FFF2-40B4-BE49-F238E27FC236}">
                      <a16:creationId xmlns:a16="http://schemas.microsoft.com/office/drawing/2014/main" id="{A7C4785D-23AD-C0B6-C3EB-8A53DE51C66C}"/>
                    </a:ext>
                  </a:extLst>
                </p:cNvPr>
                <p:cNvCxnSpPr>
                  <a:cxnSpLocks/>
                  <a:stCxn id="141" idx="4"/>
                  <a:endCxn id="145"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55" name="Straight Arrow Connector 154">
                  <a:extLst>
                    <a:ext uri="{FF2B5EF4-FFF2-40B4-BE49-F238E27FC236}">
                      <a16:creationId xmlns:a16="http://schemas.microsoft.com/office/drawing/2014/main" id="{93976C77-7553-D228-4408-11524B452661}"/>
                    </a:ext>
                  </a:extLst>
                </p:cNvPr>
                <p:cNvCxnSpPr>
                  <a:cxnSpLocks/>
                  <a:stCxn id="142" idx="4"/>
                  <a:endCxn id="144"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56" name="Straight Arrow Connector 155">
                  <a:extLst>
                    <a:ext uri="{FF2B5EF4-FFF2-40B4-BE49-F238E27FC236}">
                      <a16:creationId xmlns:a16="http://schemas.microsoft.com/office/drawing/2014/main" id="{2CF4AA95-F847-0F10-783D-2D946C69B3B7}"/>
                    </a:ext>
                  </a:extLst>
                </p:cNvPr>
                <p:cNvCxnSpPr>
                  <a:cxnSpLocks/>
                  <a:stCxn id="142" idx="4"/>
                  <a:endCxn id="140"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57" name="Straight Arrow Connector 156">
                  <a:extLst>
                    <a:ext uri="{FF2B5EF4-FFF2-40B4-BE49-F238E27FC236}">
                      <a16:creationId xmlns:a16="http://schemas.microsoft.com/office/drawing/2014/main" id="{221E4939-F107-99A6-C23B-94395322849A}"/>
                    </a:ext>
                  </a:extLst>
                </p:cNvPr>
                <p:cNvCxnSpPr>
                  <a:cxnSpLocks/>
                  <a:stCxn id="143" idx="3"/>
                  <a:endCxn id="144"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138" name="Straight Arrow Connector 137">
                <a:extLst>
                  <a:ext uri="{FF2B5EF4-FFF2-40B4-BE49-F238E27FC236}">
                    <a16:creationId xmlns:a16="http://schemas.microsoft.com/office/drawing/2014/main" id="{38BC671A-A1C8-3F51-9F47-1CE533FE9E34}"/>
                  </a:ext>
                </a:extLst>
              </p:cNvPr>
              <p:cNvCxnSpPr>
                <a:cxnSpLocks/>
                <a:stCxn id="148" idx="6"/>
                <a:endCxn id="139"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309" name="Group 308">
            <a:extLst>
              <a:ext uri="{FF2B5EF4-FFF2-40B4-BE49-F238E27FC236}">
                <a16:creationId xmlns:a16="http://schemas.microsoft.com/office/drawing/2014/main" id="{2BD86193-766E-B01D-C7A9-1FFEBBC3D0F8}"/>
              </a:ext>
            </a:extLst>
          </p:cNvPr>
          <p:cNvGrpSpPr/>
          <p:nvPr/>
        </p:nvGrpSpPr>
        <p:grpSpPr>
          <a:xfrm>
            <a:off x="3644008" y="3644946"/>
            <a:ext cx="1643128" cy="1313101"/>
            <a:chOff x="5273288" y="3572650"/>
            <a:chExt cx="1643128" cy="1313101"/>
          </a:xfrm>
        </p:grpSpPr>
        <p:sp>
          <p:nvSpPr>
            <p:cNvPr id="158" name="Oval 157">
              <a:extLst>
                <a:ext uri="{FF2B5EF4-FFF2-40B4-BE49-F238E27FC236}">
                  <a16:creationId xmlns:a16="http://schemas.microsoft.com/office/drawing/2014/main" id="{9392E9C4-7511-5B4C-E1DB-517744FD0E6B}"/>
                </a:ext>
              </a:extLst>
            </p:cNvPr>
            <p:cNvSpPr/>
            <p:nvPr/>
          </p:nvSpPr>
          <p:spPr>
            <a:xfrm>
              <a:off x="5273288" y="3572650"/>
              <a:ext cx="1643128" cy="1313101"/>
            </a:xfrm>
            <a:prstGeom prst="ellipse">
              <a:avLst/>
            </a:prstGeom>
            <a:solidFill>
              <a:srgbClr val="AFFFE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TextBox 158">
              <a:extLst>
                <a:ext uri="{FF2B5EF4-FFF2-40B4-BE49-F238E27FC236}">
                  <a16:creationId xmlns:a16="http://schemas.microsoft.com/office/drawing/2014/main" id="{A6012CC2-0426-4D0F-8B45-BC4CBED7C06D}"/>
                </a:ext>
              </a:extLst>
            </p:cNvPr>
            <p:cNvSpPr txBox="1"/>
            <p:nvPr/>
          </p:nvSpPr>
          <p:spPr>
            <a:xfrm>
              <a:off x="5471698" y="3707084"/>
              <a:ext cx="127622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Atmosphere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60" name="Group 159">
              <a:extLst>
                <a:ext uri="{FF2B5EF4-FFF2-40B4-BE49-F238E27FC236}">
                  <a16:creationId xmlns:a16="http://schemas.microsoft.com/office/drawing/2014/main" id="{EB67959D-42DF-E42E-0340-74ADE27DBEF1}"/>
                </a:ext>
              </a:extLst>
            </p:cNvPr>
            <p:cNvGrpSpPr/>
            <p:nvPr/>
          </p:nvGrpSpPr>
          <p:grpSpPr>
            <a:xfrm>
              <a:off x="5587953" y="4041917"/>
              <a:ext cx="1031816" cy="621878"/>
              <a:chOff x="8080911" y="2500452"/>
              <a:chExt cx="1031816" cy="621878"/>
            </a:xfrm>
            <a:solidFill>
              <a:schemeClr val="accent2">
                <a:lumMod val="60000"/>
                <a:lumOff val="40000"/>
              </a:schemeClr>
            </a:solidFill>
          </p:grpSpPr>
          <p:grpSp>
            <p:nvGrpSpPr>
              <p:cNvPr id="161" name="Group 160">
                <a:extLst>
                  <a:ext uri="{FF2B5EF4-FFF2-40B4-BE49-F238E27FC236}">
                    <a16:creationId xmlns:a16="http://schemas.microsoft.com/office/drawing/2014/main" id="{433895BC-C415-1A96-4625-3E3F023611E7}"/>
                  </a:ext>
                </a:extLst>
              </p:cNvPr>
              <p:cNvGrpSpPr/>
              <p:nvPr/>
            </p:nvGrpSpPr>
            <p:grpSpPr>
              <a:xfrm>
                <a:off x="8080911" y="2500452"/>
                <a:ext cx="1031816" cy="621878"/>
                <a:chOff x="5879509" y="1332989"/>
                <a:chExt cx="1031816" cy="621878"/>
              </a:xfrm>
              <a:grpFill/>
            </p:grpSpPr>
            <p:sp>
              <p:nvSpPr>
                <p:cNvPr id="163" name="Oval 162">
                  <a:extLst>
                    <a:ext uri="{FF2B5EF4-FFF2-40B4-BE49-F238E27FC236}">
                      <a16:creationId xmlns:a16="http://schemas.microsoft.com/office/drawing/2014/main" id="{446E1B80-755C-01DE-9342-D9BEB34317CA}"/>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4" name="Oval 163">
                  <a:extLst>
                    <a:ext uri="{FF2B5EF4-FFF2-40B4-BE49-F238E27FC236}">
                      <a16:creationId xmlns:a16="http://schemas.microsoft.com/office/drawing/2014/main" id="{257C2B7B-B3DC-5DB6-488B-D7932F78259B}"/>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5" name="Oval 164">
                  <a:extLst>
                    <a:ext uri="{FF2B5EF4-FFF2-40B4-BE49-F238E27FC236}">
                      <a16:creationId xmlns:a16="http://schemas.microsoft.com/office/drawing/2014/main" id="{AC26D9A6-9B5E-BC37-5CDA-DD65A09253E4}"/>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6" name="Oval 165">
                  <a:extLst>
                    <a:ext uri="{FF2B5EF4-FFF2-40B4-BE49-F238E27FC236}">
                      <a16:creationId xmlns:a16="http://schemas.microsoft.com/office/drawing/2014/main" id="{5F259ECD-3BD2-838D-B017-7193B8A62D47}"/>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7" name="Oval 166">
                  <a:extLst>
                    <a:ext uri="{FF2B5EF4-FFF2-40B4-BE49-F238E27FC236}">
                      <a16:creationId xmlns:a16="http://schemas.microsoft.com/office/drawing/2014/main" id="{5656DA74-A7A4-065E-50D6-6E2B95FC122C}"/>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8" name="Oval 167">
                  <a:extLst>
                    <a:ext uri="{FF2B5EF4-FFF2-40B4-BE49-F238E27FC236}">
                      <a16:creationId xmlns:a16="http://schemas.microsoft.com/office/drawing/2014/main" id="{7C4103BA-4157-8385-F258-28E1407DF2EF}"/>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9" name="Oval 168">
                  <a:extLst>
                    <a:ext uri="{FF2B5EF4-FFF2-40B4-BE49-F238E27FC236}">
                      <a16:creationId xmlns:a16="http://schemas.microsoft.com/office/drawing/2014/main" id="{B07E65DC-C99E-4CC2-FBAE-7C222F8FC870}"/>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70" name="Oval 169">
                  <a:extLst>
                    <a:ext uri="{FF2B5EF4-FFF2-40B4-BE49-F238E27FC236}">
                      <a16:creationId xmlns:a16="http://schemas.microsoft.com/office/drawing/2014/main" id="{A700AF18-C618-BCE2-69A7-9B8F2DC20021}"/>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71" name="Oval 170">
                  <a:extLst>
                    <a:ext uri="{FF2B5EF4-FFF2-40B4-BE49-F238E27FC236}">
                      <a16:creationId xmlns:a16="http://schemas.microsoft.com/office/drawing/2014/main" id="{84CE9A9A-345B-86F1-F26D-521F5482F6F1}"/>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72" name="Oval 171">
                  <a:extLst>
                    <a:ext uri="{FF2B5EF4-FFF2-40B4-BE49-F238E27FC236}">
                      <a16:creationId xmlns:a16="http://schemas.microsoft.com/office/drawing/2014/main" id="{E5B30468-35A8-5A79-4252-E52AC287A524}"/>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173" name="Straight Arrow Connector 172">
                  <a:extLst>
                    <a:ext uri="{FF2B5EF4-FFF2-40B4-BE49-F238E27FC236}">
                      <a16:creationId xmlns:a16="http://schemas.microsoft.com/office/drawing/2014/main" id="{D3FB0B4B-8236-3879-D553-37833D4396E5}"/>
                    </a:ext>
                  </a:extLst>
                </p:cNvPr>
                <p:cNvCxnSpPr>
                  <a:cxnSpLocks/>
                  <a:stCxn id="172" idx="3"/>
                  <a:endCxn id="166"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74" name="Straight Arrow Connector 173">
                  <a:extLst>
                    <a:ext uri="{FF2B5EF4-FFF2-40B4-BE49-F238E27FC236}">
                      <a16:creationId xmlns:a16="http://schemas.microsoft.com/office/drawing/2014/main" id="{49593CC9-4EBB-2AEF-527F-339012776437}"/>
                    </a:ext>
                  </a:extLst>
                </p:cNvPr>
                <p:cNvCxnSpPr>
                  <a:cxnSpLocks/>
                  <a:stCxn id="163" idx="3"/>
                  <a:endCxn id="165"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75" name="Straight Arrow Connector 174">
                  <a:extLst>
                    <a:ext uri="{FF2B5EF4-FFF2-40B4-BE49-F238E27FC236}">
                      <a16:creationId xmlns:a16="http://schemas.microsoft.com/office/drawing/2014/main" id="{05C59060-DDA8-D59A-734C-03CE54BBB777}"/>
                    </a:ext>
                  </a:extLst>
                </p:cNvPr>
                <p:cNvCxnSpPr>
                  <a:cxnSpLocks/>
                  <a:stCxn id="163" idx="5"/>
                  <a:endCxn id="167"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76" name="Straight Arrow Connector 175">
                  <a:extLst>
                    <a:ext uri="{FF2B5EF4-FFF2-40B4-BE49-F238E27FC236}">
                      <a16:creationId xmlns:a16="http://schemas.microsoft.com/office/drawing/2014/main" id="{263E02A2-6BB6-BDC9-26B4-0FD09DDD26EF}"/>
                    </a:ext>
                  </a:extLst>
                </p:cNvPr>
                <p:cNvCxnSpPr>
                  <a:cxnSpLocks/>
                  <a:stCxn id="167" idx="4"/>
                  <a:endCxn id="170"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77" name="Straight Arrow Connector 176">
                  <a:extLst>
                    <a:ext uri="{FF2B5EF4-FFF2-40B4-BE49-F238E27FC236}">
                      <a16:creationId xmlns:a16="http://schemas.microsoft.com/office/drawing/2014/main" id="{BE2F3C54-661E-E5AB-D1F2-8E41880D63E8}"/>
                    </a:ext>
                  </a:extLst>
                </p:cNvPr>
                <p:cNvCxnSpPr>
                  <a:cxnSpLocks/>
                  <a:stCxn id="167" idx="5"/>
                  <a:endCxn id="171"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78" name="Straight Arrow Connector 177">
                  <a:extLst>
                    <a:ext uri="{FF2B5EF4-FFF2-40B4-BE49-F238E27FC236}">
                      <a16:creationId xmlns:a16="http://schemas.microsoft.com/office/drawing/2014/main" id="{B42F99A9-6637-81CC-2458-80179EC5F37A}"/>
                    </a:ext>
                  </a:extLst>
                </p:cNvPr>
                <p:cNvCxnSpPr>
                  <a:cxnSpLocks/>
                  <a:stCxn id="165" idx="4"/>
                  <a:endCxn id="169"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79" name="Straight Arrow Connector 178">
                  <a:extLst>
                    <a:ext uri="{FF2B5EF4-FFF2-40B4-BE49-F238E27FC236}">
                      <a16:creationId xmlns:a16="http://schemas.microsoft.com/office/drawing/2014/main" id="{510F5C0E-51CB-CAAE-39A5-108C1742A628}"/>
                    </a:ext>
                  </a:extLst>
                </p:cNvPr>
                <p:cNvCxnSpPr>
                  <a:cxnSpLocks/>
                  <a:stCxn id="166" idx="4"/>
                  <a:endCxn id="168"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80" name="Straight Arrow Connector 179">
                  <a:extLst>
                    <a:ext uri="{FF2B5EF4-FFF2-40B4-BE49-F238E27FC236}">
                      <a16:creationId xmlns:a16="http://schemas.microsoft.com/office/drawing/2014/main" id="{7F3DA27D-E800-AE4F-5CF1-EF8456B9F669}"/>
                    </a:ext>
                  </a:extLst>
                </p:cNvPr>
                <p:cNvCxnSpPr>
                  <a:cxnSpLocks/>
                  <a:stCxn id="166" idx="4"/>
                  <a:endCxn id="164"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181" name="Straight Arrow Connector 180">
                  <a:extLst>
                    <a:ext uri="{FF2B5EF4-FFF2-40B4-BE49-F238E27FC236}">
                      <a16:creationId xmlns:a16="http://schemas.microsoft.com/office/drawing/2014/main" id="{F58D0875-9963-00E4-ADA5-8BC8FBB25E33}"/>
                    </a:ext>
                  </a:extLst>
                </p:cNvPr>
                <p:cNvCxnSpPr>
                  <a:cxnSpLocks/>
                  <a:stCxn id="167" idx="3"/>
                  <a:endCxn id="168"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162" name="Straight Arrow Connector 161">
                <a:extLst>
                  <a:ext uri="{FF2B5EF4-FFF2-40B4-BE49-F238E27FC236}">
                    <a16:creationId xmlns:a16="http://schemas.microsoft.com/office/drawing/2014/main" id="{780E4491-8D33-87C7-18BC-07703ED28612}"/>
                  </a:ext>
                </a:extLst>
              </p:cNvPr>
              <p:cNvCxnSpPr>
                <a:cxnSpLocks/>
                <a:stCxn id="172" idx="6"/>
                <a:endCxn id="163"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493" name="Group 492">
            <a:extLst>
              <a:ext uri="{FF2B5EF4-FFF2-40B4-BE49-F238E27FC236}">
                <a16:creationId xmlns:a16="http://schemas.microsoft.com/office/drawing/2014/main" id="{6ABC417B-A3F1-61C7-0028-B844E6561DAE}"/>
              </a:ext>
            </a:extLst>
          </p:cNvPr>
          <p:cNvGrpSpPr/>
          <p:nvPr/>
        </p:nvGrpSpPr>
        <p:grpSpPr>
          <a:xfrm>
            <a:off x="2232471" y="4947992"/>
            <a:ext cx="1600830" cy="1466190"/>
            <a:chOff x="2458351" y="4611842"/>
            <a:chExt cx="1600830" cy="1524268"/>
          </a:xfrm>
        </p:grpSpPr>
        <p:sp>
          <p:nvSpPr>
            <p:cNvPr id="184" name="Oval 183">
              <a:extLst>
                <a:ext uri="{FF2B5EF4-FFF2-40B4-BE49-F238E27FC236}">
                  <a16:creationId xmlns:a16="http://schemas.microsoft.com/office/drawing/2014/main" id="{E0118207-D46E-68C5-A5CD-373AB5DE5496}"/>
                </a:ext>
              </a:extLst>
            </p:cNvPr>
            <p:cNvSpPr/>
            <p:nvPr/>
          </p:nvSpPr>
          <p:spPr>
            <a:xfrm>
              <a:off x="2458351" y="4611842"/>
              <a:ext cx="1600830" cy="1524268"/>
            </a:xfrm>
            <a:prstGeom prst="ellipse">
              <a:avLst/>
            </a:prstGeom>
            <a:solidFill>
              <a:schemeClr val="accent5">
                <a:lumMod val="20000"/>
                <a:lumOff val="80000"/>
              </a:schemeClr>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 name="TextBox 184">
              <a:extLst>
                <a:ext uri="{FF2B5EF4-FFF2-40B4-BE49-F238E27FC236}">
                  <a16:creationId xmlns:a16="http://schemas.microsoft.com/office/drawing/2014/main" id="{95BBA53F-7615-F296-8F6F-4D3047E7BBFD}"/>
                </a:ext>
              </a:extLst>
            </p:cNvPr>
            <p:cNvSpPr txBox="1"/>
            <p:nvPr/>
          </p:nvSpPr>
          <p:spPr>
            <a:xfrm>
              <a:off x="2617452" y="4691712"/>
              <a:ext cx="1239949"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Military Equipment</a:t>
              </a:r>
            </a:p>
          </p:txBody>
        </p:sp>
        <p:grpSp>
          <p:nvGrpSpPr>
            <p:cNvPr id="186" name="Group 185">
              <a:extLst>
                <a:ext uri="{FF2B5EF4-FFF2-40B4-BE49-F238E27FC236}">
                  <a16:creationId xmlns:a16="http://schemas.microsoft.com/office/drawing/2014/main" id="{7B5D157A-1B2B-279E-E488-E610CE693A42}"/>
                </a:ext>
              </a:extLst>
            </p:cNvPr>
            <p:cNvGrpSpPr/>
            <p:nvPr/>
          </p:nvGrpSpPr>
          <p:grpSpPr>
            <a:xfrm>
              <a:off x="2742857" y="5267006"/>
              <a:ext cx="1031816" cy="621878"/>
              <a:chOff x="8080911" y="2500452"/>
              <a:chExt cx="1031816" cy="621878"/>
            </a:xfrm>
            <a:solidFill>
              <a:schemeClr val="accent5">
                <a:lumMod val="40000"/>
                <a:lumOff val="60000"/>
              </a:schemeClr>
            </a:solidFill>
          </p:grpSpPr>
          <p:grpSp>
            <p:nvGrpSpPr>
              <p:cNvPr id="187" name="Group 186">
                <a:extLst>
                  <a:ext uri="{FF2B5EF4-FFF2-40B4-BE49-F238E27FC236}">
                    <a16:creationId xmlns:a16="http://schemas.microsoft.com/office/drawing/2014/main" id="{6366CADB-C435-C9AD-B0D2-8A88335C22D6}"/>
                  </a:ext>
                </a:extLst>
              </p:cNvPr>
              <p:cNvGrpSpPr/>
              <p:nvPr/>
            </p:nvGrpSpPr>
            <p:grpSpPr>
              <a:xfrm>
                <a:off x="8080911" y="2500452"/>
                <a:ext cx="1031816" cy="621878"/>
                <a:chOff x="5879509" y="1332989"/>
                <a:chExt cx="1031816" cy="621878"/>
              </a:xfrm>
              <a:grpFill/>
            </p:grpSpPr>
            <p:sp>
              <p:nvSpPr>
                <p:cNvPr id="189" name="Oval 188">
                  <a:extLst>
                    <a:ext uri="{FF2B5EF4-FFF2-40B4-BE49-F238E27FC236}">
                      <a16:creationId xmlns:a16="http://schemas.microsoft.com/office/drawing/2014/main" id="{DA311EF7-5B52-6759-5117-1AA02C89502B}"/>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0" name="Oval 189">
                  <a:extLst>
                    <a:ext uri="{FF2B5EF4-FFF2-40B4-BE49-F238E27FC236}">
                      <a16:creationId xmlns:a16="http://schemas.microsoft.com/office/drawing/2014/main" id="{8F47DC68-8512-0644-F19C-E7FF9B528517}"/>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1" name="Oval 190">
                  <a:extLst>
                    <a:ext uri="{FF2B5EF4-FFF2-40B4-BE49-F238E27FC236}">
                      <a16:creationId xmlns:a16="http://schemas.microsoft.com/office/drawing/2014/main" id="{371870E9-F81F-8E3F-C787-1F86159A60D6}"/>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2" name="Oval 191">
                  <a:extLst>
                    <a:ext uri="{FF2B5EF4-FFF2-40B4-BE49-F238E27FC236}">
                      <a16:creationId xmlns:a16="http://schemas.microsoft.com/office/drawing/2014/main" id="{FBE29766-86DC-97E5-D9A3-0D80AA04FCE1}"/>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3" name="Oval 192">
                  <a:extLst>
                    <a:ext uri="{FF2B5EF4-FFF2-40B4-BE49-F238E27FC236}">
                      <a16:creationId xmlns:a16="http://schemas.microsoft.com/office/drawing/2014/main" id="{67513B46-FC49-D917-1526-37754AF34AB7}"/>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4" name="Oval 193">
                  <a:extLst>
                    <a:ext uri="{FF2B5EF4-FFF2-40B4-BE49-F238E27FC236}">
                      <a16:creationId xmlns:a16="http://schemas.microsoft.com/office/drawing/2014/main" id="{FE8796F7-6C80-FB12-8F0D-B546AE26BE72}"/>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5" name="Oval 194">
                  <a:extLst>
                    <a:ext uri="{FF2B5EF4-FFF2-40B4-BE49-F238E27FC236}">
                      <a16:creationId xmlns:a16="http://schemas.microsoft.com/office/drawing/2014/main" id="{0CD57F78-F930-6635-00B7-C05D4D9F222C}"/>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6" name="Oval 195">
                  <a:extLst>
                    <a:ext uri="{FF2B5EF4-FFF2-40B4-BE49-F238E27FC236}">
                      <a16:creationId xmlns:a16="http://schemas.microsoft.com/office/drawing/2014/main" id="{1B996D33-FB72-B163-E59A-BA23F66C49B7}"/>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7" name="Oval 196">
                  <a:extLst>
                    <a:ext uri="{FF2B5EF4-FFF2-40B4-BE49-F238E27FC236}">
                      <a16:creationId xmlns:a16="http://schemas.microsoft.com/office/drawing/2014/main" id="{A5C32F70-563A-A55F-56CE-9767B9FD196F}"/>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8" name="Oval 197">
                  <a:extLst>
                    <a:ext uri="{FF2B5EF4-FFF2-40B4-BE49-F238E27FC236}">
                      <a16:creationId xmlns:a16="http://schemas.microsoft.com/office/drawing/2014/main" id="{807235B5-0D19-CB98-896D-2FAC1FF1A1DE}"/>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199" name="Straight Arrow Connector 198">
                  <a:extLst>
                    <a:ext uri="{FF2B5EF4-FFF2-40B4-BE49-F238E27FC236}">
                      <a16:creationId xmlns:a16="http://schemas.microsoft.com/office/drawing/2014/main" id="{7455A520-002E-3ED9-1319-64615C7DA2FE}"/>
                    </a:ext>
                  </a:extLst>
                </p:cNvPr>
                <p:cNvCxnSpPr>
                  <a:cxnSpLocks/>
                  <a:stCxn id="198" idx="3"/>
                  <a:endCxn id="192"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00" name="Straight Arrow Connector 199">
                  <a:extLst>
                    <a:ext uri="{FF2B5EF4-FFF2-40B4-BE49-F238E27FC236}">
                      <a16:creationId xmlns:a16="http://schemas.microsoft.com/office/drawing/2014/main" id="{BEC3FD9F-B955-C5CA-C60C-D72756E427AD}"/>
                    </a:ext>
                  </a:extLst>
                </p:cNvPr>
                <p:cNvCxnSpPr>
                  <a:cxnSpLocks/>
                  <a:stCxn id="189" idx="3"/>
                  <a:endCxn id="191"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01" name="Straight Arrow Connector 200">
                  <a:extLst>
                    <a:ext uri="{FF2B5EF4-FFF2-40B4-BE49-F238E27FC236}">
                      <a16:creationId xmlns:a16="http://schemas.microsoft.com/office/drawing/2014/main" id="{E890DB13-B785-CCDA-FB42-AF87883255D4}"/>
                    </a:ext>
                  </a:extLst>
                </p:cNvPr>
                <p:cNvCxnSpPr>
                  <a:cxnSpLocks/>
                  <a:stCxn id="189" idx="5"/>
                  <a:endCxn id="193"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02" name="Straight Arrow Connector 201">
                  <a:extLst>
                    <a:ext uri="{FF2B5EF4-FFF2-40B4-BE49-F238E27FC236}">
                      <a16:creationId xmlns:a16="http://schemas.microsoft.com/office/drawing/2014/main" id="{D31F9BE0-B25B-1DE6-62DB-568305689834}"/>
                    </a:ext>
                  </a:extLst>
                </p:cNvPr>
                <p:cNvCxnSpPr>
                  <a:cxnSpLocks/>
                  <a:stCxn id="193" idx="4"/>
                  <a:endCxn id="196"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03" name="Straight Arrow Connector 202">
                  <a:extLst>
                    <a:ext uri="{FF2B5EF4-FFF2-40B4-BE49-F238E27FC236}">
                      <a16:creationId xmlns:a16="http://schemas.microsoft.com/office/drawing/2014/main" id="{635570C3-0927-77D7-B06E-9B1508DFE1FF}"/>
                    </a:ext>
                  </a:extLst>
                </p:cNvPr>
                <p:cNvCxnSpPr>
                  <a:cxnSpLocks/>
                  <a:stCxn id="193" idx="5"/>
                  <a:endCxn id="197"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04" name="Straight Arrow Connector 203">
                  <a:extLst>
                    <a:ext uri="{FF2B5EF4-FFF2-40B4-BE49-F238E27FC236}">
                      <a16:creationId xmlns:a16="http://schemas.microsoft.com/office/drawing/2014/main" id="{9B6C517D-DCD8-1A69-D08D-DD13D6DE10B0}"/>
                    </a:ext>
                  </a:extLst>
                </p:cNvPr>
                <p:cNvCxnSpPr>
                  <a:cxnSpLocks/>
                  <a:stCxn id="191" idx="4"/>
                  <a:endCxn id="195"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05" name="Straight Arrow Connector 204">
                  <a:extLst>
                    <a:ext uri="{FF2B5EF4-FFF2-40B4-BE49-F238E27FC236}">
                      <a16:creationId xmlns:a16="http://schemas.microsoft.com/office/drawing/2014/main" id="{E05248AD-C660-005B-E35D-426D1FED4D84}"/>
                    </a:ext>
                  </a:extLst>
                </p:cNvPr>
                <p:cNvCxnSpPr>
                  <a:cxnSpLocks/>
                  <a:stCxn id="192" idx="4"/>
                  <a:endCxn id="194"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06" name="Straight Arrow Connector 205">
                  <a:extLst>
                    <a:ext uri="{FF2B5EF4-FFF2-40B4-BE49-F238E27FC236}">
                      <a16:creationId xmlns:a16="http://schemas.microsoft.com/office/drawing/2014/main" id="{CBE7D635-2CA0-7605-614F-537F8E9496AD}"/>
                    </a:ext>
                  </a:extLst>
                </p:cNvPr>
                <p:cNvCxnSpPr>
                  <a:cxnSpLocks/>
                  <a:stCxn id="192" idx="4"/>
                  <a:endCxn id="190"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07" name="Straight Arrow Connector 206">
                  <a:extLst>
                    <a:ext uri="{FF2B5EF4-FFF2-40B4-BE49-F238E27FC236}">
                      <a16:creationId xmlns:a16="http://schemas.microsoft.com/office/drawing/2014/main" id="{988A6A74-A67A-180F-BCCD-AD8A7E42DE36}"/>
                    </a:ext>
                  </a:extLst>
                </p:cNvPr>
                <p:cNvCxnSpPr>
                  <a:cxnSpLocks/>
                  <a:stCxn id="193" idx="3"/>
                  <a:endCxn id="194"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188" name="Straight Arrow Connector 187">
                <a:extLst>
                  <a:ext uri="{FF2B5EF4-FFF2-40B4-BE49-F238E27FC236}">
                    <a16:creationId xmlns:a16="http://schemas.microsoft.com/office/drawing/2014/main" id="{DA4ACD97-3DC2-F540-C835-050DF20CF7EC}"/>
                  </a:ext>
                </a:extLst>
              </p:cNvPr>
              <p:cNvCxnSpPr>
                <a:cxnSpLocks/>
                <a:stCxn id="198" idx="6"/>
                <a:endCxn id="189"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626" name="Group 625">
            <a:extLst>
              <a:ext uri="{FF2B5EF4-FFF2-40B4-BE49-F238E27FC236}">
                <a16:creationId xmlns:a16="http://schemas.microsoft.com/office/drawing/2014/main" id="{55AFF456-8428-0866-2DDC-B1FA9D392511}"/>
              </a:ext>
            </a:extLst>
          </p:cNvPr>
          <p:cNvGrpSpPr/>
          <p:nvPr/>
        </p:nvGrpSpPr>
        <p:grpSpPr>
          <a:xfrm>
            <a:off x="8441974" y="3957347"/>
            <a:ext cx="1676400" cy="1174376"/>
            <a:chOff x="5029836" y="2103515"/>
            <a:chExt cx="1676400" cy="1174376"/>
          </a:xfrm>
        </p:grpSpPr>
        <p:sp>
          <p:nvSpPr>
            <p:cNvPr id="208" name="Oval 207">
              <a:extLst>
                <a:ext uri="{FF2B5EF4-FFF2-40B4-BE49-F238E27FC236}">
                  <a16:creationId xmlns:a16="http://schemas.microsoft.com/office/drawing/2014/main" id="{723F4D65-0DCF-5684-1358-E9D162FD2F1F}"/>
                </a:ext>
              </a:extLst>
            </p:cNvPr>
            <p:cNvSpPr/>
            <p:nvPr/>
          </p:nvSpPr>
          <p:spPr>
            <a:xfrm>
              <a:off x="5029836" y="2103515"/>
              <a:ext cx="1676400" cy="1174376"/>
            </a:xfrm>
            <a:prstGeom prst="ellipse">
              <a:avLst/>
            </a:prstGeom>
            <a:solidFill>
              <a:srgbClr val="B7BA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 name="TextBox 208">
              <a:extLst>
                <a:ext uri="{FF2B5EF4-FFF2-40B4-BE49-F238E27FC236}">
                  <a16:creationId xmlns:a16="http://schemas.microsoft.com/office/drawing/2014/main" id="{6BFBF43A-991B-A6EB-56D2-75B919EE1919}"/>
                </a:ext>
              </a:extLst>
            </p:cNvPr>
            <p:cNvSpPr txBox="1"/>
            <p:nvPr/>
          </p:nvSpPr>
          <p:spPr>
            <a:xfrm>
              <a:off x="5352665" y="2135936"/>
              <a:ext cx="97718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Optics</a:t>
              </a:r>
            </a:p>
          </p:txBody>
        </p:sp>
        <p:grpSp>
          <p:nvGrpSpPr>
            <p:cNvPr id="210" name="Group 209">
              <a:extLst>
                <a:ext uri="{FF2B5EF4-FFF2-40B4-BE49-F238E27FC236}">
                  <a16:creationId xmlns:a16="http://schemas.microsoft.com/office/drawing/2014/main" id="{B24E3643-F5AF-7242-162F-AF7E7AE833D2}"/>
                </a:ext>
              </a:extLst>
            </p:cNvPr>
            <p:cNvGrpSpPr/>
            <p:nvPr/>
          </p:nvGrpSpPr>
          <p:grpSpPr>
            <a:xfrm>
              <a:off x="5352127" y="2496446"/>
              <a:ext cx="1031816" cy="621878"/>
              <a:chOff x="8080911" y="2500452"/>
              <a:chExt cx="1031816" cy="621878"/>
            </a:xfrm>
            <a:solidFill>
              <a:schemeClr val="bg2">
                <a:lumMod val="75000"/>
              </a:schemeClr>
            </a:solidFill>
          </p:grpSpPr>
          <p:grpSp>
            <p:nvGrpSpPr>
              <p:cNvPr id="211" name="Group 210">
                <a:extLst>
                  <a:ext uri="{FF2B5EF4-FFF2-40B4-BE49-F238E27FC236}">
                    <a16:creationId xmlns:a16="http://schemas.microsoft.com/office/drawing/2014/main" id="{36CCCD1D-0AB6-A98E-2A16-6885644B8CB3}"/>
                  </a:ext>
                </a:extLst>
              </p:cNvPr>
              <p:cNvGrpSpPr/>
              <p:nvPr/>
            </p:nvGrpSpPr>
            <p:grpSpPr>
              <a:xfrm>
                <a:off x="8080911" y="2500452"/>
                <a:ext cx="1031816" cy="621878"/>
                <a:chOff x="5879509" y="1332989"/>
                <a:chExt cx="1031816" cy="621878"/>
              </a:xfrm>
              <a:grpFill/>
            </p:grpSpPr>
            <p:sp>
              <p:nvSpPr>
                <p:cNvPr id="213" name="Oval 212">
                  <a:extLst>
                    <a:ext uri="{FF2B5EF4-FFF2-40B4-BE49-F238E27FC236}">
                      <a16:creationId xmlns:a16="http://schemas.microsoft.com/office/drawing/2014/main" id="{4844E59E-82D3-E344-773F-9E987235C5A3}"/>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14" name="Oval 213">
                  <a:extLst>
                    <a:ext uri="{FF2B5EF4-FFF2-40B4-BE49-F238E27FC236}">
                      <a16:creationId xmlns:a16="http://schemas.microsoft.com/office/drawing/2014/main" id="{C5DB21C6-3306-504D-7F90-1EC4CC0F6D74}"/>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15" name="Oval 214">
                  <a:extLst>
                    <a:ext uri="{FF2B5EF4-FFF2-40B4-BE49-F238E27FC236}">
                      <a16:creationId xmlns:a16="http://schemas.microsoft.com/office/drawing/2014/main" id="{67E6936B-F05E-9B7F-42C2-C3E3C2DF187B}"/>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16" name="Oval 215">
                  <a:extLst>
                    <a:ext uri="{FF2B5EF4-FFF2-40B4-BE49-F238E27FC236}">
                      <a16:creationId xmlns:a16="http://schemas.microsoft.com/office/drawing/2014/main" id="{D8AFC89C-067C-AF5D-BCB7-9CE5DC357BC6}"/>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17" name="Oval 216">
                  <a:extLst>
                    <a:ext uri="{FF2B5EF4-FFF2-40B4-BE49-F238E27FC236}">
                      <a16:creationId xmlns:a16="http://schemas.microsoft.com/office/drawing/2014/main" id="{32683364-6690-04E6-F149-342EE7AE5AEF}"/>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18" name="Oval 217">
                  <a:extLst>
                    <a:ext uri="{FF2B5EF4-FFF2-40B4-BE49-F238E27FC236}">
                      <a16:creationId xmlns:a16="http://schemas.microsoft.com/office/drawing/2014/main" id="{7F572260-2443-C559-AE24-30062433AE90}"/>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19" name="Oval 218">
                  <a:extLst>
                    <a:ext uri="{FF2B5EF4-FFF2-40B4-BE49-F238E27FC236}">
                      <a16:creationId xmlns:a16="http://schemas.microsoft.com/office/drawing/2014/main" id="{189CF323-5C20-9CE6-AD16-BA096AA26756}"/>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20" name="Oval 219">
                  <a:extLst>
                    <a:ext uri="{FF2B5EF4-FFF2-40B4-BE49-F238E27FC236}">
                      <a16:creationId xmlns:a16="http://schemas.microsoft.com/office/drawing/2014/main" id="{CA17876C-9BA8-68F3-C3A2-F966AEAF57B0}"/>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21" name="Oval 220">
                  <a:extLst>
                    <a:ext uri="{FF2B5EF4-FFF2-40B4-BE49-F238E27FC236}">
                      <a16:creationId xmlns:a16="http://schemas.microsoft.com/office/drawing/2014/main" id="{BFD72926-E440-B3C8-34E8-ABD676564C5A}"/>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22" name="Oval 221">
                  <a:extLst>
                    <a:ext uri="{FF2B5EF4-FFF2-40B4-BE49-F238E27FC236}">
                      <a16:creationId xmlns:a16="http://schemas.microsoft.com/office/drawing/2014/main" id="{05418C6C-D756-90F7-C14C-B4449A2106B5}"/>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223" name="Straight Arrow Connector 222">
                  <a:extLst>
                    <a:ext uri="{FF2B5EF4-FFF2-40B4-BE49-F238E27FC236}">
                      <a16:creationId xmlns:a16="http://schemas.microsoft.com/office/drawing/2014/main" id="{92E760FE-BC41-EDFD-D393-CDD85CD4801F}"/>
                    </a:ext>
                  </a:extLst>
                </p:cNvPr>
                <p:cNvCxnSpPr>
                  <a:cxnSpLocks/>
                  <a:stCxn id="222" idx="3"/>
                  <a:endCxn id="216"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24" name="Straight Arrow Connector 223">
                  <a:extLst>
                    <a:ext uri="{FF2B5EF4-FFF2-40B4-BE49-F238E27FC236}">
                      <a16:creationId xmlns:a16="http://schemas.microsoft.com/office/drawing/2014/main" id="{BE51F623-93C0-9EE9-18F8-FE5752687F91}"/>
                    </a:ext>
                  </a:extLst>
                </p:cNvPr>
                <p:cNvCxnSpPr>
                  <a:cxnSpLocks/>
                  <a:stCxn id="213" idx="3"/>
                  <a:endCxn id="215"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25" name="Straight Arrow Connector 224">
                  <a:extLst>
                    <a:ext uri="{FF2B5EF4-FFF2-40B4-BE49-F238E27FC236}">
                      <a16:creationId xmlns:a16="http://schemas.microsoft.com/office/drawing/2014/main" id="{14C18A83-EBF4-9A2E-0DAD-761A4F1B772D}"/>
                    </a:ext>
                  </a:extLst>
                </p:cNvPr>
                <p:cNvCxnSpPr>
                  <a:cxnSpLocks/>
                  <a:stCxn id="213" idx="5"/>
                  <a:endCxn id="217"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26" name="Straight Arrow Connector 225">
                  <a:extLst>
                    <a:ext uri="{FF2B5EF4-FFF2-40B4-BE49-F238E27FC236}">
                      <a16:creationId xmlns:a16="http://schemas.microsoft.com/office/drawing/2014/main" id="{E1EF7D64-9D45-3DE6-F3C7-EF47FE0C2806}"/>
                    </a:ext>
                  </a:extLst>
                </p:cNvPr>
                <p:cNvCxnSpPr>
                  <a:cxnSpLocks/>
                  <a:stCxn id="217" idx="4"/>
                  <a:endCxn id="220"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27" name="Straight Arrow Connector 226">
                  <a:extLst>
                    <a:ext uri="{FF2B5EF4-FFF2-40B4-BE49-F238E27FC236}">
                      <a16:creationId xmlns:a16="http://schemas.microsoft.com/office/drawing/2014/main" id="{0002B83F-9D6A-9D88-E9C1-9E38ED256102}"/>
                    </a:ext>
                  </a:extLst>
                </p:cNvPr>
                <p:cNvCxnSpPr>
                  <a:cxnSpLocks/>
                  <a:stCxn id="217" idx="5"/>
                  <a:endCxn id="221"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28" name="Straight Arrow Connector 227">
                  <a:extLst>
                    <a:ext uri="{FF2B5EF4-FFF2-40B4-BE49-F238E27FC236}">
                      <a16:creationId xmlns:a16="http://schemas.microsoft.com/office/drawing/2014/main" id="{D1A01B6B-6C12-9781-7C59-A425E2BF8C8C}"/>
                    </a:ext>
                  </a:extLst>
                </p:cNvPr>
                <p:cNvCxnSpPr>
                  <a:cxnSpLocks/>
                  <a:stCxn id="215" idx="4"/>
                  <a:endCxn id="219"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29" name="Straight Arrow Connector 228">
                  <a:extLst>
                    <a:ext uri="{FF2B5EF4-FFF2-40B4-BE49-F238E27FC236}">
                      <a16:creationId xmlns:a16="http://schemas.microsoft.com/office/drawing/2014/main" id="{E06B7F68-588A-DC54-F290-70B201C1B382}"/>
                    </a:ext>
                  </a:extLst>
                </p:cNvPr>
                <p:cNvCxnSpPr>
                  <a:cxnSpLocks/>
                  <a:stCxn id="216" idx="4"/>
                  <a:endCxn id="218"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30" name="Straight Arrow Connector 229">
                  <a:extLst>
                    <a:ext uri="{FF2B5EF4-FFF2-40B4-BE49-F238E27FC236}">
                      <a16:creationId xmlns:a16="http://schemas.microsoft.com/office/drawing/2014/main" id="{7C942F6B-2AB1-BF18-E5B6-84E1694BA1CE}"/>
                    </a:ext>
                  </a:extLst>
                </p:cNvPr>
                <p:cNvCxnSpPr>
                  <a:cxnSpLocks/>
                  <a:stCxn id="216" idx="4"/>
                  <a:endCxn id="214"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31" name="Straight Arrow Connector 230">
                  <a:extLst>
                    <a:ext uri="{FF2B5EF4-FFF2-40B4-BE49-F238E27FC236}">
                      <a16:creationId xmlns:a16="http://schemas.microsoft.com/office/drawing/2014/main" id="{E67AC85D-4A37-23B9-6227-8F3824E4DE1E}"/>
                    </a:ext>
                  </a:extLst>
                </p:cNvPr>
                <p:cNvCxnSpPr>
                  <a:cxnSpLocks/>
                  <a:stCxn id="217" idx="3"/>
                  <a:endCxn id="218"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212" name="Straight Arrow Connector 211">
                <a:extLst>
                  <a:ext uri="{FF2B5EF4-FFF2-40B4-BE49-F238E27FC236}">
                    <a16:creationId xmlns:a16="http://schemas.microsoft.com/office/drawing/2014/main" id="{72BB9256-AB17-FFC3-9AB3-38312A636112}"/>
                  </a:ext>
                </a:extLst>
              </p:cNvPr>
              <p:cNvCxnSpPr>
                <a:cxnSpLocks/>
                <a:stCxn id="222" idx="6"/>
                <a:endCxn id="213"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280" name="Group 279">
            <a:extLst>
              <a:ext uri="{FF2B5EF4-FFF2-40B4-BE49-F238E27FC236}">
                <a16:creationId xmlns:a16="http://schemas.microsoft.com/office/drawing/2014/main" id="{C3FB6B91-EEE9-6209-5575-C647D7737DC1}"/>
              </a:ext>
            </a:extLst>
          </p:cNvPr>
          <p:cNvGrpSpPr/>
          <p:nvPr/>
        </p:nvGrpSpPr>
        <p:grpSpPr>
          <a:xfrm>
            <a:off x="8244034" y="5239806"/>
            <a:ext cx="1676400" cy="1174376"/>
            <a:chOff x="6746281" y="4628489"/>
            <a:chExt cx="1676400" cy="1174376"/>
          </a:xfrm>
        </p:grpSpPr>
        <p:sp>
          <p:nvSpPr>
            <p:cNvPr id="254" name="Oval 253">
              <a:extLst>
                <a:ext uri="{FF2B5EF4-FFF2-40B4-BE49-F238E27FC236}">
                  <a16:creationId xmlns:a16="http://schemas.microsoft.com/office/drawing/2014/main" id="{0D9CC517-5192-350E-50F8-BFC24A638718}"/>
                </a:ext>
              </a:extLst>
            </p:cNvPr>
            <p:cNvSpPr/>
            <p:nvPr/>
          </p:nvSpPr>
          <p:spPr>
            <a:xfrm>
              <a:off x="6746281" y="4628489"/>
              <a:ext cx="1676400" cy="1174376"/>
            </a:xfrm>
            <a:prstGeom prst="ellipse">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5" name="TextBox 254">
              <a:extLst>
                <a:ext uri="{FF2B5EF4-FFF2-40B4-BE49-F238E27FC236}">
                  <a16:creationId xmlns:a16="http://schemas.microsoft.com/office/drawing/2014/main" id="{050AD6B7-3EEC-5B39-D191-E0014543682F}"/>
                </a:ext>
              </a:extLst>
            </p:cNvPr>
            <p:cNvSpPr txBox="1"/>
            <p:nvPr/>
          </p:nvSpPr>
          <p:spPr>
            <a:xfrm>
              <a:off x="7061999" y="4664812"/>
              <a:ext cx="102906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Cameras</a:t>
              </a:r>
            </a:p>
          </p:txBody>
        </p:sp>
        <p:grpSp>
          <p:nvGrpSpPr>
            <p:cNvPr id="232" name="Group 231">
              <a:extLst>
                <a:ext uri="{FF2B5EF4-FFF2-40B4-BE49-F238E27FC236}">
                  <a16:creationId xmlns:a16="http://schemas.microsoft.com/office/drawing/2014/main" id="{67A33D95-EFCA-8103-BB5A-6D00DB387FE3}"/>
                </a:ext>
              </a:extLst>
            </p:cNvPr>
            <p:cNvGrpSpPr/>
            <p:nvPr/>
          </p:nvGrpSpPr>
          <p:grpSpPr>
            <a:xfrm>
              <a:off x="7062394" y="5040459"/>
              <a:ext cx="1031816" cy="621878"/>
              <a:chOff x="8080911" y="2500452"/>
              <a:chExt cx="1031816" cy="621878"/>
            </a:xfrm>
            <a:solidFill>
              <a:schemeClr val="bg2">
                <a:lumMod val="50000"/>
              </a:schemeClr>
            </a:solidFill>
          </p:grpSpPr>
          <p:grpSp>
            <p:nvGrpSpPr>
              <p:cNvPr id="233" name="Group 232">
                <a:extLst>
                  <a:ext uri="{FF2B5EF4-FFF2-40B4-BE49-F238E27FC236}">
                    <a16:creationId xmlns:a16="http://schemas.microsoft.com/office/drawing/2014/main" id="{A2602ABF-4995-119C-A68A-33241F122AD4}"/>
                  </a:ext>
                </a:extLst>
              </p:cNvPr>
              <p:cNvGrpSpPr/>
              <p:nvPr/>
            </p:nvGrpSpPr>
            <p:grpSpPr>
              <a:xfrm>
                <a:off x="8080911" y="2500452"/>
                <a:ext cx="1031816" cy="621878"/>
                <a:chOff x="5879509" y="1332989"/>
                <a:chExt cx="1031816" cy="621878"/>
              </a:xfrm>
              <a:grpFill/>
            </p:grpSpPr>
            <p:sp>
              <p:nvSpPr>
                <p:cNvPr id="235" name="Oval 234">
                  <a:extLst>
                    <a:ext uri="{FF2B5EF4-FFF2-40B4-BE49-F238E27FC236}">
                      <a16:creationId xmlns:a16="http://schemas.microsoft.com/office/drawing/2014/main" id="{19F4194B-310B-DEAD-B8BB-C4F2A407DEF5}"/>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36" name="Oval 235">
                  <a:extLst>
                    <a:ext uri="{FF2B5EF4-FFF2-40B4-BE49-F238E27FC236}">
                      <a16:creationId xmlns:a16="http://schemas.microsoft.com/office/drawing/2014/main" id="{8970931A-39D0-4D5D-682A-75C826CDF4D9}"/>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37" name="Oval 236">
                  <a:extLst>
                    <a:ext uri="{FF2B5EF4-FFF2-40B4-BE49-F238E27FC236}">
                      <a16:creationId xmlns:a16="http://schemas.microsoft.com/office/drawing/2014/main" id="{7E02BA6C-EEEB-0975-7749-787A7A1030E7}"/>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38" name="Oval 237">
                  <a:extLst>
                    <a:ext uri="{FF2B5EF4-FFF2-40B4-BE49-F238E27FC236}">
                      <a16:creationId xmlns:a16="http://schemas.microsoft.com/office/drawing/2014/main" id="{69BD5567-5DFC-645B-3C58-D9F2B82E2FD0}"/>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39" name="Oval 238">
                  <a:extLst>
                    <a:ext uri="{FF2B5EF4-FFF2-40B4-BE49-F238E27FC236}">
                      <a16:creationId xmlns:a16="http://schemas.microsoft.com/office/drawing/2014/main" id="{7BF6B0E2-94C9-F41D-7AA5-774CB57C8307}"/>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40" name="Oval 239">
                  <a:extLst>
                    <a:ext uri="{FF2B5EF4-FFF2-40B4-BE49-F238E27FC236}">
                      <a16:creationId xmlns:a16="http://schemas.microsoft.com/office/drawing/2014/main" id="{BC0ED5E4-59FB-12F3-0624-6018123135AE}"/>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41" name="Oval 240">
                  <a:extLst>
                    <a:ext uri="{FF2B5EF4-FFF2-40B4-BE49-F238E27FC236}">
                      <a16:creationId xmlns:a16="http://schemas.microsoft.com/office/drawing/2014/main" id="{FAAB4B97-CD78-C5D9-2B41-D5FAC648DC27}"/>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42" name="Oval 241">
                  <a:extLst>
                    <a:ext uri="{FF2B5EF4-FFF2-40B4-BE49-F238E27FC236}">
                      <a16:creationId xmlns:a16="http://schemas.microsoft.com/office/drawing/2014/main" id="{BA3A1F2C-88D1-EADC-2895-B265A54AA30A}"/>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43" name="Oval 242">
                  <a:extLst>
                    <a:ext uri="{FF2B5EF4-FFF2-40B4-BE49-F238E27FC236}">
                      <a16:creationId xmlns:a16="http://schemas.microsoft.com/office/drawing/2014/main" id="{0B8E5658-D0F9-2437-7C1B-7DE71D945E49}"/>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44" name="Oval 243">
                  <a:extLst>
                    <a:ext uri="{FF2B5EF4-FFF2-40B4-BE49-F238E27FC236}">
                      <a16:creationId xmlns:a16="http://schemas.microsoft.com/office/drawing/2014/main" id="{DC63ACCB-0A77-B0B9-0EF1-1B5F37F0B3E8}"/>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245" name="Straight Arrow Connector 244">
                  <a:extLst>
                    <a:ext uri="{FF2B5EF4-FFF2-40B4-BE49-F238E27FC236}">
                      <a16:creationId xmlns:a16="http://schemas.microsoft.com/office/drawing/2014/main" id="{EE48AB8D-8558-E1EA-F8A3-3C5D033BFBCC}"/>
                    </a:ext>
                  </a:extLst>
                </p:cNvPr>
                <p:cNvCxnSpPr>
                  <a:cxnSpLocks/>
                  <a:stCxn id="244" idx="3"/>
                  <a:endCxn id="238"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46" name="Straight Arrow Connector 245">
                  <a:extLst>
                    <a:ext uri="{FF2B5EF4-FFF2-40B4-BE49-F238E27FC236}">
                      <a16:creationId xmlns:a16="http://schemas.microsoft.com/office/drawing/2014/main" id="{59DCE01D-951A-122B-9A18-564293D990BC}"/>
                    </a:ext>
                  </a:extLst>
                </p:cNvPr>
                <p:cNvCxnSpPr>
                  <a:cxnSpLocks/>
                  <a:stCxn id="235" idx="3"/>
                  <a:endCxn id="237"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47" name="Straight Arrow Connector 246">
                  <a:extLst>
                    <a:ext uri="{FF2B5EF4-FFF2-40B4-BE49-F238E27FC236}">
                      <a16:creationId xmlns:a16="http://schemas.microsoft.com/office/drawing/2014/main" id="{2E80395A-C5A6-67B4-E682-6BA4D2D6121D}"/>
                    </a:ext>
                  </a:extLst>
                </p:cNvPr>
                <p:cNvCxnSpPr>
                  <a:cxnSpLocks/>
                  <a:stCxn id="235" idx="5"/>
                  <a:endCxn id="239"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48" name="Straight Arrow Connector 247">
                  <a:extLst>
                    <a:ext uri="{FF2B5EF4-FFF2-40B4-BE49-F238E27FC236}">
                      <a16:creationId xmlns:a16="http://schemas.microsoft.com/office/drawing/2014/main" id="{E98CA7BC-F12A-FB7A-CC01-C365BEF45EF9}"/>
                    </a:ext>
                  </a:extLst>
                </p:cNvPr>
                <p:cNvCxnSpPr>
                  <a:cxnSpLocks/>
                  <a:stCxn id="239" idx="4"/>
                  <a:endCxn id="242"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49" name="Straight Arrow Connector 248">
                  <a:extLst>
                    <a:ext uri="{FF2B5EF4-FFF2-40B4-BE49-F238E27FC236}">
                      <a16:creationId xmlns:a16="http://schemas.microsoft.com/office/drawing/2014/main" id="{E7DBD142-A8D7-D070-B0AA-C0467F40478D}"/>
                    </a:ext>
                  </a:extLst>
                </p:cNvPr>
                <p:cNvCxnSpPr>
                  <a:cxnSpLocks/>
                  <a:stCxn id="239" idx="5"/>
                  <a:endCxn id="243"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50" name="Straight Arrow Connector 249">
                  <a:extLst>
                    <a:ext uri="{FF2B5EF4-FFF2-40B4-BE49-F238E27FC236}">
                      <a16:creationId xmlns:a16="http://schemas.microsoft.com/office/drawing/2014/main" id="{622AFE83-662B-6540-667B-8D877010AACE}"/>
                    </a:ext>
                  </a:extLst>
                </p:cNvPr>
                <p:cNvCxnSpPr>
                  <a:cxnSpLocks/>
                  <a:stCxn id="237" idx="4"/>
                  <a:endCxn id="241"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51" name="Straight Arrow Connector 250">
                  <a:extLst>
                    <a:ext uri="{FF2B5EF4-FFF2-40B4-BE49-F238E27FC236}">
                      <a16:creationId xmlns:a16="http://schemas.microsoft.com/office/drawing/2014/main" id="{C7CB1849-7CF4-303D-D987-1AAEADC435A5}"/>
                    </a:ext>
                  </a:extLst>
                </p:cNvPr>
                <p:cNvCxnSpPr>
                  <a:cxnSpLocks/>
                  <a:stCxn id="238" idx="4"/>
                  <a:endCxn id="240"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52" name="Straight Arrow Connector 251">
                  <a:extLst>
                    <a:ext uri="{FF2B5EF4-FFF2-40B4-BE49-F238E27FC236}">
                      <a16:creationId xmlns:a16="http://schemas.microsoft.com/office/drawing/2014/main" id="{5D4E05D3-867C-0A76-17DE-29ACFF533800}"/>
                    </a:ext>
                  </a:extLst>
                </p:cNvPr>
                <p:cNvCxnSpPr>
                  <a:cxnSpLocks/>
                  <a:stCxn id="238" idx="4"/>
                  <a:endCxn id="236"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53" name="Straight Arrow Connector 252">
                  <a:extLst>
                    <a:ext uri="{FF2B5EF4-FFF2-40B4-BE49-F238E27FC236}">
                      <a16:creationId xmlns:a16="http://schemas.microsoft.com/office/drawing/2014/main" id="{861F9BE4-9499-A909-F08E-4157FFEAB297}"/>
                    </a:ext>
                  </a:extLst>
                </p:cNvPr>
                <p:cNvCxnSpPr>
                  <a:cxnSpLocks/>
                  <a:stCxn id="239" idx="3"/>
                  <a:endCxn id="240"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234" name="Straight Arrow Connector 233">
                <a:extLst>
                  <a:ext uri="{FF2B5EF4-FFF2-40B4-BE49-F238E27FC236}">
                    <a16:creationId xmlns:a16="http://schemas.microsoft.com/office/drawing/2014/main" id="{44650484-DA62-B5C5-71D5-1D3E0C033506}"/>
                  </a:ext>
                </a:extLst>
              </p:cNvPr>
              <p:cNvCxnSpPr>
                <a:cxnSpLocks/>
                <a:stCxn id="244" idx="6"/>
                <a:endCxn id="235"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618" name="Group 617">
            <a:extLst>
              <a:ext uri="{FF2B5EF4-FFF2-40B4-BE49-F238E27FC236}">
                <a16:creationId xmlns:a16="http://schemas.microsoft.com/office/drawing/2014/main" id="{A8A95AC7-0BAC-FD3E-7175-7774BAC4ED9A}"/>
              </a:ext>
            </a:extLst>
          </p:cNvPr>
          <p:cNvGrpSpPr/>
          <p:nvPr/>
        </p:nvGrpSpPr>
        <p:grpSpPr>
          <a:xfrm>
            <a:off x="5057634" y="4496114"/>
            <a:ext cx="1676400" cy="1174376"/>
            <a:chOff x="6066839" y="1977082"/>
            <a:chExt cx="1676400" cy="1174376"/>
          </a:xfrm>
        </p:grpSpPr>
        <p:sp>
          <p:nvSpPr>
            <p:cNvPr id="278" name="Oval 277">
              <a:extLst>
                <a:ext uri="{FF2B5EF4-FFF2-40B4-BE49-F238E27FC236}">
                  <a16:creationId xmlns:a16="http://schemas.microsoft.com/office/drawing/2014/main" id="{E62569B4-EC32-33E4-F09E-8FF60F2CCD30}"/>
                </a:ext>
              </a:extLst>
            </p:cNvPr>
            <p:cNvSpPr/>
            <p:nvPr/>
          </p:nvSpPr>
          <p:spPr>
            <a:xfrm>
              <a:off x="6066839" y="1977082"/>
              <a:ext cx="1676400" cy="1174376"/>
            </a:xfrm>
            <a:prstGeom prst="ellipse">
              <a:avLst/>
            </a:prstGeom>
            <a:solidFill>
              <a:srgbClr val="DCF0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9" name="TextBox 278">
              <a:extLst>
                <a:ext uri="{FF2B5EF4-FFF2-40B4-BE49-F238E27FC236}">
                  <a16:creationId xmlns:a16="http://schemas.microsoft.com/office/drawing/2014/main" id="{FBB6CF55-7D3E-9F78-0F49-C0B7004478A5}"/>
                </a:ext>
              </a:extLst>
            </p:cNvPr>
            <p:cNvSpPr txBox="1"/>
            <p:nvPr/>
          </p:nvSpPr>
          <p:spPr>
            <a:xfrm>
              <a:off x="6230198" y="2022188"/>
              <a:ext cx="141471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Platforms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56" name="Group 255">
              <a:extLst>
                <a:ext uri="{FF2B5EF4-FFF2-40B4-BE49-F238E27FC236}">
                  <a16:creationId xmlns:a16="http://schemas.microsoft.com/office/drawing/2014/main" id="{44051973-7976-603A-F5B2-0AFC7382C234}"/>
                </a:ext>
              </a:extLst>
            </p:cNvPr>
            <p:cNvGrpSpPr/>
            <p:nvPr/>
          </p:nvGrpSpPr>
          <p:grpSpPr>
            <a:xfrm>
              <a:off x="6396592" y="2351954"/>
              <a:ext cx="1031816" cy="621878"/>
              <a:chOff x="8080911" y="2500452"/>
              <a:chExt cx="1031816" cy="621878"/>
            </a:xfrm>
            <a:solidFill>
              <a:srgbClr val="92D050"/>
            </a:solidFill>
          </p:grpSpPr>
          <p:grpSp>
            <p:nvGrpSpPr>
              <p:cNvPr id="257" name="Group 256">
                <a:extLst>
                  <a:ext uri="{FF2B5EF4-FFF2-40B4-BE49-F238E27FC236}">
                    <a16:creationId xmlns:a16="http://schemas.microsoft.com/office/drawing/2014/main" id="{962C3EDC-3CBA-C469-D2B6-DAAF09716F1B}"/>
                  </a:ext>
                </a:extLst>
              </p:cNvPr>
              <p:cNvGrpSpPr/>
              <p:nvPr/>
            </p:nvGrpSpPr>
            <p:grpSpPr>
              <a:xfrm>
                <a:off x="8080911" y="2500452"/>
                <a:ext cx="1031816" cy="621878"/>
                <a:chOff x="5879509" y="1332989"/>
                <a:chExt cx="1031816" cy="621878"/>
              </a:xfrm>
              <a:grpFill/>
            </p:grpSpPr>
            <p:sp>
              <p:nvSpPr>
                <p:cNvPr id="259" name="Oval 258">
                  <a:extLst>
                    <a:ext uri="{FF2B5EF4-FFF2-40B4-BE49-F238E27FC236}">
                      <a16:creationId xmlns:a16="http://schemas.microsoft.com/office/drawing/2014/main" id="{CBD9E647-6262-18BE-9941-74815299E1B4}"/>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0" name="Oval 259">
                  <a:extLst>
                    <a:ext uri="{FF2B5EF4-FFF2-40B4-BE49-F238E27FC236}">
                      <a16:creationId xmlns:a16="http://schemas.microsoft.com/office/drawing/2014/main" id="{29640B58-CD2E-A100-BEB2-6B6EAA2D7272}"/>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1" name="Oval 260">
                  <a:extLst>
                    <a:ext uri="{FF2B5EF4-FFF2-40B4-BE49-F238E27FC236}">
                      <a16:creationId xmlns:a16="http://schemas.microsoft.com/office/drawing/2014/main" id="{6C32DE3E-B5F9-D4D3-D756-C61BF075D479}"/>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2" name="Oval 261">
                  <a:extLst>
                    <a:ext uri="{FF2B5EF4-FFF2-40B4-BE49-F238E27FC236}">
                      <a16:creationId xmlns:a16="http://schemas.microsoft.com/office/drawing/2014/main" id="{7D322B19-4869-2292-65F7-0E81EA82D95D}"/>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3" name="Oval 262">
                  <a:extLst>
                    <a:ext uri="{FF2B5EF4-FFF2-40B4-BE49-F238E27FC236}">
                      <a16:creationId xmlns:a16="http://schemas.microsoft.com/office/drawing/2014/main" id="{0EBCD0AB-78B5-E4C4-B6A3-6F38998C04F6}"/>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4" name="Oval 263">
                  <a:extLst>
                    <a:ext uri="{FF2B5EF4-FFF2-40B4-BE49-F238E27FC236}">
                      <a16:creationId xmlns:a16="http://schemas.microsoft.com/office/drawing/2014/main" id="{09532F9A-994A-C5B9-4CF7-5C4699A7E95F}"/>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5" name="Oval 264">
                  <a:extLst>
                    <a:ext uri="{FF2B5EF4-FFF2-40B4-BE49-F238E27FC236}">
                      <a16:creationId xmlns:a16="http://schemas.microsoft.com/office/drawing/2014/main" id="{754378EA-1615-AC4A-F81A-A6F5333AC856}"/>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6" name="Oval 265">
                  <a:extLst>
                    <a:ext uri="{FF2B5EF4-FFF2-40B4-BE49-F238E27FC236}">
                      <a16:creationId xmlns:a16="http://schemas.microsoft.com/office/drawing/2014/main" id="{882B80DB-73C5-3147-D4B9-E3F1E74C99A9}"/>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7" name="Oval 266">
                  <a:extLst>
                    <a:ext uri="{FF2B5EF4-FFF2-40B4-BE49-F238E27FC236}">
                      <a16:creationId xmlns:a16="http://schemas.microsoft.com/office/drawing/2014/main" id="{8A40D398-940B-64B2-6390-645A45C6C5A0}"/>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8" name="Oval 267">
                  <a:extLst>
                    <a:ext uri="{FF2B5EF4-FFF2-40B4-BE49-F238E27FC236}">
                      <a16:creationId xmlns:a16="http://schemas.microsoft.com/office/drawing/2014/main" id="{A6058C12-F64F-6808-78C3-BC902983A12E}"/>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269" name="Straight Arrow Connector 268">
                  <a:extLst>
                    <a:ext uri="{FF2B5EF4-FFF2-40B4-BE49-F238E27FC236}">
                      <a16:creationId xmlns:a16="http://schemas.microsoft.com/office/drawing/2014/main" id="{63E9C43A-ECC4-7013-CE72-A1E632A81574}"/>
                    </a:ext>
                  </a:extLst>
                </p:cNvPr>
                <p:cNvCxnSpPr>
                  <a:cxnSpLocks/>
                  <a:stCxn id="268" idx="3"/>
                  <a:endCxn id="262"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70" name="Straight Arrow Connector 269">
                  <a:extLst>
                    <a:ext uri="{FF2B5EF4-FFF2-40B4-BE49-F238E27FC236}">
                      <a16:creationId xmlns:a16="http://schemas.microsoft.com/office/drawing/2014/main" id="{02BAC03F-C7FC-FA9B-A040-1D632AD96958}"/>
                    </a:ext>
                  </a:extLst>
                </p:cNvPr>
                <p:cNvCxnSpPr>
                  <a:cxnSpLocks/>
                  <a:stCxn id="259" idx="3"/>
                  <a:endCxn id="261"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71" name="Straight Arrow Connector 270">
                  <a:extLst>
                    <a:ext uri="{FF2B5EF4-FFF2-40B4-BE49-F238E27FC236}">
                      <a16:creationId xmlns:a16="http://schemas.microsoft.com/office/drawing/2014/main" id="{1EC92CBF-E36C-7BDF-CFFD-CEE5A700CC18}"/>
                    </a:ext>
                  </a:extLst>
                </p:cNvPr>
                <p:cNvCxnSpPr>
                  <a:cxnSpLocks/>
                  <a:stCxn id="259" idx="5"/>
                  <a:endCxn id="263"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72" name="Straight Arrow Connector 271">
                  <a:extLst>
                    <a:ext uri="{FF2B5EF4-FFF2-40B4-BE49-F238E27FC236}">
                      <a16:creationId xmlns:a16="http://schemas.microsoft.com/office/drawing/2014/main" id="{FD25E3B2-F1B4-4C99-FFA5-C8E45059474F}"/>
                    </a:ext>
                  </a:extLst>
                </p:cNvPr>
                <p:cNvCxnSpPr>
                  <a:cxnSpLocks/>
                  <a:stCxn id="263" idx="4"/>
                  <a:endCxn id="266"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73" name="Straight Arrow Connector 272">
                  <a:extLst>
                    <a:ext uri="{FF2B5EF4-FFF2-40B4-BE49-F238E27FC236}">
                      <a16:creationId xmlns:a16="http://schemas.microsoft.com/office/drawing/2014/main" id="{602364E4-9AC2-B4AF-4199-C48796E026D5}"/>
                    </a:ext>
                  </a:extLst>
                </p:cNvPr>
                <p:cNvCxnSpPr>
                  <a:cxnSpLocks/>
                  <a:stCxn id="263" idx="5"/>
                  <a:endCxn id="267"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74" name="Straight Arrow Connector 273">
                  <a:extLst>
                    <a:ext uri="{FF2B5EF4-FFF2-40B4-BE49-F238E27FC236}">
                      <a16:creationId xmlns:a16="http://schemas.microsoft.com/office/drawing/2014/main" id="{1D47B68F-B1EC-B643-ACD8-652E1378FD65}"/>
                    </a:ext>
                  </a:extLst>
                </p:cNvPr>
                <p:cNvCxnSpPr>
                  <a:cxnSpLocks/>
                  <a:stCxn id="261" idx="4"/>
                  <a:endCxn id="265"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75" name="Straight Arrow Connector 274">
                  <a:extLst>
                    <a:ext uri="{FF2B5EF4-FFF2-40B4-BE49-F238E27FC236}">
                      <a16:creationId xmlns:a16="http://schemas.microsoft.com/office/drawing/2014/main" id="{AE91C759-324C-8223-34DD-4FD532C8636A}"/>
                    </a:ext>
                  </a:extLst>
                </p:cNvPr>
                <p:cNvCxnSpPr>
                  <a:cxnSpLocks/>
                  <a:stCxn id="262" idx="4"/>
                  <a:endCxn id="264"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76" name="Straight Arrow Connector 275">
                  <a:extLst>
                    <a:ext uri="{FF2B5EF4-FFF2-40B4-BE49-F238E27FC236}">
                      <a16:creationId xmlns:a16="http://schemas.microsoft.com/office/drawing/2014/main" id="{949158CF-4E13-E4EA-DFFC-C422110ED417}"/>
                    </a:ext>
                  </a:extLst>
                </p:cNvPr>
                <p:cNvCxnSpPr>
                  <a:cxnSpLocks/>
                  <a:stCxn id="262" idx="4"/>
                  <a:endCxn id="260"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77" name="Straight Arrow Connector 276">
                  <a:extLst>
                    <a:ext uri="{FF2B5EF4-FFF2-40B4-BE49-F238E27FC236}">
                      <a16:creationId xmlns:a16="http://schemas.microsoft.com/office/drawing/2014/main" id="{C9FA9640-9226-EFDE-352C-899B6E7CFBAD}"/>
                    </a:ext>
                  </a:extLst>
                </p:cNvPr>
                <p:cNvCxnSpPr>
                  <a:cxnSpLocks/>
                  <a:stCxn id="263" idx="3"/>
                  <a:endCxn id="264"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258" name="Straight Arrow Connector 257">
                <a:extLst>
                  <a:ext uri="{FF2B5EF4-FFF2-40B4-BE49-F238E27FC236}">
                    <a16:creationId xmlns:a16="http://schemas.microsoft.com/office/drawing/2014/main" id="{94FA66B2-98ED-D8AA-17A1-032C6926B129}"/>
                  </a:ext>
                </a:extLst>
              </p:cNvPr>
              <p:cNvCxnSpPr>
                <a:cxnSpLocks/>
                <a:stCxn id="268" idx="6"/>
                <a:endCxn id="259"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619" name="Group 618">
            <a:extLst>
              <a:ext uri="{FF2B5EF4-FFF2-40B4-BE49-F238E27FC236}">
                <a16:creationId xmlns:a16="http://schemas.microsoft.com/office/drawing/2014/main" id="{B6712B9F-FF62-9EBA-0169-EA5FD3A4738B}"/>
              </a:ext>
            </a:extLst>
          </p:cNvPr>
          <p:cNvGrpSpPr/>
          <p:nvPr/>
        </p:nvGrpSpPr>
        <p:grpSpPr>
          <a:xfrm>
            <a:off x="10102891" y="5560377"/>
            <a:ext cx="1676400" cy="1174376"/>
            <a:chOff x="8816159" y="3331754"/>
            <a:chExt cx="1676400" cy="1174376"/>
          </a:xfrm>
        </p:grpSpPr>
        <p:grpSp>
          <p:nvGrpSpPr>
            <p:cNvPr id="284" name="Group 283">
              <a:extLst>
                <a:ext uri="{FF2B5EF4-FFF2-40B4-BE49-F238E27FC236}">
                  <a16:creationId xmlns:a16="http://schemas.microsoft.com/office/drawing/2014/main" id="{83611836-D55C-3752-0D77-D8CAB9BEDAB2}"/>
                </a:ext>
              </a:extLst>
            </p:cNvPr>
            <p:cNvGrpSpPr/>
            <p:nvPr/>
          </p:nvGrpSpPr>
          <p:grpSpPr>
            <a:xfrm>
              <a:off x="8816159" y="3331754"/>
              <a:ext cx="1676400" cy="1174376"/>
              <a:chOff x="9473254" y="2240516"/>
              <a:chExt cx="1676400" cy="1174376"/>
            </a:xfrm>
          </p:grpSpPr>
          <p:sp>
            <p:nvSpPr>
              <p:cNvPr id="285" name="Oval 284">
                <a:extLst>
                  <a:ext uri="{FF2B5EF4-FFF2-40B4-BE49-F238E27FC236}">
                    <a16:creationId xmlns:a16="http://schemas.microsoft.com/office/drawing/2014/main" id="{863B530C-CCC9-C9A9-6A07-FF947F486384}"/>
                  </a:ext>
                </a:extLst>
              </p:cNvPr>
              <p:cNvSpPr/>
              <p:nvPr/>
            </p:nvSpPr>
            <p:spPr>
              <a:xfrm>
                <a:off x="9473254" y="2240516"/>
                <a:ext cx="1676400" cy="1174376"/>
              </a:xfrm>
              <a:prstGeom prst="ellipse">
                <a:avLst/>
              </a:prstGeom>
              <a:solidFill>
                <a:srgbClr val="CFAF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6" name="TextBox 285">
                <a:extLst>
                  <a:ext uri="{FF2B5EF4-FFF2-40B4-BE49-F238E27FC236}">
                    <a16:creationId xmlns:a16="http://schemas.microsoft.com/office/drawing/2014/main" id="{2D3E16C9-6BE0-EB67-2BCE-11E1DE0679E8}"/>
                  </a:ext>
                </a:extLst>
              </p:cNvPr>
              <p:cNvSpPr txBox="1"/>
              <p:nvPr/>
            </p:nvSpPr>
            <p:spPr>
              <a:xfrm>
                <a:off x="9832127" y="2249848"/>
                <a:ext cx="97276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Imagery</a:t>
                </a:r>
              </a:p>
            </p:txBody>
          </p:sp>
        </p:grpSp>
        <p:grpSp>
          <p:nvGrpSpPr>
            <p:cNvPr id="287" name="Group 286">
              <a:extLst>
                <a:ext uri="{FF2B5EF4-FFF2-40B4-BE49-F238E27FC236}">
                  <a16:creationId xmlns:a16="http://schemas.microsoft.com/office/drawing/2014/main" id="{822D1933-6CC8-7F7B-2E9E-976F4EC69179}"/>
                </a:ext>
              </a:extLst>
            </p:cNvPr>
            <p:cNvGrpSpPr/>
            <p:nvPr/>
          </p:nvGrpSpPr>
          <p:grpSpPr>
            <a:xfrm>
              <a:off x="9138451" y="3727657"/>
              <a:ext cx="1031816" cy="621878"/>
              <a:chOff x="8080911" y="2500452"/>
              <a:chExt cx="1031816" cy="621878"/>
            </a:xfrm>
            <a:solidFill>
              <a:srgbClr val="6600CC"/>
            </a:solidFill>
          </p:grpSpPr>
          <p:grpSp>
            <p:nvGrpSpPr>
              <p:cNvPr id="288" name="Group 287">
                <a:extLst>
                  <a:ext uri="{FF2B5EF4-FFF2-40B4-BE49-F238E27FC236}">
                    <a16:creationId xmlns:a16="http://schemas.microsoft.com/office/drawing/2014/main" id="{DD400866-5D84-1449-DF2E-CEEFCF0C842D}"/>
                  </a:ext>
                </a:extLst>
              </p:cNvPr>
              <p:cNvGrpSpPr/>
              <p:nvPr/>
            </p:nvGrpSpPr>
            <p:grpSpPr>
              <a:xfrm>
                <a:off x="8080911" y="2500452"/>
                <a:ext cx="1031816" cy="621878"/>
                <a:chOff x="5879509" y="1332989"/>
                <a:chExt cx="1031816" cy="621878"/>
              </a:xfrm>
              <a:grpFill/>
            </p:grpSpPr>
            <p:sp>
              <p:nvSpPr>
                <p:cNvPr id="290" name="Oval 289">
                  <a:extLst>
                    <a:ext uri="{FF2B5EF4-FFF2-40B4-BE49-F238E27FC236}">
                      <a16:creationId xmlns:a16="http://schemas.microsoft.com/office/drawing/2014/main" id="{897D9E70-17EE-EA6D-205E-1E44ECB895F1}"/>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1" name="Oval 290">
                  <a:extLst>
                    <a:ext uri="{FF2B5EF4-FFF2-40B4-BE49-F238E27FC236}">
                      <a16:creationId xmlns:a16="http://schemas.microsoft.com/office/drawing/2014/main" id="{A5572430-A514-2686-53EC-72CEE89AE03C}"/>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2" name="Oval 291">
                  <a:extLst>
                    <a:ext uri="{FF2B5EF4-FFF2-40B4-BE49-F238E27FC236}">
                      <a16:creationId xmlns:a16="http://schemas.microsoft.com/office/drawing/2014/main" id="{78A68096-73CC-D19C-4243-C3C4A44B7454}"/>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3" name="Oval 292">
                  <a:extLst>
                    <a:ext uri="{FF2B5EF4-FFF2-40B4-BE49-F238E27FC236}">
                      <a16:creationId xmlns:a16="http://schemas.microsoft.com/office/drawing/2014/main" id="{D27C99D5-7A44-821A-946C-C55926B32976}"/>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4" name="Oval 293">
                  <a:extLst>
                    <a:ext uri="{FF2B5EF4-FFF2-40B4-BE49-F238E27FC236}">
                      <a16:creationId xmlns:a16="http://schemas.microsoft.com/office/drawing/2014/main" id="{8007A2D5-8726-9795-6E83-31AB01B33F7E}"/>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5" name="Oval 294">
                  <a:extLst>
                    <a:ext uri="{FF2B5EF4-FFF2-40B4-BE49-F238E27FC236}">
                      <a16:creationId xmlns:a16="http://schemas.microsoft.com/office/drawing/2014/main" id="{5A89D960-D504-3D18-94BC-A1630E69CCC2}"/>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6" name="Oval 295">
                  <a:extLst>
                    <a:ext uri="{FF2B5EF4-FFF2-40B4-BE49-F238E27FC236}">
                      <a16:creationId xmlns:a16="http://schemas.microsoft.com/office/drawing/2014/main" id="{15CC4080-FBB0-8F8C-1ABD-3FF590CEAFF9}"/>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7" name="Oval 296">
                  <a:extLst>
                    <a:ext uri="{FF2B5EF4-FFF2-40B4-BE49-F238E27FC236}">
                      <a16:creationId xmlns:a16="http://schemas.microsoft.com/office/drawing/2014/main" id="{9D587A84-0CFF-29B0-5E9E-D6FD83ABD5F4}"/>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8" name="Oval 297">
                  <a:extLst>
                    <a:ext uri="{FF2B5EF4-FFF2-40B4-BE49-F238E27FC236}">
                      <a16:creationId xmlns:a16="http://schemas.microsoft.com/office/drawing/2014/main" id="{E9257EBA-715E-D9B3-195E-857415B55B12}"/>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9" name="Oval 298">
                  <a:extLst>
                    <a:ext uri="{FF2B5EF4-FFF2-40B4-BE49-F238E27FC236}">
                      <a16:creationId xmlns:a16="http://schemas.microsoft.com/office/drawing/2014/main" id="{2617A92F-367D-6577-5B27-C58DC5F99828}"/>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300" name="Straight Arrow Connector 299">
                  <a:extLst>
                    <a:ext uri="{FF2B5EF4-FFF2-40B4-BE49-F238E27FC236}">
                      <a16:creationId xmlns:a16="http://schemas.microsoft.com/office/drawing/2014/main" id="{85E65979-4947-A0A6-4DB3-1FE5ADFC25BA}"/>
                    </a:ext>
                  </a:extLst>
                </p:cNvPr>
                <p:cNvCxnSpPr>
                  <a:cxnSpLocks/>
                  <a:stCxn id="299" idx="3"/>
                  <a:endCxn id="293"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01" name="Straight Arrow Connector 300">
                  <a:extLst>
                    <a:ext uri="{FF2B5EF4-FFF2-40B4-BE49-F238E27FC236}">
                      <a16:creationId xmlns:a16="http://schemas.microsoft.com/office/drawing/2014/main" id="{1E1621A1-ABAF-52B6-84AE-91602A5193C2}"/>
                    </a:ext>
                  </a:extLst>
                </p:cNvPr>
                <p:cNvCxnSpPr>
                  <a:cxnSpLocks/>
                  <a:stCxn id="290" idx="3"/>
                  <a:endCxn id="292"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02" name="Straight Arrow Connector 301">
                  <a:extLst>
                    <a:ext uri="{FF2B5EF4-FFF2-40B4-BE49-F238E27FC236}">
                      <a16:creationId xmlns:a16="http://schemas.microsoft.com/office/drawing/2014/main" id="{D256D611-2B3A-B91A-5206-612B986A6EDB}"/>
                    </a:ext>
                  </a:extLst>
                </p:cNvPr>
                <p:cNvCxnSpPr>
                  <a:cxnSpLocks/>
                  <a:stCxn id="290" idx="5"/>
                  <a:endCxn id="294"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03" name="Straight Arrow Connector 302">
                  <a:extLst>
                    <a:ext uri="{FF2B5EF4-FFF2-40B4-BE49-F238E27FC236}">
                      <a16:creationId xmlns:a16="http://schemas.microsoft.com/office/drawing/2014/main" id="{6663AF7C-E570-59EC-4190-3D271D57D00A}"/>
                    </a:ext>
                  </a:extLst>
                </p:cNvPr>
                <p:cNvCxnSpPr>
                  <a:cxnSpLocks/>
                  <a:stCxn id="294" idx="4"/>
                  <a:endCxn id="297"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04" name="Straight Arrow Connector 303">
                  <a:extLst>
                    <a:ext uri="{FF2B5EF4-FFF2-40B4-BE49-F238E27FC236}">
                      <a16:creationId xmlns:a16="http://schemas.microsoft.com/office/drawing/2014/main" id="{65194581-7934-1935-0A22-5C7E3EBFF21F}"/>
                    </a:ext>
                  </a:extLst>
                </p:cNvPr>
                <p:cNvCxnSpPr>
                  <a:cxnSpLocks/>
                  <a:stCxn id="294" idx="5"/>
                  <a:endCxn id="298"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05" name="Straight Arrow Connector 304">
                  <a:extLst>
                    <a:ext uri="{FF2B5EF4-FFF2-40B4-BE49-F238E27FC236}">
                      <a16:creationId xmlns:a16="http://schemas.microsoft.com/office/drawing/2014/main" id="{2BFDF388-A645-85C9-98C5-C0B55AA6E0AB}"/>
                    </a:ext>
                  </a:extLst>
                </p:cNvPr>
                <p:cNvCxnSpPr>
                  <a:cxnSpLocks/>
                  <a:stCxn id="292" idx="4"/>
                  <a:endCxn id="296"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06" name="Straight Arrow Connector 305">
                  <a:extLst>
                    <a:ext uri="{FF2B5EF4-FFF2-40B4-BE49-F238E27FC236}">
                      <a16:creationId xmlns:a16="http://schemas.microsoft.com/office/drawing/2014/main" id="{F69EDAFE-D787-B9A9-9F48-86AE0A47B079}"/>
                    </a:ext>
                  </a:extLst>
                </p:cNvPr>
                <p:cNvCxnSpPr>
                  <a:cxnSpLocks/>
                  <a:stCxn id="293" idx="4"/>
                  <a:endCxn id="295"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07" name="Straight Arrow Connector 306">
                  <a:extLst>
                    <a:ext uri="{FF2B5EF4-FFF2-40B4-BE49-F238E27FC236}">
                      <a16:creationId xmlns:a16="http://schemas.microsoft.com/office/drawing/2014/main" id="{53011A5B-5249-1B4C-ABBA-E77889CA256A}"/>
                    </a:ext>
                  </a:extLst>
                </p:cNvPr>
                <p:cNvCxnSpPr>
                  <a:cxnSpLocks/>
                  <a:stCxn id="293" idx="4"/>
                  <a:endCxn id="291"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08" name="Straight Arrow Connector 307">
                  <a:extLst>
                    <a:ext uri="{FF2B5EF4-FFF2-40B4-BE49-F238E27FC236}">
                      <a16:creationId xmlns:a16="http://schemas.microsoft.com/office/drawing/2014/main" id="{554B82A9-406C-5231-5037-5CA5F2B43817}"/>
                    </a:ext>
                  </a:extLst>
                </p:cNvPr>
                <p:cNvCxnSpPr>
                  <a:cxnSpLocks/>
                  <a:stCxn id="294" idx="3"/>
                  <a:endCxn id="295"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289" name="Straight Arrow Connector 288">
                <a:extLst>
                  <a:ext uri="{FF2B5EF4-FFF2-40B4-BE49-F238E27FC236}">
                    <a16:creationId xmlns:a16="http://schemas.microsoft.com/office/drawing/2014/main" id="{15554C37-28ED-3A47-6A2E-FE7C3DB5B0EE}"/>
                  </a:ext>
                </a:extLst>
              </p:cNvPr>
              <p:cNvCxnSpPr>
                <a:cxnSpLocks/>
                <a:stCxn id="299" idx="6"/>
                <a:endCxn id="290"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337" name="Group 336">
            <a:extLst>
              <a:ext uri="{FF2B5EF4-FFF2-40B4-BE49-F238E27FC236}">
                <a16:creationId xmlns:a16="http://schemas.microsoft.com/office/drawing/2014/main" id="{CCFEE6D7-671A-6489-1EE0-30B4E7FD5C73}"/>
              </a:ext>
            </a:extLst>
          </p:cNvPr>
          <p:cNvGrpSpPr/>
          <p:nvPr/>
        </p:nvGrpSpPr>
        <p:grpSpPr>
          <a:xfrm>
            <a:off x="489144" y="5172451"/>
            <a:ext cx="1676400" cy="1392826"/>
            <a:chOff x="743887" y="4609312"/>
            <a:chExt cx="1676400" cy="1392826"/>
          </a:xfrm>
        </p:grpSpPr>
        <p:grpSp>
          <p:nvGrpSpPr>
            <p:cNvPr id="334" name="Group 333">
              <a:extLst>
                <a:ext uri="{FF2B5EF4-FFF2-40B4-BE49-F238E27FC236}">
                  <a16:creationId xmlns:a16="http://schemas.microsoft.com/office/drawing/2014/main" id="{89962FD6-2AFF-C57F-5F3E-9EBCA5583F7F}"/>
                </a:ext>
              </a:extLst>
            </p:cNvPr>
            <p:cNvGrpSpPr/>
            <p:nvPr/>
          </p:nvGrpSpPr>
          <p:grpSpPr>
            <a:xfrm>
              <a:off x="743887" y="4609312"/>
              <a:ext cx="1676400" cy="1392826"/>
              <a:chOff x="9473254" y="2022066"/>
              <a:chExt cx="1676400" cy="1392826"/>
            </a:xfrm>
          </p:grpSpPr>
          <p:sp>
            <p:nvSpPr>
              <p:cNvPr id="335" name="Oval 334">
                <a:extLst>
                  <a:ext uri="{FF2B5EF4-FFF2-40B4-BE49-F238E27FC236}">
                    <a16:creationId xmlns:a16="http://schemas.microsoft.com/office/drawing/2014/main" id="{B16A6297-2212-3A69-8D72-830591D82E75}"/>
                  </a:ext>
                </a:extLst>
              </p:cNvPr>
              <p:cNvSpPr/>
              <p:nvPr/>
            </p:nvSpPr>
            <p:spPr>
              <a:xfrm>
                <a:off x="9473254" y="2022066"/>
                <a:ext cx="1676400" cy="1392826"/>
              </a:xfrm>
              <a:prstGeom prst="ellipse">
                <a:avLst/>
              </a:prstGeom>
              <a:solidFill>
                <a:srgbClr val="FFB9B9"/>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6" name="TextBox 335">
                <a:extLst>
                  <a:ext uri="{FF2B5EF4-FFF2-40B4-BE49-F238E27FC236}">
                    <a16:creationId xmlns:a16="http://schemas.microsoft.com/office/drawing/2014/main" id="{367F405C-465B-1FD4-4D4E-CCB3E86C78E8}"/>
                  </a:ext>
                </a:extLst>
              </p:cNvPr>
              <p:cNvSpPr txBox="1"/>
              <p:nvPr/>
            </p:nvSpPr>
            <p:spPr>
              <a:xfrm>
                <a:off x="9584039" y="2074672"/>
                <a:ext cx="141471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Terrestrial Features</a:t>
                </a:r>
              </a:p>
            </p:txBody>
          </p:sp>
        </p:grpSp>
        <p:grpSp>
          <p:nvGrpSpPr>
            <p:cNvPr id="312" name="Group 311">
              <a:extLst>
                <a:ext uri="{FF2B5EF4-FFF2-40B4-BE49-F238E27FC236}">
                  <a16:creationId xmlns:a16="http://schemas.microsoft.com/office/drawing/2014/main" id="{4F9192DD-3658-5D7A-6BB5-18999417416D}"/>
                </a:ext>
              </a:extLst>
            </p:cNvPr>
            <p:cNvGrpSpPr/>
            <p:nvPr/>
          </p:nvGrpSpPr>
          <p:grpSpPr>
            <a:xfrm>
              <a:off x="1078369" y="5205370"/>
              <a:ext cx="1031816" cy="621878"/>
              <a:chOff x="8080911" y="2500452"/>
              <a:chExt cx="1031816" cy="621878"/>
            </a:xfrm>
            <a:solidFill>
              <a:srgbClr val="C00000"/>
            </a:solidFill>
          </p:grpSpPr>
          <p:grpSp>
            <p:nvGrpSpPr>
              <p:cNvPr id="313" name="Group 312">
                <a:extLst>
                  <a:ext uri="{FF2B5EF4-FFF2-40B4-BE49-F238E27FC236}">
                    <a16:creationId xmlns:a16="http://schemas.microsoft.com/office/drawing/2014/main" id="{4411AF23-5467-7EAE-8EC6-3BF2ED1808B9}"/>
                  </a:ext>
                </a:extLst>
              </p:cNvPr>
              <p:cNvGrpSpPr/>
              <p:nvPr/>
            </p:nvGrpSpPr>
            <p:grpSpPr>
              <a:xfrm>
                <a:off x="8080911" y="2500452"/>
                <a:ext cx="1031816" cy="621878"/>
                <a:chOff x="5879509" y="1332989"/>
                <a:chExt cx="1031816" cy="621878"/>
              </a:xfrm>
              <a:grpFill/>
            </p:grpSpPr>
            <p:sp>
              <p:nvSpPr>
                <p:cNvPr id="315" name="Oval 314">
                  <a:extLst>
                    <a:ext uri="{FF2B5EF4-FFF2-40B4-BE49-F238E27FC236}">
                      <a16:creationId xmlns:a16="http://schemas.microsoft.com/office/drawing/2014/main" id="{F14BEE6D-8FFD-A7A4-73C5-B708E7A7E991}"/>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16" name="Oval 315">
                  <a:extLst>
                    <a:ext uri="{FF2B5EF4-FFF2-40B4-BE49-F238E27FC236}">
                      <a16:creationId xmlns:a16="http://schemas.microsoft.com/office/drawing/2014/main" id="{664D6012-025A-2A81-A234-F35A3C363C7C}"/>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17" name="Oval 316">
                  <a:extLst>
                    <a:ext uri="{FF2B5EF4-FFF2-40B4-BE49-F238E27FC236}">
                      <a16:creationId xmlns:a16="http://schemas.microsoft.com/office/drawing/2014/main" id="{A5788C25-0271-5D4B-3199-A07733B3C88C}"/>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18" name="Oval 317">
                  <a:extLst>
                    <a:ext uri="{FF2B5EF4-FFF2-40B4-BE49-F238E27FC236}">
                      <a16:creationId xmlns:a16="http://schemas.microsoft.com/office/drawing/2014/main" id="{458F1510-C34F-6281-00F0-B436DEE568AC}"/>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19" name="Oval 318">
                  <a:extLst>
                    <a:ext uri="{FF2B5EF4-FFF2-40B4-BE49-F238E27FC236}">
                      <a16:creationId xmlns:a16="http://schemas.microsoft.com/office/drawing/2014/main" id="{C5861C98-8D8E-5CFE-2968-1FFF9A656539}"/>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20" name="Oval 319">
                  <a:extLst>
                    <a:ext uri="{FF2B5EF4-FFF2-40B4-BE49-F238E27FC236}">
                      <a16:creationId xmlns:a16="http://schemas.microsoft.com/office/drawing/2014/main" id="{A5DB7815-287F-798F-C8A5-099240F25E01}"/>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21" name="Oval 320">
                  <a:extLst>
                    <a:ext uri="{FF2B5EF4-FFF2-40B4-BE49-F238E27FC236}">
                      <a16:creationId xmlns:a16="http://schemas.microsoft.com/office/drawing/2014/main" id="{6E921DF8-C93F-EE16-E2F7-34031360D428}"/>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22" name="Oval 321">
                  <a:extLst>
                    <a:ext uri="{FF2B5EF4-FFF2-40B4-BE49-F238E27FC236}">
                      <a16:creationId xmlns:a16="http://schemas.microsoft.com/office/drawing/2014/main" id="{51052A22-388C-C7AB-59B4-5561D89CC90C}"/>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23" name="Oval 322">
                  <a:extLst>
                    <a:ext uri="{FF2B5EF4-FFF2-40B4-BE49-F238E27FC236}">
                      <a16:creationId xmlns:a16="http://schemas.microsoft.com/office/drawing/2014/main" id="{32379746-6BFD-CB85-B049-E302FC5E9B69}"/>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24" name="Oval 323">
                  <a:extLst>
                    <a:ext uri="{FF2B5EF4-FFF2-40B4-BE49-F238E27FC236}">
                      <a16:creationId xmlns:a16="http://schemas.microsoft.com/office/drawing/2014/main" id="{F2881555-AC82-5504-2621-1BCB47D38E03}"/>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325" name="Straight Arrow Connector 324">
                  <a:extLst>
                    <a:ext uri="{FF2B5EF4-FFF2-40B4-BE49-F238E27FC236}">
                      <a16:creationId xmlns:a16="http://schemas.microsoft.com/office/drawing/2014/main" id="{F6CB5334-A7F3-51B5-77BF-745129DAD369}"/>
                    </a:ext>
                  </a:extLst>
                </p:cNvPr>
                <p:cNvCxnSpPr>
                  <a:cxnSpLocks/>
                  <a:stCxn id="324" idx="3"/>
                  <a:endCxn id="318"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26" name="Straight Arrow Connector 325">
                  <a:extLst>
                    <a:ext uri="{FF2B5EF4-FFF2-40B4-BE49-F238E27FC236}">
                      <a16:creationId xmlns:a16="http://schemas.microsoft.com/office/drawing/2014/main" id="{39991E09-0114-F30C-382D-4EB377539CDE}"/>
                    </a:ext>
                  </a:extLst>
                </p:cNvPr>
                <p:cNvCxnSpPr>
                  <a:cxnSpLocks/>
                  <a:stCxn id="315" idx="3"/>
                  <a:endCxn id="317"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27" name="Straight Arrow Connector 326">
                  <a:extLst>
                    <a:ext uri="{FF2B5EF4-FFF2-40B4-BE49-F238E27FC236}">
                      <a16:creationId xmlns:a16="http://schemas.microsoft.com/office/drawing/2014/main" id="{0F9387D5-6880-8576-ECE7-EC60C0936610}"/>
                    </a:ext>
                  </a:extLst>
                </p:cNvPr>
                <p:cNvCxnSpPr>
                  <a:cxnSpLocks/>
                  <a:stCxn id="315" idx="5"/>
                  <a:endCxn id="319"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28" name="Straight Arrow Connector 327">
                  <a:extLst>
                    <a:ext uri="{FF2B5EF4-FFF2-40B4-BE49-F238E27FC236}">
                      <a16:creationId xmlns:a16="http://schemas.microsoft.com/office/drawing/2014/main" id="{578DF5E9-467B-DDF6-B46F-13EFB1F0F160}"/>
                    </a:ext>
                  </a:extLst>
                </p:cNvPr>
                <p:cNvCxnSpPr>
                  <a:cxnSpLocks/>
                  <a:stCxn id="319" idx="4"/>
                  <a:endCxn id="322"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29" name="Straight Arrow Connector 328">
                  <a:extLst>
                    <a:ext uri="{FF2B5EF4-FFF2-40B4-BE49-F238E27FC236}">
                      <a16:creationId xmlns:a16="http://schemas.microsoft.com/office/drawing/2014/main" id="{960184C1-B672-8CBC-C437-DDA0D50D767B}"/>
                    </a:ext>
                  </a:extLst>
                </p:cNvPr>
                <p:cNvCxnSpPr>
                  <a:cxnSpLocks/>
                  <a:stCxn id="319" idx="5"/>
                  <a:endCxn id="323"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30" name="Straight Arrow Connector 329">
                  <a:extLst>
                    <a:ext uri="{FF2B5EF4-FFF2-40B4-BE49-F238E27FC236}">
                      <a16:creationId xmlns:a16="http://schemas.microsoft.com/office/drawing/2014/main" id="{4852A4EE-0EF4-FBB5-AAFD-F1777D305AF1}"/>
                    </a:ext>
                  </a:extLst>
                </p:cNvPr>
                <p:cNvCxnSpPr>
                  <a:cxnSpLocks/>
                  <a:stCxn id="317" idx="4"/>
                  <a:endCxn id="321"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31" name="Straight Arrow Connector 330">
                  <a:extLst>
                    <a:ext uri="{FF2B5EF4-FFF2-40B4-BE49-F238E27FC236}">
                      <a16:creationId xmlns:a16="http://schemas.microsoft.com/office/drawing/2014/main" id="{B9A65F8E-7A4F-4E2B-4B33-6DEF96E2D098}"/>
                    </a:ext>
                  </a:extLst>
                </p:cNvPr>
                <p:cNvCxnSpPr>
                  <a:cxnSpLocks/>
                  <a:stCxn id="318" idx="4"/>
                  <a:endCxn id="320"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32" name="Straight Arrow Connector 331">
                  <a:extLst>
                    <a:ext uri="{FF2B5EF4-FFF2-40B4-BE49-F238E27FC236}">
                      <a16:creationId xmlns:a16="http://schemas.microsoft.com/office/drawing/2014/main" id="{F615E041-1345-07AB-EF29-01438BA19EDA}"/>
                    </a:ext>
                  </a:extLst>
                </p:cNvPr>
                <p:cNvCxnSpPr>
                  <a:cxnSpLocks/>
                  <a:stCxn id="318" idx="4"/>
                  <a:endCxn id="316"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33" name="Straight Arrow Connector 332">
                  <a:extLst>
                    <a:ext uri="{FF2B5EF4-FFF2-40B4-BE49-F238E27FC236}">
                      <a16:creationId xmlns:a16="http://schemas.microsoft.com/office/drawing/2014/main" id="{62DC4226-1432-354D-95F9-D6593230E53B}"/>
                    </a:ext>
                  </a:extLst>
                </p:cNvPr>
                <p:cNvCxnSpPr>
                  <a:cxnSpLocks/>
                  <a:stCxn id="319" idx="3"/>
                  <a:endCxn id="320"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314" name="Straight Arrow Connector 313">
                <a:extLst>
                  <a:ext uri="{FF2B5EF4-FFF2-40B4-BE49-F238E27FC236}">
                    <a16:creationId xmlns:a16="http://schemas.microsoft.com/office/drawing/2014/main" id="{BD11969A-9556-5BDA-4A14-2F1CBD0B95EF}"/>
                  </a:ext>
                </a:extLst>
              </p:cNvPr>
              <p:cNvCxnSpPr>
                <a:cxnSpLocks/>
                <a:stCxn id="324" idx="6"/>
                <a:endCxn id="315"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grpSp>
        <p:nvGrpSpPr>
          <p:cNvPr id="32" name="Group 31">
            <a:extLst>
              <a:ext uri="{FF2B5EF4-FFF2-40B4-BE49-F238E27FC236}">
                <a16:creationId xmlns:a16="http://schemas.microsoft.com/office/drawing/2014/main" id="{9F0D9DD4-D4F9-7EE2-06F3-68D10910FF9D}"/>
              </a:ext>
            </a:extLst>
          </p:cNvPr>
          <p:cNvGrpSpPr/>
          <p:nvPr/>
        </p:nvGrpSpPr>
        <p:grpSpPr>
          <a:xfrm>
            <a:off x="10262258" y="4159658"/>
            <a:ext cx="1676400" cy="1273778"/>
            <a:chOff x="9945007" y="1831011"/>
            <a:chExt cx="1676400" cy="1273778"/>
          </a:xfrm>
        </p:grpSpPr>
        <p:sp>
          <p:nvSpPr>
            <p:cNvPr id="7" name="Oval 6">
              <a:extLst>
                <a:ext uri="{FF2B5EF4-FFF2-40B4-BE49-F238E27FC236}">
                  <a16:creationId xmlns:a16="http://schemas.microsoft.com/office/drawing/2014/main" id="{627C473B-098C-AD98-E419-04C2C916E13F}"/>
                </a:ext>
              </a:extLst>
            </p:cNvPr>
            <p:cNvSpPr/>
            <p:nvPr/>
          </p:nvSpPr>
          <p:spPr>
            <a:xfrm>
              <a:off x="9945007" y="1831011"/>
              <a:ext cx="1676400" cy="1273778"/>
            </a:xfrm>
            <a:prstGeom prst="ellipse">
              <a:avLst/>
            </a:prstGeom>
            <a:solidFill>
              <a:srgbClr val="FEE6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19E0B262-98DE-1E31-4357-B5B0A1A5C7A1}"/>
                </a:ext>
              </a:extLst>
            </p:cNvPr>
            <p:cNvSpPr txBox="1"/>
            <p:nvPr/>
          </p:nvSpPr>
          <p:spPr>
            <a:xfrm>
              <a:off x="9992239" y="1986178"/>
              <a:ext cx="1616997" cy="338554"/>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Sensor Models</a:t>
              </a:r>
            </a:p>
          </p:txBody>
        </p:sp>
        <p:grpSp>
          <p:nvGrpSpPr>
            <p:cNvPr id="9" name="Group 8">
              <a:extLst>
                <a:ext uri="{FF2B5EF4-FFF2-40B4-BE49-F238E27FC236}">
                  <a16:creationId xmlns:a16="http://schemas.microsoft.com/office/drawing/2014/main" id="{576EA0C6-9E56-E24A-E74E-77B8C675B1E0}"/>
                </a:ext>
              </a:extLst>
            </p:cNvPr>
            <p:cNvGrpSpPr/>
            <p:nvPr/>
          </p:nvGrpSpPr>
          <p:grpSpPr>
            <a:xfrm>
              <a:off x="10290103" y="2317534"/>
              <a:ext cx="1031816" cy="621878"/>
              <a:chOff x="8080911" y="2500452"/>
              <a:chExt cx="1031816" cy="621878"/>
            </a:xfrm>
            <a:solidFill>
              <a:srgbClr val="00B0F0"/>
            </a:solidFill>
          </p:grpSpPr>
          <p:grpSp>
            <p:nvGrpSpPr>
              <p:cNvPr id="10" name="Group 9">
                <a:extLst>
                  <a:ext uri="{FF2B5EF4-FFF2-40B4-BE49-F238E27FC236}">
                    <a16:creationId xmlns:a16="http://schemas.microsoft.com/office/drawing/2014/main" id="{DDB7BEBC-0D67-9DAB-024F-7905F3F2D8C2}"/>
                  </a:ext>
                </a:extLst>
              </p:cNvPr>
              <p:cNvGrpSpPr/>
              <p:nvPr/>
            </p:nvGrpSpPr>
            <p:grpSpPr>
              <a:xfrm>
                <a:off x="8080911" y="2500452"/>
                <a:ext cx="1031816" cy="621878"/>
                <a:chOff x="5879509" y="1332989"/>
                <a:chExt cx="1031816" cy="621878"/>
              </a:xfrm>
              <a:grpFill/>
            </p:grpSpPr>
            <p:sp>
              <p:nvSpPr>
                <p:cNvPr id="12" name="Oval 11">
                  <a:extLst>
                    <a:ext uri="{FF2B5EF4-FFF2-40B4-BE49-F238E27FC236}">
                      <a16:creationId xmlns:a16="http://schemas.microsoft.com/office/drawing/2014/main" id="{279FAB8B-D079-6333-C7CE-061E69107CE8}"/>
                    </a:ext>
                  </a:extLst>
                </p:cNvPr>
                <p:cNvSpPr/>
                <p:nvPr/>
              </p:nvSpPr>
              <p:spPr>
                <a:xfrm>
                  <a:off x="6402473" y="133790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3" name="Oval 12">
                  <a:extLst>
                    <a:ext uri="{FF2B5EF4-FFF2-40B4-BE49-F238E27FC236}">
                      <a16:creationId xmlns:a16="http://schemas.microsoft.com/office/drawing/2014/main" id="{335C8DEB-FAFC-3672-90B8-55EB50AF280B}"/>
                    </a:ext>
                  </a:extLst>
                </p:cNvPr>
                <p:cNvSpPr/>
                <p:nvPr/>
              </p:nvSpPr>
              <p:spPr>
                <a:xfrm>
                  <a:off x="5884107" y="1858983"/>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B0F3C859-FA1D-338B-8AAE-E575AB5D7F2A}"/>
                    </a:ext>
                  </a:extLst>
                </p:cNvPr>
                <p:cNvSpPr/>
                <p:nvPr/>
              </p:nvSpPr>
              <p:spPr>
                <a:xfrm>
                  <a:off x="6205594"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5" name="Oval 14">
                  <a:extLst>
                    <a:ext uri="{FF2B5EF4-FFF2-40B4-BE49-F238E27FC236}">
                      <a16:creationId xmlns:a16="http://schemas.microsoft.com/office/drawing/2014/main" id="{F486FE5D-9355-E639-5B4E-5254D59E87AB}"/>
                    </a:ext>
                  </a:extLst>
                </p:cNvPr>
                <p:cNvSpPr/>
                <p:nvPr/>
              </p:nvSpPr>
              <p:spPr>
                <a:xfrm>
                  <a:off x="5879509" y="1545385"/>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046E0ABD-45E7-C63B-572A-341C1373358D}"/>
                    </a:ext>
                  </a:extLst>
                </p:cNvPr>
                <p:cNvSpPr/>
                <p:nvPr/>
              </p:nvSpPr>
              <p:spPr>
                <a:xfrm>
                  <a:off x="6477353" y="155889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70E6F6E3-ED4E-4426-4EA0-8BFF15F2A562}"/>
                    </a:ext>
                  </a:extLst>
                </p:cNvPr>
                <p:cNvSpPr/>
                <p:nvPr/>
              </p:nvSpPr>
              <p:spPr>
                <a:xfrm>
                  <a:off x="6101480" y="1742757"/>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8" name="Oval 17">
                  <a:extLst>
                    <a:ext uri="{FF2B5EF4-FFF2-40B4-BE49-F238E27FC236}">
                      <a16:creationId xmlns:a16="http://schemas.microsoft.com/office/drawing/2014/main" id="{52A971D9-8CBF-593F-DAA1-75FDAD4E623A}"/>
                    </a:ext>
                  </a:extLst>
                </p:cNvPr>
                <p:cNvSpPr/>
                <p:nvPr/>
              </p:nvSpPr>
              <p:spPr>
                <a:xfrm>
                  <a:off x="6327691" y="1867286"/>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 name="Oval 18">
                  <a:extLst>
                    <a:ext uri="{FF2B5EF4-FFF2-40B4-BE49-F238E27FC236}">
                      <a16:creationId xmlns:a16="http://schemas.microsoft.com/office/drawing/2014/main" id="{66BFFB04-16AA-3D78-9AFD-CB67CD1F9C83}"/>
                    </a:ext>
                  </a:extLst>
                </p:cNvPr>
                <p:cNvSpPr/>
                <p:nvPr/>
              </p:nvSpPr>
              <p:spPr>
                <a:xfrm>
                  <a:off x="6521887" y="1777401"/>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0" name="Oval 19">
                  <a:extLst>
                    <a:ext uri="{FF2B5EF4-FFF2-40B4-BE49-F238E27FC236}">
                      <a16:creationId xmlns:a16="http://schemas.microsoft.com/office/drawing/2014/main" id="{2302C8D3-8906-AC21-B277-C8C711017B11}"/>
                    </a:ext>
                  </a:extLst>
                </p:cNvPr>
                <p:cNvSpPr/>
                <p:nvPr/>
              </p:nvSpPr>
              <p:spPr>
                <a:xfrm>
                  <a:off x="6745672" y="1872384"/>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1" name="Oval 20">
                  <a:extLst>
                    <a:ext uri="{FF2B5EF4-FFF2-40B4-BE49-F238E27FC236}">
                      <a16:creationId xmlns:a16="http://schemas.microsoft.com/office/drawing/2014/main" id="{E2129C70-A3CD-FEB9-C7E5-2A0A0EF6987E}"/>
                    </a:ext>
                  </a:extLst>
                </p:cNvPr>
                <p:cNvSpPr/>
                <p:nvPr/>
              </p:nvSpPr>
              <p:spPr>
                <a:xfrm>
                  <a:off x="6080804" y="1332989"/>
                  <a:ext cx="165653" cy="82483"/>
                </a:xfrm>
                <a:prstGeom prst="ellipse">
                  <a:avLst/>
                </a:prstGeom>
                <a:grp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22" name="Straight Arrow Connector 21">
                  <a:extLst>
                    <a:ext uri="{FF2B5EF4-FFF2-40B4-BE49-F238E27FC236}">
                      <a16:creationId xmlns:a16="http://schemas.microsoft.com/office/drawing/2014/main" id="{F18DD90E-C59D-2675-C796-4D14F9556154}"/>
                    </a:ext>
                  </a:extLst>
                </p:cNvPr>
                <p:cNvCxnSpPr>
                  <a:cxnSpLocks/>
                  <a:stCxn id="21" idx="3"/>
                  <a:endCxn id="15"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3" name="Straight Arrow Connector 22">
                  <a:extLst>
                    <a:ext uri="{FF2B5EF4-FFF2-40B4-BE49-F238E27FC236}">
                      <a16:creationId xmlns:a16="http://schemas.microsoft.com/office/drawing/2014/main" id="{8CE91E4F-D285-4A8A-7B11-E953064BACDA}"/>
                    </a:ext>
                  </a:extLst>
                </p:cNvPr>
                <p:cNvCxnSpPr>
                  <a:cxnSpLocks/>
                  <a:stCxn id="12" idx="3"/>
                  <a:endCxn id="14"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4" name="Straight Arrow Connector 23">
                  <a:extLst>
                    <a:ext uri="{FF2B5EF4-FFF2-40B4-BE49-F238E27FC236}">
                      <a16:creationId xmlns:a16="http://schemas.microsoft.com/office/drawing/2014/main" id="{17357BC3-D42B-B2D9-6723-9D00027C7C84}"/>
                    </a:ext>
                  </a:extLst>
                </p:cNvPr>
                <p:cNvCxnSpPr>
                  <a:cxnSpLocks/>
                  <a:stCxn id="12" idx="5"/>
                  <a:endCxn id="16"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5" name="Straight Arrow Connector 24">
                  <a:extLst>
                    <a:ext uri="{FF2B5EF4-FFF2-40B4-BE49-F238E27FC236}">
                      <a16:creationId xmlns:a16="http://schemas.microsoft.com/office/drawing/2014/main" id="{DBBFB125-9A98-A38F-8BB9-4E78BDED93E6}"/>
                    </a:ext>
                  </a:extLst>
                </p:cNvPr>
                <p:cNvCxnSpPr>
                  <a:cxnSpLocks/>
                  <a:stCxn id="16" idx="4"/>
                  <a:endCxn id="19"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7" name="Straight Arrow Connector 26">
                  <a:extLst>
                    <a:ext uri="{FF2B5EF4-FFF2-40B4-BE49-F238E27FC236}">
                      <a16:creationId xmlns:a16="http://schemas.microsoft.com/office/drawing/2014/main" id="{3567C1E0-03A1-9CFA-0741-AC406D94C24C}"/>
                    </a:ext>
                  </a:extLst>
                </p:cNvPr>
                <p:cNvCxnSpPr>
                  <a:cxnSpLocks/>
                  <a:stCxn id="16" idx="5"/>
                  <a:endCxn id="20"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8" name="Straight Arrow Connector 27">
                  <a:extLst>
                    <a:ext uri="{FF2B5EF4-FFF2-40B4-BE49-F238E27FC236}">
                      <a16:creationId xmlns:a16="http://schemas.microsoft.com/office/drawing/2014/main" id="{88EBD870-D5AE-503C-BE7B-5CBF3405F967}"/>
                    </a:ext>
                  </a:extLst>
                </p:cNvPr>
                <p:cNvCxnSpPr>
                  <a:cxnSpLocks/>
                  <a:stCxn id="14" idx="4"/>
                  <a:endCxn id="18"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29" name="Straight Arrow Connector 28">
                  <a:extLst>
                    <a:ext uri="{FF2B5EF4-FFF2-40B4-BE49-F238E27FC236}">
                      <a16:creationId xmlns:a16="http://schemas.microsoft.com/office/drawing/2014/main" id="{CC6452D6-6D80-1CD5-98EE-D9631B05A83C}"/>
                    </a:ext>
                  </a:extLst>
                </p:cNvPr>
                <p:cNvCxnSpPr>
                  <a:cxnSpLocks/>
                  <a:stCxn id="15" idx="4"/>
                  <a:endCxn id="17"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0" name="Straight Arrow Connector 29">
                  <a:extLst>
                    <a:ext uri="{FF2B5EF4-FFF2-40B4-BE49-F238E27FC236}">
                      <a16:creationId xmlns:a16="http://schemas.microsoft.com/office/drawing/2014/main" id="{1467BA2E-8983-4DDC-2CCA-1EFAC7B6D62B}"/>
                    </a:ext>
                  </a:extLst>
                </p:cNvPr>
                <p:cNvCxnSpPr>
                  <a:cxnSpLocks/>
                  <a:stCxn id="15" idx="4"/>
                  <a:endCxn id="13"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31" name="Straight Arrow Connector 30">
                  <a:extLst>
                    <a:ext uri="{FF2B5EF4-FFF2-40B4-BE49-F238E27FC236}">
                      <a16:creationId xmlns:a16="http://schemas.microsoft.com/office/drawing/2014/main" id="{8D659F9F-2EF6-9FAB-99FA-652259E7D0CE}"/>
                    </a:ext>
                  </a:extLst>
                </p:cNvPr>
                <p:cNvCxnSpPr>
                  <a:cxnSpLocks/>
                  <a:stCxn id="16" idx="3"/>
                  <a:endCxn id="17"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11" name="Straight Arrow Connector 10">
                <a:extLst>
                  <a:ext uri="{FF2B5EF4-FFF2-40B4-BE49-F238E27FC236}">
                    <a16:creationId xmlns:a16="http://schemas.microsoft.com/office/drawing/2014/main" id="{11A38A46-0C8F-9F49-9E6F-CCB85B4A7609}"/>
                  </a:ext>
                </a:extLst>
              </p:cNvPr>
              <p:cNvCxnSpPr>
                <a:cxnSpLocks/>
                <a:stCxn id="21" idx="6"/>
                <a:endCxn id="12"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sp>
        <p:nvSpPr>
          <p:cNvPr id="510" name="Rectangle: Rounded Corners 509">
            <a:extLst>
              <a:ext uri="{FF2B5EF4-FFF2-40B4-BE49-F238E27FC236}">
                <a16:creationId xmlns:a16="http://schemas.microsoft.com/office/drawing/2014/main" id="{78C62BDF-8111-D9BC-E0E5-E0350E39402D}"/>
              </a:ext>
            </a:extLst>
          </p:cNvPr>
          <p:cNvSpPr/>
          <p:nvPr/>
        </p:nvSpPr>
        <p:spPr>
          <a:xfrm>
            <a:off x="71920" y="1377503"/>
            <a:ext cx="12048161" cy="820983"/>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99" name="Picture 498">
            <a:extLst>
              <a:ext uri="{FF2B5EF4-FFF2-40B4-BE49-F238E27FC236}">
                <a16:creationId xmlns:a16="http://schemas.microsoft.com/office/drawing/2014/main" id="{5B396CD1-2BC7-0C9E-F962-2E98D64D9AA7}"/>
              </a:ext>
            </a:extLst>
          </p:cNvPr>
          <p:cNvPicPr>
            <a:picLocks noChangeAspect="1"/>
          </p:cNvPicPr>
          <p:nvPr/>
        </p:nvPicPr>
        <p:blipFill>
          <a:blip r:embed="rId3"/>
          <a:stretch>
            <a:fillRect/>
          </a:stretch>
        </p:blipFill>
        <p:spPr>
          <a:xfrm>
            <a:off x="120771" y="1412068"/>
            <a:ext cx="1060620" cy="764530"/>
          </a:xfrm>
          <a:prstGeom prst="rect">
            <a:avLst/>
          </a:prstGeom>
        </p:spPr>
      </p:pic>
      <p:pic>
        <p:nvPicPr>
          <p:cNvPr id="500" name="Picture 499">
            <a:extLst>
              <a:ext uri="{FF2B5EF4-FFF2-40B4-BE49-F238E27FC236}">
                <a16:creationId xmlns:a16="http://schemas.microsoft.com/office/drawing/2014/main" id="{59F607C3-CA59-8A0B-8ECC-06536DF87C1E}"/>
              </a:ext>
            </a:extLst>
          </p:cNvPr>
          <p:cNvPicPr>
            <a:picLocks noChangeAspect="1"/>
          </p:cNvPicPr>
          <p:nvPr/>
        </p:nvPicPr>
        <p:blipFill>
          <a:blip r:embed="rId4"/>
          <a:stretch>
            <a:fillRect/>
          </a:stretch>
        </p:blipFill>
        <p:spPr>
          <a:xfrm>
            <a:off x="1201884" y="1412068"/>
            <a:ext cx="1060621" cy="764530"/>
          </a:xfrm>
          <a:prstGeom prst="rect">
            <a:avLst/>
          </a:prstGeom>
        </p:spPr>
      </p:pic>
      <p:pic>
        <p:nvPicPr>
          <p:cNvPr id="501" name="Picture 500">
            <a:extLst>
              <a:ext uri="{FF2B5EF4-FFF2-40B4-BE49-F238E27FC236}">
                <a16:creationId xmlns:a16="http://schemas.microsoft.com/office/drawing/2014/main" id="{8B143443-0403-84EB-26E8-70F67E6BC203}"/>
              </a:ext>
            </a:extLst>
          </p:cNvPr>
          <p:cNvPicPr>
            <a:picLocks noChangeAspect="1"/>
          </p:cNvPicPr>
          <p:nvPr/>
        </p:nvPicPr>
        <p:blipFill>
          <a:blip r:embed="rId5"/>
          <a:stretch>
            <a:fillRect/>
          </a:stretch>
        </p:blipFill>
        <p:spPr>
          <a:xfrm>
            <a:off x="2282998" y="1412068"/>
            <a:ext cx="1060621" cy="764530"/>
          </a:xfrm>
          <a:prstGeom prst="rect">
            <a:avLst/>
          </a:prstGeom>
        </p:spPr>
      </p:pic>
      <p:pic>
        <p:nvPicPr>
          <p:cNvPr id="502" name="Picture 501">
            <a:extLst>
              <a:ext uri="{FF2B5EF4-FFF2-40B4-BE49-F238E27FC236}">
                <a16:creationId xmlns:a16="http://schemas.microsoft.com/office/drawing/2014/main" id="{B6C9CC81-32C5-2444-16F8-B4A9873A9F7A}"/>
              </a:ext>
            </a:extLst>
          </p:cNvPr>
          <p:cNvPicPr>
            <a:picLocks noChangeAspect="1"/>
          </p:cNvPicPr>
          <p:nvPr/>
        </p:nvPicPr>
        <p:blipFill>
          <a:blip r:embed="rId6"/>
          <a:stretch>
            <a:fillRect/>
          </a:stretch>
        </p:blipFill>
        <p:spPr>
          <a:xfrm>
            <a:off x="3364112" y="1412068"/>
            <a:ext cx="1060621" cy="764530"/>
          </a:xfrm>
          <a:prstGeom prst="rect">
            <a:avLst/>
          </a:prstGeom>
        </p:spPr>
      </p:pic>
      <p:pic>
        <p:nvPicPr>
          <p:cNvPr id="503" name="Picture 502">
            <a:extLst>
              <a:ext uri="{FF2B5EF4-FFF2-40B4-BE49-F238E27FC236}">
                <a16:creationId xmlns:a16="http://schemas.microsoft.com/office/drawing/2014/main" id="{0B984CFE-DD7D-201F-5093-3920949D454D}"/>
              </a:ext>
            </a:extLst>
          </p:cNvPr>
          <p:cNvPicPr>
            <a:picLocks noChangeAspect="1"/>
          </p:cNvPicPr>
          <p:nvPr/>
        </p:nvPicPr>
        <p:blipFill>
          <a:blip r:embed="rId7"/>
          <a:stretch>
            <a:fillRect/>
          </a:stretch>
        </p:blipFill>
        <p:spPr>
          <a:xfrm>
            <a:off x="4445226" y="1412068"/>
            <a:ext cx="1060621" cy="764530"/>
          </a:xfrm>
          <a:prstGeom prst="rect">
            <a:avLst/>
          </a:prstGeom>
        </p:spPr>
      </p:pic>
      <p:pic>
        <p:nvPicPr>
          <p:cNvPr id="504" name="Picture 503">
            <a:extLst>
              <a:ext uri="{FF2B5EF4-FFF2-40B4-BE49-F238E27FC236}">
                <a16:creationId xmlns:a16="http://schemas.microsoft.com/office/drawing/2014/main" id="{6495A60D-622E-160D-A6BB-9974AE6572F1}"/>
              </a:ext>
            </a:extLst>
          </p:cNvPr>
          <p:cNvPicPr>
            <a:picLocks noChangeAspect="1"/>
          </p:cNvPicPr>
          <p:nvPr/>
        </p:nvPicPr>
        <p:blipFill>
          <a:blip r:embed="rId8"/>
          <a:stretch>
            <a:fillRect/>
          </a:stretch>
        </p:blipFill>
        <p:spPr>
          <a:xfrm>
            <a:off x="5526340" y="1412067"/>
            <a:ext cx="1060622" cy="764531"/>
          </a:xfrm>
          <a:prstGeom prst="rect">
            <a:avLst/>
          </a:prstGeom>
        </p:spPr>
      </p:pic>
      <p:pic>
        <p:nvPicPr>
          <p:cNvPr id="505" name="Picture 504">
            <a:extLst>
              <a:ext uri="{FF2B5EF4-FFF2-40B4-BE49-F238E27FC236}">
                <a16:creationId xmlns:a16="http://schemas.microsoft.com/office/drawing/2014/main" id="{5B90B6F7-5116-D4E5-734A-16E387009B7D}"/>
              </a:ext>
            </a:extLst>
          </p:cNvPr>
          <p:cNvPicPr>
            <a:picLocks noChangeAspect="1"/>
          </p:cNvPicPr>
          <p:nvPr/>
        </p:nvPicPr>
        <p:blipFill>
          <a:blip r:embed="rId9"/>
          <a:stretch>
            <a:fillRect/>
          </a:stretch>
        </p:blipFill>
        <p:spPr>
          <a:xfrm>
            <a:off x="6607455" y="1412067"/>
            <a:ext cx="1060622" cy="764531"/>
          </a:xfrm>
          <a:prstGeom prst="rect">
            <a:avLst/>
          </a:prstGeom>
        </p:spPr>
      </p:pic>
      <p:pic>
        <p:nvPicPr>
          <p:cNvPr id="506" name="Picture 505">
            <a:extLst>
              <a:ext uri="{FF2B5EF4-FFF2-40B4-BE49-F238E27FC236}">
                <a16:creationId xmlns:a16="http://schemas.microsoft.com/office/drawing/2014/main" id="{E9095FAD-6AD2-831E-B325-062248D6D10D}"/>
              </a:ext>
            </a:extLst>
          </p:cNvPr>
          <p:cNvPicPr>
            <a:picLocks noChangeAspect="1"/>
          </p:cNvPicPr>
          <p:nvPr/>
        </p:nvPicPr>
        <p:blipFill>
          <a:blip r:embed="rId10"/>
          <a:stretch>
            <a:fillRect/>
          </a:stretch>
        </p:blipFill>
        <p:spPr>
          <a:xfrm>
            <a:off x="7688570" y="1393607"/>
            <a:ext cx="1086230" cy="782991"/>
          </a:xfrm>
          <a:prstGeom prst="rect">
            <a:avLst/>
          </a:prstGeom>
        </p:spPr>
      </p:pic>
      <p:pic>
        <p:nvPicPr>
          <p:cNvPr id="507" name="Picture 506">
            <a:extLst>
              <a:ext uri="{FF2B5EF4-FFF2-40B4-BE49-F238E27FC236}">
                <a16:creationId xmlns:a16="http://schemas.microsoft.com/office/drawing/2014/main" id="{C5898187-BDA5-EAC3-FEC9-CC4C581B4319}"/>
              </a:ext>
            </a:extLst>
          </p:cNvPr>
          <p:cNvPicPr>
            <a:picLocks noChangeAspect="1"/>
          </p:cNvPicPr>
          <p:nvPr/>
        </p:nvPicPr>
        <p:blipFill>
          <a:blip r:embed="rId11"/>
          <a:stretch>
            <a:fillRect/>
          </a:stretch>
        </p:blipFill>
        <p:spPr>
          <a:xfrm>
            <a:off x="8795293" y="1393607"/>
            <a:ext cx="1086230" cy="782991"/>
          </a:xfrm>
          <a:prstGeom prst="rect">
            <a:avLst/>
          </a:prstGeom>
        </p:spPr>
      </p:pic>
      <p:pic>
        <p:nvPicPr>
          <p:cNvPr id="508" name="Picture 507">
            <a:extLst>
              <a:ext uri="{FF2B5EF4-FFF2-40B4-BE49-F238E27FC236}">
                <a16:creationId xmlns:a16="http://schemas.microsoft.com/office/drawing/2014/main" id="{E7D109AE-1F7D-DE18-0F13-E82E13AFE856}"/>
              </a:ext>
            </a:extLst>
          </p:cNvPr>
          <p:cNvPicPr>
            <a:picLocks noChangeAspect="1"/>
          </p:cNvPicPr>
          <p:nvPr/>
        </p:nvPicPr>
        <p:blipFill>
          <a:blip r:embed="rId12"/>
          <a:stretch>
            <a:fillRect/>
          </a:stretch>
        </p:blipFill>
        <p:spPr>
          <a:xfrm>
            <a:off x="9902016" y="1403647"/>
            <a:ext cx="1072302" cy="772951"/>
          </a:xfrm>
          <a:prstGeom prst="rect">
            <a:avLst/>
          </a:prstGeom>
        </p:spPr>
      </p:pic>
      <p:pic>
        <p:nvPicPr>
          <p:cNvPr id="509" name="Picture 508">
            <a:extLst>
              <a:ext uri="{FF2B5EF4-FFF2-40B4-BE49-F238E27FC236}">
                <a16:creationId xmlns:a16="http://schemas.microsoft.com/office/drawing/2014/main" id="{B59ECD88-6808-33F2-C76B-712305D7C2A1}"/>
              </a:ext>
            </a:extLst>
          </p:cNvPr>
          <p:cNvPicPr>
            <a:picLocks noChangeAspect="1"/>
          </p:cNvPicPr>
          <p:nvPr/>
        </p:nvPicPr>
        <p:blipFill>
          <a:blip r:embed="rId13"/>
          <a:stretch>
            <a:fillRect/>
          </a:stretch>
        </p:blipFill>
        <p:spPr>
          <a:xfrm>
            <a:off x="10994807" y="1403647"/>
            <a:ext cx="1072302" cy="772951"/>
          </a:xfrm>
          <a:prstGeom prst="rect">
            <a:avLst/>
          </a:prstGeom>
        </p:spPr>
      </p:pic>
      <p:sp>
        <p:nvSpPr>
          <p:cNvPr id="110" name="Arrow: Down 109">
            <a:extLst>
              <a:ext uri="{FF2B5EF4-FFF2-40B4-BE49-F238E27FC236}">
                <a16:creationId xmlns:a16="http://schemas.microsoft.com/office/drawing/2014/main" id="{9B957C33-B9CB-A3A9-8B56-97EC0CB65540}"/>
              </a:ext>
            </a:extLst>
          </p:cNvPr>
          <p:cNvSpPr/>
          <p:nvPr/>
        </p:nvSpPr>
        <p:spPr>
          <a:xfrm rot="10800000">
            <a:off x="5261959" y="2208679"/>
            <a:ext cx="559694" cy="462602"/>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74022255-26F6-4363-B553-5F94D8825EC8}"/>
              </a:ext>
            </a:extLst>
          </p:cNvPr>
          <p:cNvGrpSpPr/>
          <p:nvPr/>
        </p:nvGrpSpPr>
        <p:grpSpPr>
          <a:xfrm>
            <a:off x="3856962" y="5419222"/>
            <a:ext cx="1685287" cy="1174376"/>
            <a:chOff x="2397248" y="5049172"/>
            <a:chExt cx="1443412" cy="1174376"/>
          </a:xfrm>
        </p:grpSpPr>
        <p:grpSp>
          <p:nvGrpSpPr>
            <p:cNvPr id="34" name="Group 33">
              <a:extLst>
                <a:ext uri="{FF2B5EF4-FFF2-40B4-BE49-F238E27FC236}">
                  <a16:creationId xmlns:a16="http://schemas.microsoft.com/office/drawing/2014/main" id="{BC3D9B55-79D4-6720-23BD-1F3B774212FA}"/>
                </a:ext>
              </a:extLst>
            </p:cNvPr>
            <p:cNvGrpSpPr/>
            <p:nvPr/>
          </p:nvGrpSpPr>
          <p:grpSpPr>
            <a:xfrm>
              <a:off x="2397248" y="5049172"/>
              <a:ext cx="1443412" cy="1174376"/>
              <a:chOff x="9577328" y="2284570"/>
              <a:chExt cx="1443412" cy="1174376"/>
            </a:xfrm>
          </p:grpSpPr>
          <p:sp>
            <p:nvSpPr>
              <p:cNvPr id="58" name="Oval 57">
                <a:extLst>
                  <a:ext uri="{FF2B5EF4-FFF2-40B4-BE49-F238E27FC236}">
                    <a16:creationId xmlns:a16="http://schemas.microsoft.com/office/drawing/2014/main" id="{4C4A235B-AACE-5B34-7F13-967D5BE08257}"/>
                  </a:ext>
                </a:extLst>
              </p:cNvPr>
              <p:cNvSpPr/>
              <p:nvPr/>
            </p:nvSpPr>
            <p:spPr>
              <a:xfrm>
                <a:off x="9577328" y="2284570"/>
                <a:ext cx="1443412" cy="1174376"/>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9" name="TextBox 478">
                <a:extLst>
                  <a:ext uri="{FF2B5EF4-FFF2-40B4-BE49-F238E27FC236}">
                    <a16:creationId xmlns:a16="http://schemas.microsoft.com/office/drawing/2014/main" id="{01F4A2EB-295E-1A14-EB41-7599263046FD}"/>
                  </a:ext>
                </a:extLst>
              </p:cNvPr>
              <p:cNvSpPr txBox="1"/>
              <p:nvPr/>
            </p:nvSpPr>
            <p:spPr>
              <a:xfrm>
                <a:off x="9775807" y="2309259"/>
                <a:ext cx="1046453"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Radiometry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6" name="Group 35">
              <a:extLst>
                <a:ext uri="{FF2B5EF4-FFF2-40B4-BE49-F238E27FC236}">
                  <a16:creationId xmlns:a16="http://schemas.microsoft.com/office/drawing/2014/main" id="{1A705805-E7EF-625F-5871-414A8D87102C}"/>
                </a:ext>
              </a:extLst>
            </p:cNvPr>
            <p:cNvGrpSpPr/>
            <p:nvPr/>
          </p:nvGrpSpPr>
          <p:grpSpPr>
            <a:xfrm>
              <a:off x="2595990" y="5406228"/>
              <a:ext cx="1031816" cy="621878"/>
              <a:chOff x="8080911" y="2500452"/>
              <a:chExt cx="1031816" cy="621878"/>
            </a:xfrm>
            <a:solidFill>
              <a:srgbClr val="FF0000"/>
            </a:solidFill>
          </p:grpSpPr>
          <p:grpSp>
            <p:nvGrpSpPr>
              <p:cNvPr id="37" name="Group 36">
                <a:extLst>
                  <a:ext uri="{FF2B5EF4-FFF2-40B4-BE49-F238E27FC236}">
                    <a16:creationId xmlns:a16="http://schemas.microsoft.com/office/drawing/2014/main" id="{2BC7DEFC-817E-229E-1291-2332F92D6C81}"/>
                  </a:ext>
                </a:extLst>
              </p:cNvPr>
              <p:cNvGrpSpPr/>
              <p:nvPr/>
            </p:nvGrpSpPr>
            <p:grpSpPr>
              <a:xfrm>
                <a:off x="8080911" y="2500452"/>
                <a:ext cx="1031816" cy="621878"/>
                <a:chOff x="5879509" y="1332989"/>
                <a:chExt cx="1031816" cy="621878"/>
              </a:xfrm>
              <a:grpFill/>
            </p:grpSpPr>
            <p:sp>
              <p:nvSpPr>
                <p:cNvPr id="39" name="Oval 38">
                  <a:extLst>
                    <a:ext uri="{FF2B5EF4-FFF2-40B4-BE49-F238E27FC236}">
                      <a16:creationId xmlns:a16="http://schemas.microsoft.com/office/drawing/2014/main" id="{A9639A6F-DEFE-8093-D6B9-583D9B4231B3}"/>
                    </a:ext>
                  </a:extLst>
                </p:cNvPr>
                <p:cNvSpPr/>
                <p:nvPr/>
              </p:nvSpPr>
              <p:spPr>
                <a:xfrm>
                  <a:off x="6402473" y="1337905"/>
                  <a:ext cx="165653" cy="82483"/>
                </a:xfrm>
                <a:prstGeom prst="ellipse">
                  <a:avLst/>
                </a:prstGeom>
                <a:solidFill>
                  <a:schemeClr val="bg1"/>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0" name="Oval 39">
                  <a:extLst>
                    <a:ext uri="{FF2B5EF4-FFF2-40B4-BE49-F238E27FC236}">
                      <a16:creationId xmlns:a16="http://schemas.microsoft.com/office/drawing/2014/main" id="{C8BD4A5D-0145-01A3-821C-E77314ED8A1A}"/>
                    </a:ext>
                  </a:extLst>
                </p:cNvPr>
                <p:cNvSpPr/>
                <p:nvPr/>
              </p:nvSpPr>
              <p:spPr>
                <a:xfrm>
                  <a:off x="5884107" y="1858983"/>
                  <a:ext cx="165653" cy="82483"/>
                </a:xfrm>
                <a:prstGeom prst="ellipse">
                  <a:avLst/>
                </a:prstGeom>
                <a:solidFill>
                  <a:schemeClr val="bg1"/>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1" name="Oval 40">
                  <a:extLst>
                    <a:ext uri="{FF2B5EF4-FFF2-40B4-BE49-F238E27FC236}">
                      <a16:creationId xmlns:a16="http://schemas.microsoft.com/office/drawing/2014/main" id="{145BE69D-6421-7BB3-E314-4503C23085F0}"/>
                    </a:ext>
                  </a:extLst>
                </p:cNvPr>
                <p:cNvSpPr/>
                <p:nvPr/>
              </p:nvSpPr>
              <p:spPr>
                <a:xfrm>
                  <a:off x="6205594" y="1558896"/>
                  <a:ext cx="165653" cy="82483"/>
                </a:xfrm>
                <a:prstGeom prst="ellipse">
                  <a:avLst/>
                </a:prstGeom>
                <a:solidFill>
                  <a:schemeClr val="bg1"/>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2" name="Oval 41">
                  <a:extLst>
                    <a:ext uri="{FF2B5EF4-FFF2-40B4-BE49-F238E27FC236}">
                      <a16:creationId xmlns:a16="http://schemas.microsoft.com/office/drawing/2014/main" id="{1D4B72E4-FB24-85D9-2258-998493CA912D}"/>
                    </a:ext>
                  </a:extLst>
                </p:cNvPr>
                <p:cNvSpPr/>
                <p:nvPr/>
              </p:nvSpPr>
              <p:spPr>
                <a:xfrm>
                  <a:off x="5879509" y="1545385"/>
                  <a:ext cx="165653" cy="82483"/>
                </a:xfrm>
                <a:prstGeom prst="ellipse">
                  <a:avLst/>
                </a:prstGeom>
                <a:solidFill>
                  <a:schemeClr val="bg1"/>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3" name="Oval 42">
                  <a:extLst>
                    <a:ext uri="{FF2B5EF4-FFF2-40B4-BE49-F238E27FC236}">
                      <a16:creationId xmlns:a16="http://schemas.microsoft.com/office/drawing/2014/main" id="{6F19F290-9811-99D6-88DD-6EF11F345E1F}"/>
                    </a:ext>
                  </a:extLst>
                </p:cNvPr>
                <p:cNvSpPr/>
                <p:nvPr/>
              </p:nvSpPr>
              <p:spPr>
                <a:xfrm>
                  <a:off x="6477353" y="1558896"/>
                  <a:ext cx="165653" cy="82483"/>
                </a:xfrm>
                <a:prstGeom prst="ellipse">
                  <a:avLst/>
                </a:prstGeom>
                <a:solidFill>
                  <a:schemeClr val="bg1"/>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4" name="Oval 43">
                  <a:extLst>
                    <a:ext uri="{FF2B5EF4-FFF2-40B4-BE49-F238E27FC236}">
                      <a16:creationId xmlns:a16="http://schemas.microsoft.com/office/drawing/2014/main" id="{4007BB6B-4F36-6A1C-5EBE-701773DBEBB3}"/>
                    </a:ext>
                  </a:extLst>
                </p:cNvPr>
                <p:cNvSpPr/>
                <p:nvPr/>
              </p:nvSpPr>
              <p:spPr>
                <a:xfrm>
                  <a:off x="6101480" y="1742757"/>
                  <a:ext cx="165653" cy="82483"/>
                </a:xfrm>
                <a:prstGeom prst="ellipse">
                  <a:avLst/>
                </a:prstGeom>
                <a:solidFill>
                  <a:schemeClr val="bg1"/>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5" name="Oval 44">
                  <a:extLst>
                    <a:ext uri="{FF2B5EF4-FFF2-40B4-BE49-F238E27FC236}">
                      <a16:creationId xmlns:a16="http://schemas.microsoft.com/office/drawing/2014/main" id="{CBBDF87F-16F2-A053-ED3D-3BB21F488E42}"/>
                    </a:ext>
                  </a:extLst>
                </p:cNvPr>
                <p:cNvSpPr/>
                <p:nvPr/>
              </p:nvSpPr>
              <p:spPr>
                <a:xfrm>
                  <a:off x="6327691" y="1867286"/>
                  <a:ext cx="165653" cy="82483"/>
                </a:xfrm>
                <a:prstGeom prst="ellipse">
                  <a:avLst/>
                </a:prstGeom>
                <a:solidFill>
                  <a:schemeClr val="bg1"/>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6" name="Oval 45">
                  <a:extLst>
                    <a:ext uri="{FF2B5EF4-FFF2-40B4-BE49-F238E27FC236}">
                      <a16:creationId xmlns:a16="http://schemas.microsoft.com/office/drawing/2014/main" id="{EEFD38A7-C2B7-684A-049B-73FE6738FA19}"/>
                    </a:ext>
                  </a:extLst>
                </p:cNvPr>
                <p:cNvSpPr/>
                <p:nvPr/>
              </p:nvSpPr>
              <p:spPr>
                <a:xfrm>
                  <a:off x="6521887" y="1777401"/>
                  <a:ext cx="165653" cy="82483"/>
                </a:xfrm>
                <a:prstGeom prst="ellipse">
                  <a:avLst/>
                </a:prstGeom>
                <a:solidFill>
                  <a:schemeClr val="bg1"/>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7" name="Oval 46">
                  <a:extLst>
                    <a:ext uri="{FF2B5EF4-FFF2-40B4-BE49-F238E27FC236}">
                      <a16:creationId xmlns:a16="http://schemas.microsoft.com/office/drawing/2014/main" id="{BC562EC6-D125-53CC-EA88-F5B1A459C973}"/>
                    </a:ext>
                  </a:extLst>
                </p:cNvPr>
                <p:cNvSpPr/>
                <p:nvPr/>
              </p:nvSpPr>
              <p:spPr>
                <a:xfrm>
                  <a:off x="6745672" y="1872384"/>
                  <a:ext cx="165653" cy="82483"/>
                </a:xfrm>
                <a:prstGeom prst="ellipse">
                  <a:avLst/>
                </a:prstGeom>
                <a:solidFill>
                  <a:schemeClr val="bg1"/>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8" name="Oval 47">
                  <a:extLst>
                    <a:ext uri="{FF2B5EF4-FFF2-40B4-BE49-F238E27FC236}">
                      <a16:creationId xmlns:a16="http://schemas.microsoft.com/office/drawing/2014/main" id="{B120DA16-4EB6-31F5-6A3F-DA9B71C31AC2}"/>
                    </a:ext>
                  </a:extLst>
                </p:cNvPr>
                <p:cNvSpPr/>
                <p:nvPr/>
              </p:nvSpPr>
              <p:spPr>
                <a:xfrm>
                  <a:off x="6080804" y="1332989"/>
                  <a:ext cx="165653" cy="82483"/>
                </a:xfrm>
                <a:prstGeom prst="ellipse">
                  <a:avLst/>
                </a:prstGeom>
                <a:solidFill>
                  <a:schemeClr val="bg1"/>
                </a:solidFill>
                <a:ln w="25400" cap="flat" cmpd="sng" algn="ctr">
                  <a:solidFill>
                    <a:srgbClr val="1E4D7C">
                      <a:shade val="15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49" name="Straight Arrow Connector 48">
                  <a:extLst>
                    <a:ext uri="{FF2B5EF4-FFF2-40B4-BE49-F238E27FC236}">
                      <a16:creationId xmlns:a16="http://schemas.microsoft.com/office/drawing/2014/main" id="{F2A14944-1444-FDF7-402C-72E4278375D8}"/>
                    </a:ext>
                  </a:extLst>
                </p:cNvPr>
                <p:cNvCxnSpPr>
                  <a:cxnSpLocks/>
                  <a:stCxn id="48" idx="3"/>
                  <a:endCxn id="42" idx="0"/>
                </p:cNvCxnSpPr>
                <p:nvPr/>
              </p:nvCxnSpPr>
              <p:spPr>
                <a:xfrm flipH="1">
                  <a:off x="5962336" y="1403393"/>
                  <a:ext cx="142727" cy="14199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0" name="Straight Arrow Connector 49">
                  <a:extLst>
                    <a:ext uri="{FF2B5EF4-FFF2-40B4-BE49-F238E27FC236}">
                      <a16:creationId xmlns:a16="http://schemas.microsoft.com/office/drawing/2014/main" id="{18450730-D417-8717-4F4D-FCDD7EEAB2DB}"/>
                    </a:ext>
                  </a:extLst>
                </p:cNvPr>
                <p:cNvCxnSpPr>
                  <a:cxnSpLocks/>
                  <a:stCxn id="39" idx="3"/>
                  <a:endCxn id="41" idx="0"/>
                </p:cNvCxnSpPr>
                <p:nvPr/>
              </p:nvCxnSpPr>
              <p:spPr>
                <a:xfrm flipH="1">
                  <a:off x="6288421" y="1408309"/>
                  <a:ext cx="138311"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1" name="Straight Arrow Connector 50">
                  <a:extLst>
                    <a:ext uri="{FF2B5EF4-FFF2-40B4-BE49-F238E27FC236}">
                      <a16:creationId xmlns:a16="http://schemas.microsoft.com/office/drawing/2014/main" id="{0491E584-7333-3711-1943-F80B1FD8579C}"/>
                    </a:ext>
                  </a:extLst>
                </p:cNvPr>
                <p:cNvCxnSpPr>
                  <a:cxnSpLocks/>
                  <a:stCxn id="39" idx="5"/>
                  <a:endCxn id="43" idx="0"/>
                </p:cNvCxnSpPr>
                <p:nvPr/>
              </p:nvCxnSpPr>
              <p:spPr>
                <a:xfrm>
                  <a:off x="6543867" y="1408309"/>
                  <a:ext cx="16313" cy="15058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2" name="Straight Arrow Connector 51">
                  <a:extLst>
                    <a:ext uri="{FF2B5EF4-FFF2-40B4-BE49-F238E27FC236}">
                      <a16:creationId xmlns:a16="http://schemas.microsoft.com/office/drawing/2014/main" id="{ED10C23C-1B4F-337B-0B7E-B609330D6EA3}"/>
                    </a:ext>
                  </a:extLst>
                </p:cNvPr>
                <p:cNvCxnSpPr>
                  <a:cxnSpLocks/>
                  <a:stCxn id="43" idx="4"/>
                  <a:endCxn id="46" idx="0"/>
                </p:cNvCxnSpPr>
                <p:nvPr/>
              </p:nvCxnSpPr>
              <p:spPr>
                <a:xfrm>
                  <a:off x="6560180" y="1641379"/>
                  <a:ext cx="44534" cy="136022"/>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3" name="Straight Arrow Connector 52">
                  <a:extLst>
                    <a:ext uri="{FF2B5EF4-FFF2-40B4-BE49-F238E27FC236}">
                      <a16:creationId xmlns:a16="http://schemas.microsoft.com/office/drawing/2014/main" id="{6C73A8F7-4E5E-3B0F-2B9D-EEE3219A2936}"/>
                    </a:ext>
                  </a:extLst>
                </p:cNvPr>
                <p:cNvCxnSpPr>
                  <a:cxnSpLocks/>
                  <a:stCxn id="43" idx="5"/>
                  <a:endCxn id="47" idx="0"/>
                </p:cNvCxnSpPr>
                <p:nvPr/>
              </p:nvCxnSpPr>
              <p:spPr>
                <a:xfrm>
                  <a:off x="6618747" y="1629300"/>
                  <a:ext cx="209752" cy="243084"/>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4" name="Straight Arrow Connector 53">
                  <a:extLst>
                    <a:ext uri="{FF2B5EF4-FFF2-40B4-BE49-F238E27FC236}">
                      <a16:creationId xmlns:a16="http://schemas.microsoft.com/office/drawing/2014/main" id="{0E5AFFDF-EC43-47EB-D45E-22D87BD8009F}"/>
                    </a:ext>
                  </a:extLst>
                </p:cNvPr>
                <p:cNvCxnSpPr>
                  <a:cxnSpLocks/>
                  <a:stCxn id="41" idx="4"/>
                  <a:endCxn id="45" idx="0"/>
                </p:cNvCxnSpPr>
                <p:nvPr/>
              </p:nvCxnSpPr>
              <p:spPr>
                <a:xfrm>
                  <a:off x="6288421" y="1641379"/>
                  <a:ext cx="122097" cy="225907"/>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5" name="Straight Arrow Connector 54">
                  <a:extLst>
                    <a:ext uri="{FF2B5EF4-FFF2-40B4-BE49-F238E27FC236}">
                      <a16:creationId xmlns:a16="http://schemas.microsoft.com/office/drawing/2014/main" id="{159A7703-86D6-D478-7A35-BDAF84FFDCE2}"/>
                    </a:ext>
                  </a:extLst>
                </p:cNvPr>
                <p:cNvCxnSpPr>
                  <a:cxnSpLocks/>
                  <a:stCxn id="42" idx="4"/>
                  <a:endCxn id="44" idx="1"/>
                </p:cNvCxnSpPr>
                <p:nvPr/>
              </p:nvCxnSpPr>
              <p:spPr>
                <a:xfrm>
                  <a:off x="5962336" y="1627868"/>
                  <a:ext cx="163403" cy="126968"/>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6" name="Straight Arrow Connector 55">
                  <a:extLst>
                    <a:ext uri="{FF2B5EF4-FFF2-40B4-BE49-F238E27FC236}">
                      <a16:creationId xmlns:a16="http://schemas.microsoft.com/office/drawing/2014/main" id="{31F58B4C-7FC9-A17E-518B-C39D16BEBEDC}"/>
                    </a:ext>
                  </a:extLst>
                </p:cNvPr>
                <p:cNvCxnSpPr>
                  <a:cxnSpLocks/>
                  <a:stCxn id="42" idx="4"/>
                  <a:endCxn id="40" idx="0"/>
                </p:cNvCxnSpPr>
                <p:nvPr/>
              </p:nvCxnSpPr>
              <p:spPr>
                <a:xfrm>
                  <a:off x="5962336" y="1627868"/>
                  <a:ext cx="4598" cy="231115"/>
                </a:xfrm>
                <a:prstGeom prst="straightConnector1">
                  <a:avLst/>
                </a:prstGeom>
                <a:grpFill/>
                <a:ln w="9525" cap="flat" cmpd="sng" algn="ctr">
                  <a:solidFill>
                    <a:srgbClr val="1E4D7C">
                      <a:shade val="95000"/>
                      <a:satMod val="105000"/>
                    </a:srgbClr>
                  </a:solidFill>
                  <a:prstDash val="solid"/>
                  <a:tailEnd type="triangle"/>
                </a:ln>
                <a:effectLst/>
              </p:spPr>
            </p:cxnSp>
            <p:cxnSp>
              <p:nvCxnSpPr>
                <p:cNvPr id="57" name="Straight Arrow Connector 56">
                  <a:extLst>
                    <a:ext uri="{FF2B5EF4-FFF2-40B4-BE49-F238E27FC236}">
                      <a16:creationId xmlns:a16="http://schemas.microsoft.com/office/drawing/2014/main" id="{68B5B06B-2838-4FDB-AEFB-0DA284E6EE11}"/>
                    </a:ext>
                  </a:extLst>
                </p:cNvPr>
                <p:cNvCxnSpPr>
                  <a:cxnSpLocks/>
                  <a:stCxn id="43" idx="3"/>
                  <a:endCxn id="44" idx="7"/>
                </p:cNvCxnSpPr>
                <p:nvPr/>
              </p:nvCxnSpPr>
              <p:spPr>
                <a:xfrm flipH="1">
                  <a:off x="6242874" y="1629300"/>
                  <a:ext cx="258738" cy="125536"/>
                </a:xfrm>
                <a:prstGeom prst="straightConnector1">
                  <a:avLst/>
                </a:prstGeom>
                <a:grpFill/>
                <a:ln w="9525" cap="flat" cmpd="sng" algn="ctr">
                  <a:solidFill>
                    <a:srgbClr val="1E4D7C">
                      <a:shade val="95000"/>
                      <a:satMod val="105000"/>
                    </a:srgbClr>
                  </a:solidFill>
                  <a:prstDash val="solid"/>
                  <a:tailEnd type="triangle"/>
                </a:ln>
                <a:effectLst/>
              </p:spPr>
            </p:cxnSp>
          </p:grpSp>
          <p:cxnSp>
            <p:nvCxnSpPr>
              <p:cNvPr id="38" name="Straight Arrow Connector 37">
                <a:extLst>
                  <a:ext uri="{FF2B5EF4-FFF2-40B4-BE49-F238E27FC236}">
                    <a16:creationId xmlns:a16="http://schemas.microsoft.com/office/drawing/2014/main" id="{2F46B7BC-A7E3-39B6-B86A-5E6C9530FFB2}"/>
                  </a:ext>
                </a:extLst>
              </p:cNvPr>
              <p:cNvCxnSpPr>
                <a:cxnSpLocks/>
                <a:stCxn id="48" idx="6"/>
                <a:endCxn id="39" idx="2"/>
              </p:cNvCxnSpPr>
              <p:nvPr/>
            </p:nvCxnSpPr>
            <p:spPr>
              <a:xfrm>
                <a:off x="8447859" y="2541694"/>
                <a:ext cx="156016" cy="4916"/>
              </a:xfrm>
              <a:prstGeom prst="straightConnector1">
                <a:avLst/>
              </a:prstGeom>
              <a:grpFill/>
              <a:ln w="9525" cap="flat" cmpd="sng" algn="ctr">
                <a:solidFill>
                  <a:srgbClr val="1E4D7C">
                    <a:shade val="95000"/>
                    <a:satMod val="105000"/>
                  </a:srgbClr>
                </a:solidFill>
                <a:prstDash val="solid"/>
                <a:tailEnd type="triangle"/>
              </a:ln>
              <a:effectLst/>
            </p:spPr>
          </p:cxnSp>
        </p:grpSp>
      </p:grpSp>
    </p:spTree>
    <p:extLst>
      <p:ext uri="{BB962C8B-B14F-4D97-AF65-F5344CB8AC3E}">
        <p14:creationId xmlns:p14="http://schemas.microsoft.com/office/powerpoint/2010/main" val="3954477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8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9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1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1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2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1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2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2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2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2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8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 grpId="0" animBg="1"/>
      <p:bldP spid="444" grpId="0"/>
      <p:bldP spid="496" grpId="0"/>
      <p:bldP spid="498" grpId="0" animBg="1"/>
      <p:bldP spid="65" grpId="0"/>
      <p:bldP spid="510" grpId="0" animBg="1"/>
      <p:bldP spid="1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DAD98-C788-F1BB-6F95-6FFFC28D4205}"/>
              </a:ext>
            </a:extLst>
          </p:cNvPr>
          <p:cNvSpPr>
            <a:spLocks noGrp="1"/>
          </p:cNvSpPr>
          <p:nvPr>
            <p:ph type="title"/>
          </p:nvPr>
        </p:nvSpPr>
        <p:spPr/>
        <p:txBody>
          <a:bodyPr/>
          <a:lstStyle/>
          <a:p>
            <a:pPr algn="ctr"/>
            <a:r>
              <a:rPr lang="en-US" dirty="0"/>
              <a:t>Summary</a:t>
            </a:r>
          </a:p>
        </p:txBody>
      </p:sp>
      <p:sp>
        <p:nvSpPr>
          <p:cNvPr id="5" name="Content Placeholder 4">
            <a:extLst>
              <a:ext uri="{FF2B5EF4-FFF2-40B4-BE49-F238E27FC236}">
                <a16:creationId xmlns:a16="http://schemas.microsoft.com/office/drawing/2014/main" id="{86693132-D5FE-62A2-9AC1-4658AAD4A27A}"/>
              </a:ext>
            </a:extLst>
          </p:cNvPr>
          <p:cNvSpPr>
            <a:spLocks noGrp="1"/>
          </p:cNvSpPr>
          <p:nvPr>
            <p:ph idx="1"/>
          </p:nvPr>
        </p:nvSpPr>
        <p:spPr/>
        <p:txBody>
          <a:bodyPr/>
          <a:lstStyle/>
          <a:p>
            <a:r>
              <a:rPr lang="en-US" b="0" dirty="0"/>
              <a:t>The OGC Testbed 21 is performing foundational work to enable and accelerate the availability of foundational tools necessary to realize the adoption and proliferation of the GIMI format and the Imagery Domain Ontologies.</a:t>
            </a:r>
          </a:p>
          <a:p>
            <a:r>
              <a:rPr lang="en-US" b="0" dirty="0"/>
              <a:t>These new technologies have been designed to significantly improve interoperability and technical capabilities across the broad spectrum of geospatial imagery applications and users.</a:t>
            </a:r>
          </a:p>
          <a:p>
            <a:r>
              <a:rPr lang="en-US" b="0" dirty="0"/>
              <a:t>The GEOINT Media Standards Board (GMSB) is very appreciative of the efforts and successes being achieved and demonstrated by OGC and the Testbed 21 participants.</a:t>
            </a:r>
          </a:p>
        </p:txBody>
      </p:sp>
      <p:sp>
        <p:nvSpPr>
          <p:cNvPr id="2" name="Slide Number Placeholder 1">
            <a:extLst>
              <a:ext uri="{FF2B5EF4-FFF2-40B4-BE49-F238E27FC236}">
                <a16:creationId xmlns:a16="http://schemas.microsoft.com/office/drawing/2014/main" id="{9D84B1ED-2B2D-D33A-742F-73BA75329C27}"/>
              </a:ext>
            </a:extLst>
          </p:cNvPr>
          <p:cNvSpPr>
            <a:spLocks noGrp="1"/>
          </p:cNvSpPr>
          <p:nvPr>
            <p:ph type="sldNum" sz="quarter" idx="12"/>
          </p:nvPr>
        </p:nvSpPr>
        <p:spPr/>
        <p:txBody>
          <a:bodyPr/>
          <a:lstStyle/>
          <a:p>
            <a:fld id="{04ED54F0-D36E-4641-8B3F-1547866DED2E}" type="slidenum">
              <a:rPr lang="en-US" smtClean="0"/>
              <a:t>10</a:t>
            </a:fld>
            <a:endParaRPr lang="en-US"/>
          </a:p>
        </p:txBody>
      </p:sp>
    </p:spTree>
    <p:extLst>
      <p:ext uri="{BB962C8B-B14F-4D97-AF65-F5344CB8AC3E}">
        <p14:creationId xmlns:p14="http://schemas.microsoft.com/office/powerpoint/2010/main" val="282860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1E05EBA8-16B1-C255-85B2-E39CA605BBB5}"/>
              </a:ext>
            </a:extLst>
          </p:cNvPr>
          <p:cNvSpPr txBox="1">
            <a:spLocks/>
          </p:cNvSpPr>
          <p:nvPr/>
        </p:nvSpPr>
        <p:spPr>
          <a:xfrm>
            <a:off x="2403120" y="3775952"/>
            <a:ext cx="4574808" cy="1386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003B58"/>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3B58"/>
                </a:solidFill>
                <a:effectLst/>
                <a:uLnTx/>
                <a:uFillTx/>
                <a:latin typeface="Calibri" panose="020F0502020204030204"/>
                <a:ea typeface="+mj-ea"/>
                <a:cs typeface="+mj-cs"/>
              </a:rPr>
              <a:t>Joe Stufflebeam, Ph.D.</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3B58"/>
                </a:solidFill>
                <a:effectLst/>
                <a:uLnTx/>
                <a:uFillTx/>
                <a:latin typeface="Calibri" panose="020F0502020204030204"/>
                <a:ea typeface="+mj-ea"/>
                <a:cs typeface="+mj-cs"/>
              </a:rPr>
              <a:t>GEOINT Media Standards Board</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3B58"/>
                </a:solidFill>
                <a:effectLst/>
                <a:uLnTx/>
                <a:uFillTx/>
                <a:latin typeface="Calibri" panose="020F0502020204030204"/>
                <a:ea typeface="+mj-ea"/>
                <a:cs typeface="+mj-cs"/>
              </a:rPr>
              <a:t>NGA-TAEB Contractor</a:t>
            </a:r>
            <a:br>
              <a:rPr kumimoji="0" lang="en-US" sz="2400" b="1" i="0" u="none" strike="noStrike" kern="1200" cap="none" spc="0" normalizeH="0" baseline="0" noProof="0" dirty="0">
                <a:ln>
                  <a:noFill/>
                </a:ln>
                <a:solidFill>
                  <a:srgbClr val="003B58"/>
                </a:solidFill>
                <a:effectLst/>
                <a:uLnTx/>
                <a:uFillTx/>
                <a:latin typeface="Calibri" panose="020F0502020204030204"/>
                <a:ea typeface="+mj-ea"/>
                <a:cs typeface="+mj-cs"/>
              </a:rPr>
            </a:br>
            <a:r>
              <a:rPr kumimoji="0" lang="en-US" sz="2400" b="1" i="0" u="sng" strike="noStrike" kern="1200" cap="none" spc="0" normalizeH="0" baseline="0" noProof="0" dirty="0">
                <a:ln>
                  <a:noFill/>
                </a:ln>
                <a:solidFill>
                  <a:srgbClr val="0000FF"/>
                </a:solidFill>
                <a:effectLst/>
                <a:uLnTx/>
                <a:uFillTx/>
                <a:latin typeface="Calibri" panose="020F0502020204030204"/>
                <a:ea typeface="+mj-ea"/>
                <a:cs typeface="+mj-cs"/>
              </a:rPr>
              <a:t>Joe.stufflebeam@teknicare.com</a:t>
            </a:r>
            <a:endParaRPr kumimoji="0" lang="en-US" sz="2400" b="1" i="0" u="none" strike="noStrike" kern="1200" cap="none" spc="0" normalizeH="0" baseline="0" noProof="0" dirty="0">
              <a:ln>
                <a:noFill/>
              </a:ln>
              <a:solidFill>
                <a:srgbClr val="003B58"/>
              </a:solidFill>
              <a:effectLst/>
              <a:uLnTx/>
              <a:uFillTx/>
              <a:latin typeface="Calibri" panose="020F0502020204030204"/>
              <a:ea typeface="+mj-ea"/>
              <a:cs typeface="+mj-cs"/>
            </a:endParaRPr>
          </a:p>
        </p:txBody>
      </p:sp>
      <p:pic>
        <p:nvPicPr>
          <p:cNvPr id="8" name="Picture 7" descr="A person wearing a yellow shirt&#10;&#10;AI-generated content may be incorrect.">
            <a:extLst>
              <a:ext uri="{FF2B5EF4-FFF2-40B4-BE49-F238E27FC236}">
                <a16:creationId xmlns:a16="http://schemas.microsoft.com/office/drawing/2014/main" id="{2A347B8F-9B4C-447A-A7C3-40EDE1CC30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2523" y="3094182"/>
            <a:ext cx="2218886" cy="2401539"/>
          </a:xfrm>
          <a:prstGeom prst="rect">
            <a:avLst/>
          </a:prstGeom>
        </p:spPr>
      </p:pic>
    </p:spTree>
    <p:extLst>
      <p:ext uri="{BB962C8B-B14F-4D97-AF65-F5344CB8AC3E}">
        <p14:creationId xmlns:p14="http://schemas.microsoft.com/office/powerpoint/2010/main" val="1933035107"/>
      </p:ext>
    </p:extLst>
  </p:cSld>
  <p:clrMapOvr>
    <a:masterClrMapping/>
  </p:clrMapOvr>
</p:sld>
</file>

<file path=ppt/theme/theme1.xml><?xml version="1.0" encoding="utf-8"?>
<a:theme xmlns:a="http://schemas.openxmlformats.org/drawingml/2006/main" name="1_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B07E6DE5-7229-4B9C-803A-7642B92886DA}" vid="{0CF777B9-399C-4369-A56B-F958EF0420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938</Words>
  <Application>Microsoft Office PowerPoint</Application>
  <PresentationFormat>Widescreen</PresentationFormat>
  <Paragraphs>189</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Arial Black</vt:lpstr>
      <vt:lpstr>Calibri</vt:lpstr>
      <vt:lpstr>1_Office Theme</vt:lpstr>
      <vt:lpstr>OGC Testbed 21 – GIMI &amp; Imagery Domain Ontology (IDO) Activities</vt:lpstr>
      <vt:lpstr>OGC Testbed 21 – GIMI Focused Requirements</vt:lpstr>
      <vt:lpstr>GIMI Files – High Level Overview</vt:lpstr>
      <vt:lpstr>GIMI Supports the Containment of GEOINT Imagery &amp; Ontology Structured Metadata</vt:lpstr>
      <vt:lpstr>Imagery Domain Ontology</vt:lpstr>
      <vt:lpstr>IDO is based on Basic Formal Ontology v2.0</vt:lpstr>
      <vt:lpstr>The Common Core Ontologies</vt:lpstr>
      <vt:lpstr>Generalized Imagery Domain Use Case</vt:lpstr>
      <vt:lpstr>Imagery Domain Ontologies as Building Blocks</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 Stufflebeam</dc:creator>
  <cp:lastModifiedBy>Joe Stufflebeam</cp:lastModifiedBy>
  <cp:revision>6</cp:revision>
  <dcterms:created xsi:type="dcterms:W3CDTF">2026-01-21T02:30:00Z</dcterms:created>
  <dcterms:modified xsi:type="dcterms:W3CDTF">2026-01-21T04:52:43Z</dcterms:modified>
</cp:coreProperties>
</file>