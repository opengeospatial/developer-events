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79" r:id="rId5"/>
    <p:sldId id="416" r:id="rId6"/>
    <p:sldId id="472" r:id="rId7"/>
    <p:sldId id="471" r:id="rId8"/>
    <p:sldId id="454" r:id="rId9"/>
    <p:sldId id="470" r:id="rId10"/>
    <p:sldId id="455" r:id="rId11"/>
    <p:sldId id="456" r:id="rId12"/>
    <p:sldId id="457" r:id="rId13"/>
    <p:sldId id="474" r:id="rId14"/>
    <p:sldId id="475" r:id="rId15"/>
    <p:sldId id="473" r:id="rId16"/>
    <p:sldId id="476" r:id="rId17"/>
    <p:sldId id="477" r:id="rId18"/>
    <p:sldId id="459" r:id="rId19"/>
    <p:sldId id="460" r:id="rId20"/>
    <p:sldId id="465" r:id="rId21"/>
    <p:sldId id="469" r:id="rId22"/>
    <p:sldId id="466" r:id="rId23"/>
    <p:sldId id="461" r:id="rId24"/>
    <p:sldId id="463" r:id="rId25"/>
    <p:sldId id="464" r:id="rId26"/>
    <p:sldId id="478" r:id="rId27"/>
    <p:sldId id="448" r:id="rId28"/>
    <p:sldId id="447" r:id="rId29"/>
    <p:sldId id="449" r:id="rId30"/>
    <p:sldId id="450" r:id="rId31"/>
    <p:sldId id="451" r:id="rId32"/>
    <p:sldId id="453" r:id="rId33"/>
    <p:sldId id="348" r:id="rId34"/>
  </p:sldIdLst>
  <p:sldSz cx="18288000" cy="10287000"/>
  <p:notesSz cx="6858000" cy="9144000"/>
  <p:embeddedFontLst>
    <p:embeddedFont>
      <p:font typeface="Aptos" charset="0"/>
      <p:regular r:id="rId37"/>
    </p:embeddedFont>
    <p:embeddedFont>
      <p:font typeface="Noto Sans Medium" charset="0"/>
      <p:regular r:id="rId38"/>
      <p:italic r:id="rId39"/>
    </p:embeddedFont>
    <p:embeddedFont>
      <p:font typeface="Calibri" pitchFamily="34" charset="0"/>
      <p:regular r:id="rId40"/>
      <p:bold r:id="rId41"/>
      <p:italic r:id="rId42"/>
      <p:boldItalic r:id="rId43"/>
    </p:embeddedFont>
    <p:embeddedFont>
      <p:font typeface="Arial Nova Cond" charset="0"/>
      <p:regular r:id="rId44"/>
      <p:bold r:id="rId45"/>
    </p:embeddedFont>
    <p:embeddedFont>
      <p:font typeface="Aptos SemiBold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BD3"/>
    <a:srgbClr val="0090D0"/>
    <a:srgbClr val="7CBAFF"/>
    <a:srgbClr val="79B4FF"/>
    <a:srgbClr val="79B5F9"/>
    <a:srgbClr val="FFFFFF"/>
    <a:srgbClr val="EDF786"/>
    <a:srgbClr val="ECF456"/>
    <a:srgbClr val="1A31A0"/>
    <a:srgbClr val="1A258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42" autoAdjust="0"/>
    <p:restoredTop sz="96197" autoAdjust="0"/>
  </p:normalViewPr>
  <p:slideViewPr>
    <p:cSldViewPr>
      <p:cViewPr varScale="1">
        <p:scale>
          <a:sx n="53" d="100"/>
          <a:sy n="53" d="100"/>
        </p:scale>
        <p:origin x="-72" y="-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font" Target="fonts/font5.fntdata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49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69a0eb51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69a0eb51e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e69a0eb51e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10166A-BF1A-4E43-A109-356669B6BA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752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0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hyperlink" Target="https://www.youtube.com/@opengeospatial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xmlns="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xmlns="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xmlns="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xmlns="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xmlns="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xmlns="" val="146983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=""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=""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0"/>
          </p:nvPr>
        </p:nvSpPr>
        <p:spPr>
          <a:xfrm>
            <a:off x="457200" y="2095500"/>
            <a:ext cx="8077200" cy="74676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1"/>
          </p:nvPr>
        </p:nvSpPr>
        <p:spPr>
          <a:xfrm>
            <a:off x="8915400" y="2095500"/>
            <a:ext cx="8610600" cy="74676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82794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893D78-DC8C-4E22-835E-A6F8C3BDC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4858" y="716651"/>
            <a:ext cx="15028865" cy="1319213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4568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E8A24C-6CFD-41F9-B51F-E89A184E3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69358"/>
            <a:ext cx="16439322" cy="6796088"/>
          </a:xfrm>
        </p:spPr>
        <p:txBody>
          <a:bodyPr/>
          <a:lstStyle>
            <a:lvl1pPr>
              <a:defRPr sz="3600" b="1">
                <a:solidFill>
                  <a:srgbClr val="004568"/>
                </a:solidFill>
              </a:defRPr>
            </a:lvl1pPr>
            <a:lvl2pPr>
              <a:defRPr sz="3000">
                <a:solidFill>
                  <a:srgbClr val="004568"/>
                </a:solidFill>
              </a:defRPr>
            </a:lvl2pPr>
            <a:lvl3pPr>
              <a:defRPr sz="2700" b="0">
                <a:solidFill>
                  <a:srgbClr val="004568"/>
                </a:solidFill>
              </a:defRPr>
            </a:lvl3pPr>
            <a:lvl4pPr>
              <a:defRPr sz="2400">
                <a:solidFill>
                  <a:srgbClr val="004568"/>
                </a:solidFill>
              </a:defRPr>
            </a:lvl4pPr>
            <a:lvl5pPr>
              <a:defRPr sz="2400">
                <a:solidFill>
                  <a:srgbClr val="00456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Slide Number Placeholder 6">
            <a:extLst>
              <a:ext uri="{FF2B5EF4-FFF2-40B4-BE49-F238E27FC236}">
                <a16:creationId xmlns:a16="http://schemas.microsoft.com/office/drawing/2014/main" xmlns="" id="{3D57DA96-4AD1-4F8B-8C12-B6B272FB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01950" y="9810080"/>
            <a:ext cx="1428750" cy="461666"/>
          </a:xfrm>
        </p:spPr>
        <p:txBody>
          <a:bodyPr/>
          <a:lstStyle/>
          <a:p>
            <a:fld id="{04ED54F0-D36E-4641-8B3F-1547866DED2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F63C806-8B40-42A7-95AA-4E30ABCCC815}"/>
              </a:ext>
            </a:extLst>
          </p:cNvPr>
          <p:cNvSpPr txBox="1"/>
          <p:nvPr userDrawn="1"/>
        </p:nvSpPr>
        <p:spPr>
          <a:xfrm rot="16200000">
            <a:off x="-1269930" y="7370706"/>
            <a:ext cx="3211386" cy="700074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en-US"/>
            </a:defPPr>
            <a:lvl1pPr algn="ctr"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sz="2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https://NSGREG.NGA.MIL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5E2E6800-C9CE-465F-8B72-3FA1216033B7}"/>
              </a:ext>
            </a:extLst>
          </p:cNvPr>
          <p:cNvSpPr txBox="1"/>
          <p:nvPr userDrawn="1"/>
        </p:nvSpPr>
        <p:spPr>
          <a:xfrm>
            <a:off x="1157292" y="9797906"/>
            <a:ext cx="2919408" cy="461666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r>
              <a:rPr lang="en-US" sz="21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https://GWG.NGA.MIL</a:t>
            </a:r>
          </a:p>
        </p:txBody>
      </p:sp>
      <p:grpSp>
        <p:nvGrpSpPr>
          <p:cNvPr id="4" name="Group 44">
            <a:extLst>
              <a:ext uri="{FF2B5EF4-FFF2-40B4-BE49-F238E27FC236}">
                <a16:creationId xmlns:a16="http://schemas.microsoft.com/office/drawing/2014/main" xmlns="" id="{422832F5-CD39-4AE3-8974-44926088A79C}"/>
              </a:ext>
            </a:extLst>
          </p:cNvPr>
          <p:cNvGrpSpPr/>
          <p:nvPr userDrawn="1"/>
        </p:nvGrpSpPr>
        <p:grpSpPr>
          <a:xfrm>
            <a:off x="0" y="9461571"/>
            <a:ext cx="18295125" cy="445158"/>
            <a:chOff x="0" y="6307714"/>
            <a:chExt cx="12196750" cy="29677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9171387D-A996-4A04-886D-A1ADD844A114}"/>
                </a:ext>
              </a:extLst>
            </p:cNvPr>
            <p:cNvSpPr/>
            <p:nvPr userDrawn="1"/>
          </p:nvSpPr>
          <p:spPr>
            <a:xfrm>
              <a:off x="4750" y="6359521"/>
              <a:ext cx="12192000" cy="192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BB617C64-210E-46E0-A9A5-9036A31C2030}"/>
                </a:ext>
              </a:extLst>
            </p:cNvPr>
            <p:cNvSpPr/>
            <p:nvPr/>
          </p:nvSpPr>
          <p:spPr>
            <a:xfrm>
              <a:off x="1" y="6398349"/>
              <a:ext cx="12192000" cy="116304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490E7990-E7AD-4678-A07E-8684A6B236B1}"/>
                </a:ext>
              </a:extLst>
            </p:cNvPr>
            <p:cNvSpPr/>
            <p:nvPr/>
          </p:nvSpPr>
          <p:spPr>
            <a:xfrm>
              <a:off x="0" y="6558767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xmlns="" id="{F340906E-E31B-401B-9CC9-DD71427C3767}"/>
                </a:ext>
              </a:extLst>
            </p:cNvPr>
            <p:cNvSpPr/>
            <p:nvPr/>
          </p:nvSpPr>
          <p:spPr>
            <a:xfrm>
              <a:off x="0" y="6307714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49">
            <a:extLst>
              <a:ext uri="{FF2B5EF4-FFF2-40B4-BE49-F238E27FC236}">
                <a16:creationId xmlns:a16="http://schemas.microsoft.com/office/drawing/2014/main" xmlns="" id="{E97D5B7D-DE60-458F-853F-ABEFC0302A86}"/>
              </a:ext>
            </a:extLst>
          </p:cNvPr>
          <p:cNvGrpSpPr/>
          <p:nvPr userDrawn="1"/>
        </p:nvGrpSpPr>
        <p:grpSpPr>
          <a:xfrm>
            <a:off x="4776" y="319692"/>
            <a:ext cx="18295125" cy="445158"/>
            <a:chOff x="0" y="6307714"/>
            <a:chExt cx="12196750" cy="29677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xmlns="" id="{7FF2BEB4-1F95-4AD8-BBDA-356CBD11A67E}"/>
                </a:ext>
              </a:extLst>
            </p:cNvPr>
            <p:cNvSpPr/>
            <p:nvPr userDrawn="1"/>
          </p:nvSpPr>
          <p:spPr>
            <a:xfrm>
              <a:off x="4750" y="6359521"/>
              <a:ext cx="12192000" cy="192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xmlns="" id="{DE31F962-E58F-49ED-8ADC-D2C4C0D1618F}"/>
                </a:ext>
              </a:extLst>
            </p:cNvPr>
            <p:cNvSpPr/>
            <p:nvPr/>
          </p:nvSpPr>
          <p:spPr>
            <a:xfrm>
              <a:off x="1" y="6398349"/>
              <a:ext cx="12192000" cy="116304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E1829895-0BEC-41A8-8A12-344937273D1E}"/>
                </a:ext>
              </a:extLst>
            </p:cNvPr>
            <p:cNvSpPr/>
            <p:nvPr/>
          </p:nvSpPr>
          <p:spPr>
            <a:xfrm>
              <a:off x="0" y="6558767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xmlns="" id="{28FDDC99-CB52-4C54-A932-3BAF694D9D3D}"/>
                </a:ext>
              </a:extLst>
            </p:cNvPr>
            <p:cNvSpPr/>
            <p:nvPr/>
          </p:nvSpPr>
          <p:spPr>
            <a:xfrm>
              <a:off x="0" y="6307714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CCD77AEC-0119-4EE5-B54C-C8D28F7840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917" t="1141" r="22812" b="1459"/>
          <a:stretch/>
        </p:blipFill>
        <p:spPr>
          <a:xfrm>
            <a:off x="428352" y="228879"/>
            <a:ext cx="1657896" cy="167006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1CB9E79-E473-5812-92A9-2FF04D17C982}"/>
              </a:ext>
            </a:extLst>
          </p:cNvPr>
          <p:cNvGrpSpPr/>
          <p:nvPr userDrawn="1"/>
        </p:nvGrpSpPr>
        <p:grpSpPr>
          <a:xfrm>
            <a:off x="16573500" y="365877"/>
            <a:ext cx="1342071" cy="338859"/>
            <a:chOff x="11049000" y="243918"/>
            <a:chExt cx="894714" cy="2259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8968A1F-9DD1-6B50-4F75-5AD27769E206}"/>
                </a:ext>
              </a:extLst>
            </p:cNvPr>
            <p:cNvSpPr/>
            <p:nvPr userDrawn="1"/>
          </p:nvSpPr>
          <p:spPr>
            <a:xfrm>
              <a:off x="11049000" y="261332"/>
              <a:ext cx="894714" cy="19562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F187485-97FF-2C0E-9AB0-03F1199D1DD1}"/>
                </a:ext>
              </a:extLst>
            </p:cNvPr>
            <p:cNvSpPr/>
            <p:nvPr userDrawn="1"/>
          </p:nvSpPr>
          <p:spPr>
            <a:xfrm>
              <a:off x="11110161" y="271713"/>
              <a:ext cx="792461" cy="174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4FEEF9F5-C6CE-00B6-9D01-938FF0D694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154054" y="243918"/>
              <a:ext cx="705665" cy="225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232004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6">
            <a:extLst>
              <a:ext uri="{FF2B5EF4-FFF2-40B4-BE49-F238E27FC236}">
                <a16:creationId xmlns:a16="http://schemas.microsoft.com/office/drawing/2014/main" xmlns="" id="{3D57DA96-4AD1-4F8B-8C12-B6B272FB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01950" y="9810080"/>
            <a:ext cx="1428750" cy="461666"/>
          </a:xfrm>
        </p:spPr>
        <p:txBody>
          <a:bodyPr/>
          <a:lstStyle/>
          <a:p>
            <a:fld id="{04ED54F0-D36E-4641-8B3F-1547866DED2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0011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Bulleted Big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B7CF913-2E12-EC62-F99F-0C283461A87C}"/>
              </a:ext>
            </a:extLst>
          </p:cNvPr>
          <p:cNvSpPr/>
          <p:nvPr userDrawn="1"/>
        </p:nvSpPr>
        <p:spPr>
          <a:xfrm>
            <a:off x="21566" y="1"/>
            <a:ext cx="18266434" cy="10286999"/>
          </a:xfrm>
          <a:prstGeom prst="rect">
            <a:avLst/>
          </a:prstGeom>
          <a:gradFill flip="none" rotWithShape="1">
            <a:gsLst>
              <a:gs pos="100000">
                <a:srgbClr val="F3FFBB"/>
              </a:gs>
              <a:gs pos="62000">
                <a:srgbClr val="FFFFF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E0D720E1-4478-24AB-FC1A-3A9C6DDA4A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69308" y="495300"/>
            <a:ext cx="2561492" cy="91605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DDCC182-EA1E-8E96-05B8-513A8F348C7C}"/>
              </a:ext>
            </a:extLst>
          </p:cNvPr>
          <p:cNvSpPr/>
          <p:nvPr userDrawn="1"/>
        </p:nvSpPr>
        <p:spPr>
          <a:xfrm rot="16200000">
            <a:off x="-92121" y="555576"/>
            <a:ext cx="916055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5A728B28-D58B-1DEF-FDD9-FB8EAA99B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098" y="723900"/>
            <a:ext cx="13388502" cy="1295400"/>
          </a:xfrm>
        </p:spPr>
        <p:txBody>
          <a:bodyPr anchor="t"/>
          <a:lstStyle>
            <a:lvl1pPr>
              <a:lnSpc>
                <a:spcPts val="4700"/>
              </a:lnSpc>
              <a:defRPr sz="5500">
                <a:solidFill>
                  <a:srgbClr val="263BD3"/>
                </a:solidFill>
              </a:defRPr>
            </a:lvl1pPr>
          </a:lstStyle>
          <a:p>
            <a:r>
              <a:rPr lang="en-GB" dirty="0"/>
              <a:t>Main subject header content placement here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9FE15-DD5A-7FD9-9633-CB99FAB735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2552700"/>
            <a:ext cx="16513175" cy="4267200"/>
          </a:xfrm>
        </p:spPr>
        <p:txBody>
          <a:bodyPr>
            <a:normAutofit/>
          </a:bodyPr>
          <a:lstStyle>
            <a:lvl2pPr marL="914400" indent="-457200">
              <a:lnSpc>
                <a:spcPts val="3140"/>
              </a:lnSpc>
              <a:buFont typeface="Arial" panose="020B0604020202020204" pitchFamily="34" charset="0"/>
              <a:buChar char="•"/>
              <a:defRPr sz="3200"/>
            </a:lvl2pPr>
          </a:lstStyle>
          <a:p>
            <a:pPr lvl="1"/>
            <a:r>
              <a:rPr lang="en-GB" dirty="0"/>
              <a:t>Bulleted Copy</a:t>
            </a:r>
          </a:p>
          <a:p>
            <a:pPr lvl="1"/>
            <a:r>
              <a:rPr lang="en-GB" dirty="0"/>
              <a:t>Bulleted Copy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E1007E9-D734-EF10-7A99-8EAA64506B36}"/>
              </a:ext>
            </a:extLst>
          </p:cNvPr>
          <p:cNvSpPr/>
          <p:nvPr userDrawn="1"/>
        </p:nvSpPr>
        <p:spPr>
          <a:xfrm rot="16200000">
            <a:off x="11357493" y="9788008"/>
            <a:ext cx="457199" cy="159782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0F333B1E-16A1-B3B9-A800-C8D83A2FD55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1648365" y="9764896"/>
            <a:ext cx="6465670" cy="255404"/>
          </a:xfrm>
        </p:spPr>
        <p:txBody>
          <a:bodyPr anchor="t">
            <a:noAutofit/>
          </a:bodyPr>
          <a:lstStyle>
            <a:lvl1pPr marL="0" indent="0">
              <a:buNone/>
              <a:defRPr sz="3600" b="0" i="0" baseline="30000">
                <a:solidFill>
                  <a:srgbClr val="263BD3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u="none" strike="noStrike" dirty="0">
                <a:effectLst/>
              </a:rPr>
              <a:t>OGC Testbed-20 Demonstration Days</a:t>
            </a: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673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  <p:sldLayoutId id="2147483701" r:id="rId5"/>
    <p:sldLayoutId id="2147483702" r:id="rId6"/>
    <p:sldLayoutId id="2147483703" r:id="rId7"/>
    <p:sldLayoutId id="2147483704" r:id="rId8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Joan </a:t>
            </a:r>
            <a:r>
              <a:rPr lang="en-US" dirty="0" err="1" smtClean="0"/>
              <a:t>Maso</a:t>
            </a:r>
            <a:r>
              <a:rPr lang="en-US" dirty="0" smtClean="0"/>
              <a:t> </a:t>
            </a:r>
            <a:r>
              <a:rPr lang="en-US" dirty="0"/>
              <a:t>(OGC)</a:t>
            </a:r>
            <a:br>
              <a:rPr lang="en-US" dirty="0"/>
            </a:br>
            <a:r>
              <a:rPr lang="en-US" dirty="0" smtClean="0"/>
              <a:t>27 </a:t>
            </a:r>
            <a:r>
              <a:rPr lang="en-US" dirty="0"/>
              <a:t>January 2026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xmlns="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476500"/>
            <a:ext cx="12954000" cy="2971800"/>
          </a:xfrm>
        </p:spPr>
        <p:txBody>
          <a:bodyPr/>
          <a:lstStyle/>
          <a:p>
            <a:r>
              <a:rPr lang="en-US" dirty="0" smtClean="0"/>
              <a:t>HEIF-GIMI-Introduction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3B0BC45-5CF7-B1D8-EFF1-57E7A60F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39AA4F37-9C29-39C4-1B48-735B6B1D2F1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5"/>
            <a:ext cx="16573356" cy="2059056"/>
          </a:xfrm>
        </p:spPr>
        <p:txBody>
          <a:bodyPr/>
          <a:lstStyle/>
          <a:p>
            <a:r>
              <a:rPr lang="en-US" dirty="0"/>
              <a:t>The testbed is composed of the following threads: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C31712F3-6BAC-9F6B-8E90-27EC0D4E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ptos"/>
              </a:rPr>
              <a:t>HEIF-GIMI is one of the activities in </a:t>
            </a:r>
            <a:r>
              <a:rPr lang="en-US" dirty="0">
                <a:latin typeface="Aptos"/>
              </a:rPr>
              <a:t>Testbed-21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05FD4D3-1F9B-5CE3-9798-F64B71A36711}"/>
              </a:ext>
            </a:extLst>
          </p:cNvPr>
          <p:cNvSpPr/>
          <p:nvPr/>
        </p:nvSpPr>
        <p:spPr>
          <a:xfrm>
            <a:off x="1447800" y="4202624"/>
            <a:ext cx="4800600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Data Quality for Integrity, Provenance, and Trust (DQ4IPT)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E293DA9-E289-8FAD-B96A-F5E6E051762A}"/>
              </a:ext>
            </a:extLst>
          </p:cNvPr>
          <p:cNvSpPr/>
          <p:nvPr/>
        </p:nvSpPr>
        <p:spPr>
          <a:xfrm>
            <a:off x="7010400" y="4229100"/>
            <a:ext cx="480060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GEOINT Imagery Media for Intelligence, Surveillance, and Reconnaissance for OGC Testbed-21 (GIMI-T21)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8204AF2-DC76-48B7-1BC8-CF4A95AA602E}"/>
              </a:ext>
            </a:extLst>
          </p:cNvPr>
          <p:cNvSpPr/>
          <p:nvPr/>
        </p:nvSpPr>
        <p:spPr>
          <a:xfrm>
            <a:off x="12877800" y="4202624"/>
            <a:ext cx="4533756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Conformance Testing Tool Development (CTTG)</a:t>
            </a:r>
          </a:p>
        </p:txBody>
      </p:sp>
    </p:spTree>
    <p:extLst>
      <p:ext uri="{BB962C8B-B14F-4D97-AF65-F5344CB8AC3E}">
        <p14:creationId xmlns:p14="http://schemas.microsoft.com/office/powerpoint/2010/main" xmlns="" val="230139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D8D14-9B22-512D-8D1F-BB1679B2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6"/>
          </p:nvPr>
        </p:nvSpPr>
        <p:spPr>
          <a:xfrm>
            <a:off x="936625" y="2552700"/>
            <a:ext cx="16513175" cy="6553200"/>
          </a:xfrm>
        </p:spPr>
        <p:txBody>
          <a:bodyPr>
            <a:normAutofit/>
          </a:bodyPr>
          <a:lstStyle/>
          <a:p>
            <a:r>
              <a:rPr lang="en-US" dirty="0" smtClean="0"/>
              <a:t>High Efficiency Image File Format (HEIF) is a modern digital container format designed for storing and </a:t>
            </a:r>
            <a:r>
              <a:rPr lang="en-US" b="1" dirty="0" smtClean="0"/>
              <a:t>compressing images, image sequences and movies </a:t>
            </a:r>
            <a:r>
              <a:rPr lang="en-US" dirty="0" smtClean="0"/>
              <a:t>more efficiently than traditional formats like JPEG. Developed by the Moving Picture Experts Group (MPEG) and finalized in 2015, HEIF is part of the MPEG-H media suite.</a:t>
            </a:r>
            <a:endParaRPr lang="en-IN" dirty="0" smtClean="0"/>
          </a:p>
          <a:p>
            <a:r>
              <a:rPr lang="en-US" dirty="0" smtClean="0"/>
              <a:t>Key Features:</a:t>
            </a:r>
          </a:p>
          <a:p>
            <a:pPr lvl="1"/>
            <a:r>
              <a:rPr lang="en-US" b="1" dirty="0" smtClean="0"/>
              <a:t>Efficient Compression</a:t>
            </a:r>
            <a:r>
              <a:rPr lang="en-US" dirty="0" smtClean="0"/>
              <a:t>: HEIF files, particularly those using the </a:t>
            </a:r>
            <a:r>
              <a:rPr lang="en-US" b="1" dirty="0" smtClean="0"/>
              <a:t>HEVC (H.265) codec </a:t>
            </a:r>
            <a:r>
              <a:rPr lang="en-US" dirty="0" smtClean="0"/>
              <a:t>(known as HEIC), can store images at about half the size of equivalent quality JPEG files.</a:t>
            </a:r>
          </a:p>
          <a:p>
            <a:pPr lvl="1"/>
            <a:r>
              <a:rPr lang="en-US" b="1" dirty="0" smtClean="0"/>
              <a:t>Versatility</a:t>
            </a:r>
            <a:r>
              <a:rPr lang="en-US" dirty="0" smtClean="0"/>
              <a:t>: HEIF can store individual images, image sequences, audio, video, and timed text streams.</a:t>
            </a:r>
          </a:p>
          <a:p>
            <a:pPr lvl="1"/>
            <a:r>
              <a:rPr lang="en-US" b="1" dirty="0" smtClean="0"/>
              <a:t>Non-destructive Editing</a:t>
            </a:r>
            <a:r>
              <a:rPr lang="en-US" dirty="0" smtClean="0"/>
              <a:t>: The format supports image derivations, allowing for non-destructive edits such as cropping, rotation, and overlays.</a:t>
            </a:r>
          </a:p>
          <a:p>
            <a:pPr lvl="1"/>
            <a:r>
              <a:rPr lang="en-US" b="1" dirty="0" smtClean="0"/>
              <a:t>Metadata Support</a:t>
            </a:r>
            <a:r>
              <a:rPr lang="en-US" dirty="0" smtClean="0"/>
              <a:t>: HEIF can store various types of metadata.</a:t>
            </a:r>
          </a:p>
          <a:p>
            <a:endParaRPr lang="en-IN" dirty="0" smtClean="0"/>
          </a:p>
          <a:p>
            <a:endParaRPr lang="es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78DEDC7-4C69-D26C-AC55-BB02A360C3A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648364" y="9764896"/>
            <a:ext cx="6868235" cy="255404"/>
          </a:xfrm>
        </p:spPr>
        <p:txBody>
          <a:bodyPr/>
          <a:lstStyle/>
          <a:p>
            <a:r>
              <a:rPr lang="en-US" dirty="0" smtClean="0"/>
              <a:t>131st OGC MEMBER MEETING, ROME, ITALY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15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we are doing this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sz="quarter" idx="16"/>
          </p:nvPr>
        </p:nvSpPr>
        <p:spPr>
          <a:xfrm>
            <a:off x="936625" y="2552700"/>
            <a:ext cx="16513175" cy="4648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Formats such as TIFF and JPEG were designed decades ago and present limitations:</a:t>
            </a:r>
          </a:p>
          <a:p>
            <a:pPr lvl="1"/>
            <a:r>
              <a:rPr lang="en-US" dirty="0" smtClean="0"/>
              <a:t>They are </a:t>
            </a:r>
            <a:r>
              <a:rPr lang="en-US" b="1" dirty="0" smtClean="0"/>
              <a:t>not efficient </a:t>
            </a:r>
            <a:r>
              <a:rPr lang="en-US" dirty="0" smtClean="0"/>
              <a:t>for the (high) resolutions of the current cameras</a:t>
            </a:r>
          </a:p>
          <a:p>
            <a:pPr lvl="1"/>
            <a:r>
              <a:rPr lang="en-US" dirty="0" smtClean="0"/>
              <a:t>They </a:t>
            </a:r>
            <a:r>
              <a:rPr lang="en-US" dirty="0" smtClean="0"/>
              <a:t>do </a:t>
            </a:r>
            <a:r>
              <a:rPr lang="en-US" b="1" dirty="0" smtClean="0"/>
              <a:t>no</a:t>
            </a:r>
            <a:r>
              <a:rPr lang="en-US" dirty="0" smtClean="0"/>
              <a:t>t</a:t>
            </a:r>
            <a:r>
              <a:rPr lang="en-US" b="1" dirty="0" smtClean="0"/>
              <a:t> </a:t>
            </a:r>
            <a:r>
              <a:rPr lang="en-US" dirty="0" smtClean="0"/>
              <a:t>support </a:t>
            </a:r>
            <a:r>
              <a:rPr lang="en-US" b="1" dirty="0" smtClean="0"/>
              <a:t>multiple related </a:t>
            </a:r>
            <a:r>
              <a:rPr lang="en-US" b="1" dirty="0" smtClean="0"/>
              <a:t>images </a:t>
            </a:r>
            <a:r>
              <a:rPr lang="en-US" dirty="0" smtClean="0"/>
              <a:t>in a single file</a:t>
            </a:r>
          </a:p>
          <a:p>
            <a:pPr lvl="1"/>
            <a:r>
              <a:rPr lang="en-US" dirty="0" smtClean="0"/>
              <a:t>They do not easily </a:t>
            </a:r>
            <a:r>
              <a:rPr lang="en-US" dirty="0" smtClean="0"/>
              <a:t>incorporate </a:t>
            </a:r>
            <a:r>
              <a:rPr lang="en-US" dirty="0" smtClean="0"/>
              <a:t>metadata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Need to add a </a:t>
            </a:r>
            <a:r>
              <a:rPr lang="en-US" b="1" dirty="0" err="1" smtClean="0"/>
              <a:t>georeference</a:t>
            </a:r>
            <a:r>
              <a:rPr lang="en-US" dirty="0" smtClean="0"/>
              <a:t> to the HEIF format to </a:t>
            </a:r>
            <a:br>
              <a:rPr lang="en-US" dirty="0" smtClean="0"/>
            </a:br>
            <a:r>
              <a:rPr lang="en-US" dirty="0" smtClean="0"/>
              <a:t>make GIMI usable for geospatial</a:t>
            </a:r>
          </a:p>
          <a:p>
            <a:r>
              <a:rPr lang="en-US" dirty="0" smtClean="0"/>
              <a:t>Need to develop </a:t>
            </a:r>
            <a:r>
              <a:rPr lang="en-US" b="1" dirty="0" smtClean="0"/>
              <a:t>more implementations </a:t>
            </a:r>
            <a:r>
              <a:rPr lang="en-US" dirty="0" smtClean="0"/>
              <a:t>in geospatial</a:t>
            </a:r>
            <a:br>
              <a:rPr lang="en-US" dirty="0" smtClean="0"/>
            </a:br>
            <a:r>
              <a:rPr lang="en-US" dirty="0" smtClean="0"/>
              <a:t>applications and web browsers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idx="15"/>
          </p:nvPr>
        </p:nvSpPr>
        <p:spPr>
          <a:xfrm>
            <a:off x="11648364" y="9764896"/>
            <a:ext cx="6868235" cy="255404"/>
          </a:xfrm>
        </p:spPr>
        <p:txBody>
          <a:bodyPr/>
          <a:lstStyle/>
          <a:p>
            <a:r>
              <a:rPr lang="en-US" dirty="0" smtClean="0"/>
              <a:t>131st OGC MEMBER MEETING, ROME, ITALY</a:t>
            </a:r>
            <a:endParaRPr lang="en-US" dirty="0"/>
          </a:p>
        </p:txBody>
      </p:sp>
      <p:pic>
        <p:nvPicPr>
          <p:cNvPr id="1026" name="Picture 2" descr="Co umí formát HEIF a proč jej Apple zvolil jako nástupce JPEGu?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11000" y="5143500"/>
            <a:ext cx="6053172" cy="40386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Overview:</a:t>
            </a:r>
            <a:r>
              <a:rPr lang="en-US" sz="5400" b="1" dirty="0" err="1" smtClean="0"/>
              <a:t>ISOBMFF+HEIF</a:t>
            </a:r>
            <a:r>
              <a:rPr lang="en-US" sz="4400" dirty="0" err="1" smtClean="0"/>
              <a:t>+GIMI</a:t>
            </a:r>
            <a:endParaRPr lang="en-US" dirty="0"/>
          </a:p>
        </p:txBody>
      </p:sp>
      <p:sp>
        <p:nvSpPr>
          <p:cNvPr id="4" name="4 Rectángulo redondeado"/>
          <p:cNvSpPr/>
          <p:nvPr/>
        </p:nvSpPr>
        <p:spPr>
          <a:xfrm>
            <a:off x="2028762" y="7850332"/>
            <a:ext cx="12877800" cy="1017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ISOBMFF (</a:t>
            </a:r>
            <a:r>
              <a:rPr lang="en-US" b="1" dirty="0" smtClean="0"/>
              <a:t>ISO </a:t>
            </a:r>
            <a:r>
              <a:rPr lang="en-US" b="1" dirty="0"/>
              <a:t>Base Media File Format </a:t>
            </a:r>
            <a:r>
              <a:rPr lang="en-US" b="1" dirty="0" smtClean="0"/>
              <a:t>)</a:t>
            </a:r>
            <a:endParaRPr lang="es-ES" b="1" dirty="0" smtClean="0"/>
          </a:p>
          <a:p>
            <a:pPr algn="ctr"/>
            <a:r>
              <a:rPr lang="en-US" dirty="0" smtClean="0"/>
              <a:t>versatile container format designed for storing time-based audio-visual media</a:t>
            </a:r>
            <a:r>
              <a:rPr lang="en-US" sz="2000" dirty="0" smtClean="0"/>
              <a:t> </a:t>
            </a:r>
            <a:endParaRPr lang="es-ES" sz="2000" dirty="0"/>
          </a:p>
        </p:txBody>
      </p:sp>
      <p:sp>
        <p:nvSpPr>
          <p:cNvPr id="5" name="5 Rectángulo redondeado"/>
          <p:cNvSpPr/>
          <p:nvPr/>
        </p:nvSpPr>
        <p:spPr>
          <a:xfrm>
            <a:off x="2028762" y="5945332"/>
            <a:ext cx="1981200" cy="1040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 smtClean="0"/>
              <a:t>MP4</a:t>
            </a:r>
            <a:endParaRPr lang="es-ES" sz="4000" dirty="0"/>
          </a:p>
        </p:txBody>
      </p:sp>
      <p:sp>
        <p:nvSpPr>
          <p:cNvPr id="6" name="6 Rectángulo redondeado"/>
          <p:cNvSpPr/>
          <p:nvPr/>
        </p:nvSpPr>
        <p:spPr>
          <a:xfrm>
            <a:off x="4390962" y="5945332"/>
            <a:ext cx="2286000" cy="1040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 smtClean="0"/>
              <a:t>3GP</a:t>
            </a:r>
            <a:endParaRPr lang="es-ES" sz="4000" dirty="0"/>
          </a:p>
        </p:txBody>
      </p:sp>
      <p:sp>
        <p:nvSpPr>
          <p:cNvPr id="7" name="7 Rectángulo redondeado"/>
          <p:cNvSpPr/>
          <p:nvPr/>
        </p:nvSpPr>
        <p:spPr>
          <a:xfrm>
            <a:off x="6952087" y="5678232"/>
            <a:ext cx="7772400" cy="1421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HEIF (</a:t>
            </a:r>
            <a:r>
              <a:rPr lang="en-US" b="1" dirty="0" smtClean="0"/>
              <a:t>High Efficiency Image File Format</a:t>
            </a:r>
            <a:r>
              <a:rPr lang="es-ES" b="1" dirty="0" smtClean="0"/>
              <a:t>)</a:t>
            </a:r>
          </a:p>
          <a:p>
            <a:pPr algn="ctr"/>
            <a:r>
              <a:rPr lang="en-US" dirty="0" smtClean="0"/>
              <a:t>a container file format designed for MPEG, for storing multimedia files that compresses images files while </a:t>
            </a:r>
            <a:r>
              <a:rPr lang="en-US" dirty="0"/>
              <a:t>maintaining high quality</a:t>
            </a:r>
            <a:endParaRPr lang="es-ES" dirty="0"/>
          </a:p>
        </p:txBody>
      </p:sp>
      <p:sp>
        <p:nvSpPr>
          <p:cNvPr id="8" name="8 Flecha abajo"/>
          <p:cNvSpPr/>
          <p:nvPr/>
        </p:nvSpPr>
        <p:spPr>
          <a:xfrm>
            <a:off x="51529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9 Flecha abajo"/>
          <p:cNvSpPr/>
          <p:nvPr/>
        </p:nvSpPr>
        <p:spPr>
          <a:xfrm>
            <a:off x="26383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10 Flecha abajo"/>
          <p:cNvSpPr/>
          <p:nvPr/>
        </p:nvSpPr>
        <p:spPr>
          <a:xfrm>
            <a:off x="104869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2 Rectángulo redondeado"/>
          <p:cNvSpPr/>
          <p:nvPr/>
        </p:nvSpPr>
        <p:spPr>
          <a:xfrm>
            <a:off x="6934200" y="1859176"/>
            <a:ext cx="7924800" cy="16477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GIMI (</a:t>
            </a:r>
            <a:r>
              <a:rPr lang="es-ES" b="1" dirty="0" err="1"/>
              <a:t>Geospatial-Intelligence</a:t>
            </a:r>
            <a:r>
              <a:rPr lang="es-ES" b="1" dirty="0"/>
              <a:t> </a:t>
            </a:r>
            <a:r>
              <a:rPr lang="es-ES" b="1" dirty="0" err="1" smtClean="0"/>
              <a:t>Imagery</a:t>
            </a:r>
            <a:r>
              <a:rPr lang="es-ES" b="1" dirty="0" smtClean="0"/>
              <a:t> Media </a:t>
            </a:r>
            <a:r>
              <a:rPr lang="es-ES" b="1" dirty="0" err="1" smtClean="0"/>
              <a:t>for</a:t>
            </a:r>
            <a:r>
              <a:rPr lang="es-ES" b="1" dirty="0" smtClean="0"/>
              <a:t> ISR) </a:t>
            </a:r>
          </a:p>
          <a:p>
            <a:pPr algn="ctr"/>
            <a:r>
              <a:rPr lang="es-ES" dirty="0" err="1" smtClean="0"/>
              <a:t>Geospatial</a:t>
            </a:r>
            <a:r>
              <a:rPr lang="es-ES" dirty="0" smtClean="0"/>
              <a:t> </a:t>
            </a:r>
            <a:r>
              <a:rPr lang="es-ES" dirty="0" err="1" smtClean="0"/>
              <a:t>Intelligence</a:t>
            </a:r>
            <a:r>
              <a:rPr lang="es-ES" dirty="0" smtClean="0"/>
              <a:t> </a:t>
            </a:r>
            <a:r>
              <a:rPr lang="es-ES" dirty="0" err="1" smtClean="0"/>
              <a:t>profile</a:t>
            </a:r>
            <a:r>
              <a:rPr lang="es-ES" dirty="0" smtClean="0"/>
              <a:t>: </a:t>
            </a:r>
            <a:r>
              <a:rPr lang="en-US" dirty="0" smtClean="0"/>
              <a:t>Metadata, and audio. Inclusion of International Atomic Time (TAI) nanosecond formatted timestamps, information security markings of a dataset, and content identification</a:t>
            </a:r>
            <a:endParaRPr lang="es-E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82976"/>
            <a:ext cx="5686361" cy="2958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5 Rectángulo redondeado"/>
          <p:cNvSpPr/>
          <p:nvPr/>
        </p:nvSpPr>
        <p:spPr>
          <a:xfrm>
            <a:off x="15334087" y="4649932"/>
            <a:ext cx="1828800" cy="30978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GeoHEIF</a:t>
            </a:r>
            <a:r>
              <a:rPr lang="en-US" sz="2000" dirty="0"/>
              <a:t> </a:t>
            </a:r>
            <a:r>
              <a:rPr lang="en-US" sz="2000" dirty="0" smtClean="0"/>
              <a:t>(Geospatially enabled HEIF)</a:t>
            </a:r>
          </a:p>
          <a:p>
            <a:pPr algn="ctr"/>
            <a:r>
              <a:rPr lang="en-US" sz="2000" dirty="0" err="1" smtClean="0"/>
              <a:t>Georeference</a:t>
            </a:r>
            <a:r>
              <a:rPr lang="en-US" sz="2000" dirty="0" smtClean="0"/>
              <a:t> information +</a:t>
            </a:r>
          </a:p>
          <a:p>
            <a:pPr algn="ctr"/>
            <a:r>
              <a:rPr lang="en-US" sz="2000" dirty="0"/>
              <a:t>semantics of dimensions and the cell properties</a:t>
            </a:r>
          </a:p>
        </p:txBody>
      </p:sp>
      <p:sp>
        <p:nvSpPr>
          <p:cNvPr id="14" name="16 Flecha izquierda"/>
          <p:cNvSpPr/>
          <p:nvPr/>
        </p:nvSpPr>
        <p:spPr>
          <a:xfrm>
            <a:off x="14779562" y="5792932"/>
            <a:ext cx="457200" cy="6096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2" name="21 Grupo"/>
          <p:cNvGrpSpPr/>
          <p:nvPr/>
        </p:nvGrpSpPr>
        <p:grpSpPr>
          <a:xfrm>
            <a:off x="6934200" y="4076700"/>
            <a:ext cx="7772400" cy="1447800"/>
            <a:chOff x="6934200" y="4076700"/>
            <a:chExt cx="7315200" cy="1447800"/>
          </a:xfrm>
        </p:grpSpPr>
        <p:sp>
          <p:nvSpPr>
            <p:cNvPr id="18" name="7 Rectángulo redondeado"/>
            <p:cNvSpPr/>
            <p:nvPr/>
          </p:nvSpPr>
          <p:spPr>
            <a:xfrm>
              <a:off x="69342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Uncompressed</a:t>
              </a:r>
            </a:p>
            <a:p>
              <a:pPr algn="ctr"/>
              <a:r>
                <a:rPr lang="es-ES" dirty="0" smtClean="0"/>
                <a:t>ISO 23001-17</a:t>
              </a:r>
              <a:endParaRPr lang="en-US" dirty="0"/>
            </a:p>
          </p:txBody>
        </p:sp>
        <p:sp>
          <p:nvSpPr>
            <p:cNvPr id="19" name="7 Rectángulo redondeado"/>
            <p:cNvSpPr/>
            <p:nvPr/>
          </p:nvSpPr>
          <p:spPr>
            <a:xfrm>
              <a:off x="87884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HEIC/HEVC</a:t>
              </a:r>
              <a:endParaRPr lang="en-US" sz="2400" dirty="0"/>
            </a:p>
          </p:txBody>
        </p:sp>
        <p:sp>
          <p:nvSpPr>
            <p:cNvPr id="20" name="7 Rectángulo redondeado"/>
            <p:cNvSpPr/>
            <p:nvPr/>
          </p:nvSpPr>
          <p:spPr>
            <a:xfrm>
              <a:off x="106426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AVC</a:t>
              </a:r>
              <a:endParaRPr lang="en-US" sz="2400" dirty="0"/>
            </a:p>
          </p:txBody>
        </p:sp>
        <p:sp>
          <p:nvSpPr>
            <p:cNvPr id="21" name="7 Rectángulo redondeado"/>
            <p:cNvSpPr/>
            <p:nvPr/>
          </p:nvSpPr>
          <p:spPr>
            <a:xfrm>
              <a:off x="124968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JPEG2000</a:t>
              </a:r>
              <a:endParaRPr lang="en-US" sz="2400" dirty="0"/>
            </a:p>
          </p:txBody>
        </p:sp>
      </p:grpSp>
      <p:sp>
        <p:nvSpPr>
          <p:cNvPr id="23" name="10 Flecha abajo"/>
          <p:cNvSpPr/>
          <p:nvPr/>
        </p:nvSpPr>
        <p:spPr>
          <a:xfrm>
            <a:off x="10439400" y="3543300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5905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body" idx="16"/>
          </p:nvPr>
        </p:nvSpPr>
        <p:spPr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685800" indent="-514350">
              <a:spcBef>
                <a:spcPts val="1500"/>
              </a:spcBef>
              <a:buSzPts val="1800"/>
            </a:pPr>
            <a:endParaRPr dirty="0"/>
          </a:p>
          <a:p>
            <a:pPr marL="685800" indent="0">
              <a:spcBef>
                <a:spcPts val="1500"/>
              </a:spcBef>
              <a:buNone/>
            </a:pPr>
            <a:endParaRPr dirty="0"/>
          </a:p>
          <a:p>
            <a:pPr marL="685800" indent="0">
              <a:spcBef>
                <a:spcPts val="1500"/>
              </a:spcBef>
              <a:buNone/>
            </a:pPr>
            <a:endParaRPr dirty="0"/>
          </a:p>
          <a:p>
            <a:pPr marL="0" indent="0">
              <a:spcBef>
                <a:spcPts val="1500"/>
              </a:spcBef>
              <a:buNone/>
            </a:pPr>
            <a:endParaRPr dirty="0"/>
          </a:p>
          <a:p>
            <a:pPr marL="685800" indent="0">
              <a:spcBef>
                <a:spcPts val="1500"/>
              </a:spcBef>
              <a:buNone/>
            </a:pPr>
            <a:endParaRPr dirty="0"/>
          </a:p>
          <a:p>
            <a:pPr marL="0" indent="0">
              <a:spcBef>
                <a:spcPts val="1500"/>
              </a:spcBef>
              <a:buNone/>
            </a:pPr>
            <a:endParaRPr dirty="0"/>
          </a:p>
          <a:p>
            <a:pPr marL="0" indent="0">
              <a:spcBef>
                <a:spcPts val="1500"/>
              </a:spcBef>
              <a:buNone/>
            </a:pPr>
            <a:endParaRPr dirty="0"/>
          </a:p>
        </p:txBody>
      </p:sp>
      <p:sp>
        <p:nvSpPr>
          <p:cNvPr id="149" name="Google Shape;14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37138" tIns="68550" rIns="137138" bIns="6855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02B1FF"/>
                </a:solidFill>
              </a:rPr>
              <a:t>NGIIS tools &amp; Capabilities (in Development)</a:t>
            </a:r>
            <a:endParaRPr dirty="0"/>
          </a:p>
        </p:txBody>
      </p:sp>
      <p:sp>
        <p:nvSpPr>
          <p:cNvPr id="151" name="Google Shape;151;p14"/>
          <p:cNvSpPr txBox="1">
            <a:spLocks noGrp="1"/>
          </p:cNvSpPr>
          <p:nvPr>
            <p:ph type="sldNum" idx="4294967295"/>
          </p:nvPr>
        </p:nvSpPr>
        <p:spPr>
          <a:xfrm>
            <a:off x="0" y="9467850"/>
            <a:ext cx="4114800" cy="547688"/>
          </a:xfrm>
          <a:prstGeom prst="rect">
            <a:avLst/>
          </a:prstGeom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fld id="{00000000-1234-1234-1234-123412341234}" type="slidenum">
              <a:rPr lang="en-US"/>
              <a:pPr algn="ctr">
                <a:buClr>
                  <a:srgbClr val="000000"/>
                </a:buClr>
                <a:buSzPts val="1200"/>
              </a:pPr>
              <a:t>6</a:t>
            </a:fld>
            <a:endParaRPr dirty="0"/>
          </a:p>
        </p:txBody>
      </p:sp>
      <p:sp>
        <p:nvSpPr>
          <p:cNvPr id="152" name="Google Shape;152;p14"/>
          <p:cNvSpPr txBox="1"/>
          <p:nvPr/>
        </p:nvSpPr>
        <p:spPr>
          <a:xfrm>
            <a:off x="14649225" y="9554325"/>
            <a:ext cx="19953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rmAutofit fontScale="85000" lnSpcReduction="10000"/>
          </a:bodyPr>
          <a:lstStyle/>
          <a:p>
            <a:pPr>
              <a:lnSpc>
                <a:spcPct val="90000"/>
              </a:lnSpc>
              <a:buClr>
                <a:srgbClr val="02B1FF"/>
              </a:buClr>
              <a:buSzPct val="290909"/>
            </a:pPr>
            <a:r>
              <a:rPr lang="en-US" sz="1700" dirty="0" err="1">
                <a:solidFill>
                  <a:srgbClr val="02B1FF"/>
                </a:solidFill>
                <a:latin typeface="Lato"/>
                <a:ea typeface="Lato"/>
                <a:cs typeface="Lato"/>
                <a:sym typeface="Lato"/>
              </a:rPr>
              <a:t>Testbed</a:t>
            </a:r>
            <a:r>
              <a:rPr lang="en-US" sz="1700" dirty="0">
                <a:solidFill>
                  <a:srgbClr val="02B1FF"/>
                </a:solidFill>
                <a:latin typeface="Lato"/>
                <a:ea typeface="Lato"/>
                <a:cs typeface="Lato"/>
                <a:sym typeface="Lato"/>
              </a:rPr>
              <a:t> 20 | Kickoff</a:t>
            </a:r>
            <a:endParaRPr sz="4800" dirty="0">
              <a:solidFill>
                <a:srgbClr val="02B1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 t="11657"/>
          <a:stretch>
            <a:fillRect/>
          </a:stretch>
        </p:blipFill>
        <p:spPr bwMode="auto">
          <a:xfrm>
            <a:off x="1857375" y="1943100"/>
            <a:ext cx="14573250" cy="7373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Structure in “boxes</a:t>
            </a:r>
            <a:r>
              <a:rPr lang="en-US" dirty="0" smtClean="0"/>
              <a:t>” and what happens in static images</a:t>
            </a:r>
            <a:endParaRPr lang="en-US" dirty="0"/>
          </a:p>
        </p:txBody>
      </p:sp>
      <p:sp>
        <p:nvSpPr>
          <p:cNvPr id="4" name="2 Marcador de texto"/>
          <p:cNvSpPr txBox="1">
            <a:spLocks/>
          </p:cNvSpPr>
          <p:nvPr/>
        </p:nvSpPr>
        <p:spPr>
          <a:xfrm>
            <a:off x="838200" y="1409700"/>
            <a:ext cx="15697200" cy="4191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basic structure is a sequence of </a:t>
            </a:r>
            <a:r>
              <a:rPr lang="en-US" b="1" dirty="0" smtClean="0"/>
              <a:t>boxes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Each </a:t>
            </a:r>
            <a:r>
              <a:rPr lang="en-US" b="1" dirty="0" smtClean="0"/>
              <a:t>box structure</a:t>
            </a:r>
            <a:r>
              <a:rPr lang="en-US" dirty="0" smtClean="0"/>
              <a:t> starts with the same </a:t>
            </a:r>
            <a:r>
              <a:rPr lang="en-US" b="1" dirty="0" smtClean="0"/>
              <a:t>header </a:t>
            </a:r>
            <a:r>
              <a:rPr lang="en-US" dirty="0" smtClean="0"/>
              <a:t>structure: </a:t>
            </a:r>
            <a:r>
              <a:rPr lang="en-US" b="1" dirty="0" smtClean="0"/>
              <a:t>size</a:t>
            </a:r>
            <a:r>
              <a:rPr lang="en-US" dirty="0" smtClean="0"/>
              <a:t> a </a:t>
            </a:r>
            <a:r>
              <a:rPr lang="en-US" b="1" dirty="0" smtClean="0"/>
              <a:t>box identifier</a:t>
            </a:r>
            <a:r>
              <a:rPr lang="en-US" dirty="0" smtClean="0"/>
              <a:t> (4 character code (</a:t>
            </a:r>
            <a:r>
              <a:rPr lang="en-US" b="1" dirty="0" smtClean="0"/>
              <a:t>4cc</a:t>
            </a:r>
            <a:r>
              <a:rPr lang="en-US" dirty="0" smtClean="0"/>
              <a:t>)) and </a:t>
            </a:r>
            <a:r>
              <a:rPr lang="en-US" b="1" dirty="0" smtClean="0"/>
              <a:t>content </a:t>
            </a:r>
            <a:r>
              <a:rPr lang="en-US" dirty="0" smtClean="0"/>
              <a:t>according to the requirements of that box.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boxes can be </a:t>
            </a:r>
            <a:r>
              <a:rPr lang="en-US" b="1" dirty="0" smtClean="0"/>
              <a:t>nested</a:t>
            </a:r>
          </a:p>
          <a:p>
            <a:endParaRPr lang="en-US" dirty="0" smtClean="0"/>
          </a:p>
          <a:p>
            <a:r>
              <a:rPr lang="en-US" dirty="0" smtClean="0"/>
              <a:t>In still imagery there are 3 main boxes: </a:t>
            </a:r>
          </a:p>
          <a:p>
            <a:pPr lvl="1"/>
            <a:r>
              <a:rPr lang="en-US" b="1" dirty="0" err="1" smtClean="0"/>
              <a:t>FileTypeBox</a:t>
            </a:r>
            <a:r>
              <a:rPr lang="en-US" dirty="0" smtClean="0"/>
              <a:t> (</a:t>
            </a:r>
            <a:r>
              <a:rPr lang="en-US" dirty="0" err="1" smtClean="0"/>
              <a:t>ftyp</a:t>
            </a:r>
            <a:r>
              <a:rPr lang="en-US" dirty="0" smtClean="0"/>
              <a:t>): Brand information</a:t>
            </a:r>
          </a:p>
          <a:p>
            <a:pPr lvl="1"/>
            <a:r>
              <a:rPr lang="en-US" b="1" dirty="0" err="1" smtClean="0"/>
              <a:t>MetaBox</a:t>
            </a:r>
            <a:r>
              <a:rPr lang="en-US" dirty="0" smtClean="0"/>
              <a:t> (meta): The image metadata </a:t>
            </a:r>
          </a:p>
          <a:p>
            <a:pPr lvl="1"/>
            <a:r>
              <a:rPr lang="en-US" b="1" dirty="0" err="1" smtClean="0"/>
              <a:t>MediaDataBox</a:t>
            </a:r>
            <a:r>
              <a:rPr lang="en-US" b="1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mdat</a:t>
            </a:r>
            <a:r>
              <a:rPr lang="en-US" dirty="0" smtClean="0"/>
              <a:t>): The image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For image data, the </a:t>
            </a:r>
            <a:r>
              <a:rPr lang="en-US" dirty="0" err="1" smtClean="0"/>
              <a:t>MetaBox</a:t>
            </a:r>
            <a:r>
              <a:rPr lang="en-US" dirty="0" smtClean="0"/>
              <a:t> (meta) provides the required </a:t>
            </a:r>
            <a:r>
              <a:rPr lang="en-US" dirty="0" smtClean="0"/>
              <a:t>information</a:t>
            </a:r>
          </a:p>
          <a:p>
            <a:pPr lvl="1"/>
            <a:r>
              <a:rPr lang="es-ES" dirty="0" err="1" smtClean="0"/>
              <a:t>the</a:t>
            </a:r>
            <a:r>
              <a:rPr lang="es-ES" dirty="0" smtClean="0"/>
              <a:t> </a:t>
            </a:r>
            <a:r>
              <a:rPr lang="es-ES" b="1" dirty="0" err="1" smtClean="0"/>
              <a:t>HeaderBox</a:t>
            </a:r>
            <a:r>
              <a:rPr lang="es-ES" b="1" dirty="0" smtClean="0"/>
              <a:t>:</a:t>
            </a:r>
            <a:r>
              <a:rPr lang="es-ES" dirty="0" smtClean="0"/>
              <a:t> </a:t>
            </a:r>
            <a:r>
              <a:rPr lang="es-ES" dirty="0" err="1" smtClean="0"/>
              <a:t>type</a:t>
            </a:r>
            <a:r>
              <a:rPr lang="es-ES" dirty="0" smtClean="0"/>
              <a:t> of </a:t>
            </a:r>
            <a:r>
              <a:rPr lang="es-ES" dirty="0" err="1" smtClean="0"/>
              <a:t>file</a:t>
            </a:r>
            <a:r>
              <a:rPr lang="es-ES" dirty="0" smtClean="0"/>
              <a:t>  </a:t>
            </a:r>
            <a:endParaRPr lang="en-US" dirty="0" smtClean="0"/>
          </a:p>
        </p:txBody>
      </p:sp>
      <p:pic>
        <p:nvPicPr>
          <p:cNvPr id="5" name="Picture 2" descr="d:\docs\Recerca\gimi\T20-GIMI\D010\images\geoheif_association_concept.png"/>
          <p:cNvPicPr>
            <a:picLocks noChangeAspect="1" noChangeArrowheads="1"/>
          </p:cNvPicPr>
          <p:nvPr/>
        </p:nvPicPr>
        <p:blipFill>
          <a:blip r:embed="rId2" cstate="print"/>
          <a:srcRect r="50515"/>
          <a:stretch>
            <a:fillRect/>
          </a:stretch>
        </p:blipFill>
        <p:spPr bwMode="auto">
          <a:xfrm>
            <a:off x="1981200" y="5829300"/>
            <a:ext cx="3581400" cy="4293277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6362700"/>
            <a:ext cx="10088563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8 Conector recto de flecha"/>
          <p:cNvCxnSpPr/>
          <p:nvPr/>
        </p:nvCxnSpPr>
        <p:spPr>
          <a:xfrm>
            <a:off x="5486400" y="5981700"/>
            <a:ext cx="1295400" cy="990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>
            <a:off x="5486400" y="6667500"/>
            <a:ext cx="1295400" cy="2667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2447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Starting</a:t>
            </a:r>
            <a:r>
              <a:rPr lang="en-US" smtClean="0"/>
              <a:t> by the Metabox </a:t>
            </a:r>
            <a:r>
              <a:rPr lang="en-US" sz="4000" smtClean="0"/>
              <a:t>(</a:t>
            </a:r>
            <a:r>
              <a:rPr lang="en-US" sz="4000" smtClean="0"/>
              <a:t>but </a:t>
            </a:r>
            <a:r>
              <a:rPr lang="en-US" sz="4000" smtClean="0"/>
              <a:t>th</a:t>
            </a:r>
            <a:r>
              <a:rPr lang="en-US" sz="4000" smtClean="0"/>
              <a:t>e actual content is in the </a:t>
            </a:r>
            <a:r>
              <a:rPr lang="en-US" sz="4000" smtClean="0"/>
              <a:t>MediaDataBox</a:t>
            </a:r>
            <a:r>
              <a:rPr lang="en-US" sz="4000" smtClean="0"/>
              <a:t>)</a:t>
            </a:r>
            <a:endParaRPr lang="en-US"/>
          </a:p>
        </p:txBody>
      </p:sp>
      <p:sp>
        <p:nvSpPr>
          <p:cNvPr id="4" name="2 Marcador de texto"/>
          <p:cNvSpPr txBox="1">
            <a:spLocks/>
          </p:cNvSpPr>
          <p:nvPr/>
        </p:nvSpPr>
        <p:spPr>
          <a:xfrm>
            <a:off x="609601" y="1714500"/>
            <a:ext cx="7391400" cy="815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For </a:t>
            </a:r>
            <a:r>
              <a:rPr lang="en-US" dirty="0" smtClean="0"/>
              <a:t>image data, the </a:t>
            </a:r>
            <a:r>
              <a:rPr lang="en-US" dirty="0" err="1" smtClean="0"/>
              <a:t>MetaBox</a:t>
            </a:r>
            <a:r>
              <a:rPr lang="en-US" dirty="0" smtClean="0"/>
              <a:t> (meta) provides the </a:t>
            </a:r>
            <a:r>
              <a:rPr lang="en-US" b="1" dirty="0" smtClean="0"/>
              <a:t>items</a:t>
            </a:r>
            <a:r>
              <a:rPr lang="en-US" dirty="0" smtClean="0"/>
              <a:t> in the file. </a:t>
            </a:r>
            <a:r>
              <a:rPr lang="en-US" dirty="0" smtClean="0"/>
              <a:t>The nested box includes</a:t>
            </a:r>
            <a:r>
              <a:rPr lang="en-US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the </a:t>
            </a:r>
            <a:r>
              <a:rPr lang="en-US" b="1" dirty="0" err="1" smtClean="0"/>
              <a:t>ItemInfoBox</a:t>
            </a:r>
            <a:r>
              <a:rPr lang="en-US" dirty="0" smtClean="0"/>
              <a:t>, </a:t>
            </a:r>
            <a:r>
              <a:rPr lang="en-US" dirty="0" smtClean="0"/>
              <a:t>list of items </a:t>
            </a:r>
            <a:r>
              <a:rPr lang="en-US" dirty="0" smtClean="0"/>
              <a:t>that are present,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the </a:t>
            </a:r>
            <a:r>
              <a:rPr lang="en-US" b="1" dirty="0" err="1" smtClean="0"/>
              <a:t>ItemPropertiesBox</a:t>
            </a:r>
            <a:r>
              <a:rPr lang="en-US" dirty="0" smtClean="0"/>
              <a:t>, which provides descriptive and transformative </a:t>
            </a:r>
            <a:r>
              <a:rPr lang="en-US" dirty="0" smtClean="0"/>
              <a:t>properties of the items.</a:t>
            </a:r>
          </a:p>
          <a:p>
            <a:pPr lvl="2">
              <a:lnSpc>
                <a:spcPct val="120000"/>
              </a:lnSpc>
            </a:pPr>
            <a:r>
              <a:rPr lang="en-US" b="1" dirty="0" err="1" smtClean="0"/>
              <a:t>ItemPropertyContainerBox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ipco</a:t>
            </a:r>
            <a:r>
              <a:rPr lang="en-US" dirty="0" smtClean="0"/>
              <a:t>)</a:t>
            </a:r>
          </a:p>
          <a:p>
            <a:pPr lvl="2">
              <a:lnSpc>
                <a:spcPct val="120000"/>
              </a:lnSpc>
            </a:pPr>
            <a:r>
              <a:rPr lang="en-US" b="1" dirty="0" err="1" smtClean="0"/>
              <a:t>ItemPropertyAssociationBox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ipma</a:t>
            </a:r>
            <a:r>
              <a:rPr lang="en-US" dirty="0" smtClean="0"/>
              <a:t>). 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the </a:t>
            </a:r>
            <a:r>
              <a:rPr lang="en-US" b="1" dirty="0" err="1" smtClean="0"/>
              <a:t>ItemLocationBox</a:t>
            </a:r>
            <a:r>
              <a:rPr lang="en-US" dirty="0" smtClean="0"/>
              <a:t>, </a:t>
            </a:r>
            <a:r>
              <a:rPr lang="en-US" dirty="0" smtClean="0"/>
              <a:t>offsets </a:t>
            </a:r>
            <a:r>
              <a:rPr lang="en-US" dirty="0" smtClean="0"/>
              <a:t>of the encoded data </a:t>
            </a:r>
            <a:r>
              <a:rPr lang="en-US" dirty="0" smtClean="0"/>
              <a:t>of the items in the </a:t>
            </a:r>
            <a:r>
              <a:rPr lang="en-US" dirty="0" err="1" smtClean="0"/>
              <a:t>MediaDataBox</a:t>
            </a:r>
            <a:r>
              <a:rPr lang="en-US" dirty="0" smtClean="0"/>
              <a:t>,</a:t>
            </a:r>
            <a:endParaRPr lang="en-US" dirty="0" smtClean="0"/>
          </a:p>
        </p:txBody>
      </p:sp>
      <p:pic>
        <p:nvPicPr>
          <p:cNvPr id="5" name="Picture 2" descr="d:\docs\Recerca\gimi\T20-GIMI\D010\images\geoheif_association_concep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600" y="1638300"/>
            <a:ext cx="9393238" cy="5572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24476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Single </a:t>
            </a:r>
            <a:r>
              <a:rPr lang="es-ES" dirty="0" err="1" smtClean="0"/>
              <a:t>image</a:t>
            </a:r>
            <a:r>
              <a:rPr lang="es-ES" dirty="0" smtClean="0"/>
              <a:t> </a:t>
            </a:r>
            <a:r>
              <a:rPr lang="es-ES" dirty="0" err="1" smtClean="0"/>
              <a:t>example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90700"/>
            <a:ext cx="16459200" cy="774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6400800" y="9715500"/>
            <a:ext cx="485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tb21-single-image-uncompressed-internal-rdf.heif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Grid</a:t>
            </a:r>
            <a:r>
              <a:rPr lang="es-ES" dirty="0" smtClean="0"/>
              <a:t> </a:t>
            </a:r>
            <a:r>
              <a:rPr lang="es-ES" dirty="0" err="1" smtClean="0"/>
              <a:t>image</a:t>
            </a:r>
            <a:r>
              <a:rPr lang="es-ES" dirty="0" smtClean="0"/>
              <a:t> </a:t>
            </a:r>
            <a:r>
              <a:rPr lang="es-ES" dirty="0" err="1" smtClean="0"/>
              <a:t>example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09700"/>
            <a:ext cx="17957800" cy="839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5020276"/>
            <a:ext cx="5219700" cy="5266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Tili</a:t>
            </a:r>
            <a:r>
              <a:rPr lang="es-ES" dirty="0" smtClean="0"/>
              <a:t> </a:t>
            </a:r>
            <a:r>
              <a:rPr lang="es-ES" dirty="0" err="1" smtClean="0"/>
              <a:t>section</a:t>
            </a:r>
            <a:r>
              <a:rPr lang="es-ES" dirty="0" smtClean="0"/>
              <a:t> </a:t>
            </a:r>
            <a:r>
              <a:rPr lang="es-ES" dirty="0" err="1" smtClean="0"/>
              <a:t>with</a:t>
            </a:r>
            <a:r>
              <a:rPr lang="es-ES" dirty="0" smtClean="0"/>
              <a:t> </a:t>
            </a:r>
            <a:r>
              <a:rPr lang="es-ES" dirty="0" err="1" smtClean="0"/>
              <a:t>pyramid</a:t>
            </a:r>
            <a:r>
              <a:rPr lang="es-ES" dirty="0" smtClean="0"/>
              <a:t>.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4713" y="1879600"/>
            <a:ext cx="16536987" cy="652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Pyramid combining HEIF </a:t>
            </a:r>
            <a:r>
              <a:rPr lang="en-US" dirty="0" err="1" smtClean="0"/>
              <a:t>stategies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324100"/>
            <a:ext cx="9525712" cy="7343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CuadroTexto"/>
          <p:cNvSpPr txBox="1"/>
          <p:nvPr/>
        </p:nvSpPr>
        <p:spPr>
          <a:xfrm>
            <a:off x="12039600" y="2324100"/>
            <a:ext cx="1056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 err="1" smtClean="0"/>
              <a:t>unci</a:t>
            </a:r>
            <a:endParaRPr lang="en-US" sz="4000" dirty="0"/>
          </a:p>
        </p:txBody>
      </p:sp>
      <p:sp>
        <p:nvSpPr>
          <p:cNvPr id="6" name="5 CuadroTexto"/>
          <p:cNvSpPr txBox="1"/>
          <p:nvPr/>
        </p:nvSpPr>
        <p:spPr>
          <a:xfrm>
            <a:off x="12039600" y="4076700"/>
            <a:ext cx="9925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 err="1" smtClean="0"/>
              <a:t>grid</a:t>
            </a:r>
            <a:endParaRPr lang="en-US" sz="4000" dirty="0"/>
          </a:p>
        </p:txBody>
      </p:sp>
      <p:sp>
        <p:nvSpPr>
          <p:cNvPr id="7" name="6 CuadroTexto"/>
          <p:cNvSpPr txBox="1"/>
          <p:nvPr/>
        </p:nvSpPr>
        <p:spPr>
          <a:xfrm>
            <a:off x="12115800" y="6743700"/>
            <a:ext cx="7072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 err="1" smtClean="0"/>
              <a:t>tili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6"/>
          </p:nvPr>
        </p:nvSpPr>
        <p:spPr>
          <a:xfrm>
            <a:off x="13944600" y="2322444"/>
            <a:ext cx="3491836" cy="6853503"/>
          </a:xfrm>
        </p:spPr>
        <p:txBody>
          <a:bodyPr/>
          <a:lstStyle/>
          <a:p>
            <a:r>
              <a:rPr lang="es-ES" dirty="0" err="1" smtClean="0"/>
              <a:t>Based</a:t>
            </a:r>
            <a:r>
              <a:rPr lang="es-ES" dirty="0" smtClean="0"/>
              <a:t> </a:t>
            </a:r>
            <a:r>
              <a:rPr lang="es-ES" dirty="0" err="1" smtClean="0"/>
              <a:t>on</a:t>
            </a:r>
            <a:r>
              <a:rPr lang="es-ES" dirty="0" smtClean="0"/>
              <a:t> </a:t>
            </a:r>
            <a:r>
              <a:rPr lang="es-ES" dirty="0" err="1" smtClean="0"/>
              <a:t>the</a:t>
            </a:r>
            <a:r>
              <a:rPr lang="es-ES" dirty="0" smtClean="0"/>
              <a:t> h265 </a:t>
            </a:r>
            <a:r>
              <a:rPr lang="es-ES" dirty="0" err="1" smtClean="0"/>
              <a:t>libraries</a:t>
            </a:r>
            <a:r>
              <a:rPr lang="es-ES" dirty="0" smtClean="0"/>
              <a:t> </a:t>
            </a:r>
            <a:r>
              <a:rPr lang="es-ES" dirty="0" smtClean="0"/>
              <a:t>(</a:t>
            </a:r>
            <a:r>
              <a:rPr lang="es-ES" dirty="0" err="1" smtClean="0"/>
              <a:t>hvc</a:t>
            </a:r>
            <a:r>
              <a:rPr lang="es-ES" dirty="0" smtClean="0"/>
              <a:t>)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Javascript</a:t>
            </a:r>
            <a:r>
              <a:rPr lang="es-ES" dirty="0" smtClean="0"/>
              <a:t> </a:t>
            </a:r>
            <a:r>
              <a:rPr lang="es-ES" dirty="0" err="1" smtClean="0"/>
              <a:t>library</a:t>
            </a:r>
            <a:r>
              <a:rPr lang="es-ES" dirty="0" smtClean="0"/>
              <a:t> </a:t>
            </a:r>
            <a:r>
              <a:rPr lang="es-ES" dirty="0" err="1" smtClean="0"/>
              <a:t>designed</a:t>
            </a:r>
            <a:r>
              <a:rPr lang="es-ES" dirty="0" smtClean="0"/>
              <a:t> </a:t>
            </a:r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Seek</a:t>
            </a:r>
            <a:r>
              <a:rPr lang="es-ES" dirty="0" smtClean="0"/>
              <a:t> </a:t>
            </a:r>
            <a:r>
              <a:rPr lang="es-ES" dirty="0" err="1" smtClean="0"/>
              <a:t>Optimized</a:t>
            </a:r>
            <a:r>
              <a:rPr lang="es-ES" dirty="0" smtClean="0"/>
              <a:t> HEIF in browsers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62100"/>
            <a:ext cx="13582702" cy="784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Overview:</a:t>
            </a:r>
            <a:r>
              <a:rPr lang="en-US" sz="4400" dirty="0" err="1" smtClean="0"/>
              <a:t>ISOBMFF+HEIF+</a:t>
            </a:r>
            <a:r>
              <a:rPr lang="en-US" sz="6000" b="1" dirty="0" err="1" smtClean="0"/>
              <a:t>GIMI</a:t>
            </a:r>
            <a:endParaRPr lang="en-US" b="1" dirty="0"/>
          </a:p>
        </p:txBody>
      </p:sp>
      <p:sp>
        <p:nvSpPr>
          <p:cNvPr id="4" name="4 Rectángulo redondeado"/>
          <p:cNvSpPr/>
          <p:nvPr/>
        </p:nvSpPr>
        <p:spPr>
          <a:xfrm>
            <a:off x="2028762" y="7850332"/>
            <a:ext cx="12877800" cy="1017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ISOBMFF (</a:t>
            </a:r>
            <a:r>
              <a:rPr lang="en-US" b="1" dirty="0" smtClean="0"/>
              <a:t>ISO </a:t>
            </a:r>
            <a:r>
              <a:rPr lang="en-US" b="1" dirty="0"/>
              <a:t>Base Media File Format </a:t>
            </a:r>
            <a:r>
              <a:rPr lang="en-US" b="1" dirty="0" smtClean="0"/>
              <a:t>)</a:t>
            </a:r>
            <a:endParaRPr lang="es-ES" b="1" dirty="0" smtClean="0"/>
          </a:p>
          <a:p>
            <a:pPr algn="ctr"/>
            <a:r>
              <a:rPr lang="en-US" dirty="0" smtClean="0"/>
              <a:t>versatile container format designed for storing time-based audio-visual media</a:t>
            </a:r>
            <a:r>
              <a:rPr lang="en-US" sz="2000" dirty="0" smtClean="0"/>
              <a:t> </a:t>
            </a:r>
            <a:endParaRPr lang="es-ES" sz="2000" dirty="0"/>
          </a:p>
        </p:txBody>
      </p:sp>
      <p:sp>
        <p:nvSpPr>
          <p:cNvPr id="5" name="5 Rectángulo redondeado"/>
          <p:cNvSpPr/>
          <p:nvPr/>
        </p:nvSpPr>
        <p:spPr>
          <a:xfrm>
            <a:off x="2028762" y="5945332"/>
            <a:ext cx="1981200" cy="1040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 smtClean="0"/>
              <a:t>MP4</a:t>
            </a:r>
            <a:endParaRPr lang="es-ES" sz="4000" dirty="0"/>
          </a:p>
        </p:txBody>
      </p:sp>
      <p:sp>
        <p:nvSpPr>
          <p:cNvPr id="6" name="6 Rectángulo redondeado"/>
          <p:cNvSpPr/>
          <p:nvPr/>
        </p:nvSpPr>
        <p:spPr>
          <a:xfrm>
            <a:off x="4390962" y="5945332"/>
            <a:ext cx="2286000" cy="1040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 smtClean="0"/>
              <a:t>3GP</a:t>
            </a:r>
            <a:endParaRPr lang="es-ES" sz="4000" dirty="0"/>
          </a:p>
        </p:txBody>
      </p:sp>
      <p:sp>
        <p:nvSpPr>
          <p:cNvPr id="7" name="7 Rectángulo redondeado"/>
          <p:cNvSpPr/>
          <p:nvPr/>
        </p:nvSpPr>
        <p:spPr>
          <a:xfrm>
            <a:off x="6952087" y="5678232"/>
            <a:ext cx="7772400" cy="1421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HEIF (</a:t>
            </a:r>
            <a:r>
              <a:rPr lang="en-US" b="1" dirty="0" smtClean="0"/>
              <a:t>High Efficiency Image File Format</a:t>
            </a:r>
            <a:r>
              <a:rPr lang="es-ES" b="1" dirty="0" smtClean="0"/>
              <a:t>)</a:t>
            </a:r>
          </a:p>
          <a:p>
            <a:pPr algn="ctr"/>
            <a:r>
              <a:rPr lang="en-US" dirty="0" smtClean="0"/>
              <a:t>a container file format designed for MPEG, for storing multimedia files that compresses images files while </a:t>
            </a:r>
            <a:r>
              <a:rPr lang="en-US" dirty="0"/>
              <a:t>maintaining high quality</a:t>
            </a:r>
            <a:endParaRPr lang="es-ES" dirty="0"/>
          </a:p>
        </p:txBody>
      </p:sp>
      <p:sp>
        <p:nvSpPr>
          <p:cNvPr id="8" name="8 Flecha abajo"/>
          <p:cNvSpPr/>
          <p:nvPr/>
        </p:nvSpPr>
        <p:spPr>
          <a:xfrm>
            <a:off x="51529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9 Flecha abajo"/>
          <p:cNvSpPr/>
          <p:nvPr/>
        </p:nvSpPr>
        <p:spPr>
          <a:xfrm>
            <a:off x="26383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10 Flecha abajo"/>
          <p:cNvSpPr/>
          <p:nvPr/>
        </p:nvSpPr>
        <p:spPr>
          <a:xfrm>
            <a:off x="10486962" y="7214332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2 Rectángulo redondeado"/>
          <p:cNvSpPr/>
          <p:nvPr/>
        </p:nvSpPr>
        <p:spPr>
          <a:xfrm>
            <a:off x="6934200" y="1859176"/>
            <a:ext cx="7924800" cy="16477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GIMI (</a:t>
            </a:r>
            <a:r>
              <a:rPr lang="es-ES" b="1" dirty="0" err="1"/>
              <a:t>Geospatial-Intelligence</a:t>
            </a:r>
            <a:r>
              <a:rPr lang="es-ES" b="1" dirty="0"/>
              <a:t> </a:t>
            </a:r>
            <a:r>
              <a:rPr lang="es-ES" b="1" dirty="0" err="1" smtClean="0"/>
              <a:t>Imagery</a:t>
            </a:r>
            <a:r>
              <a:rPr lang="es-ES" b="1" dirty="0" smtClean="0"/>
              <a:t> Media </a:t>
            </a:r>
            <a:r>
              <a:rPr lang="es-ES" b="1" dirty="0" err="1" smtClean="0"/>
              <a:t>for</a:t>
            </a:r>
            <a:r>
              <a:rPr lang="es-ES" b="1" dirty="0" smtClean="0"/>
              <a:t> ISR) </a:t>
            </a:r>
          </a:p>
          <a:p>
            <a:pPr algn="ctr"/>
            <a:r>
              <a:rPr lang="es-ES" dirty="0" err="1" smtClean="0"/>
              <a:t>Geospatial</a:t>
            </a:r>
            <a:r>
              <a:rPr lang="es-ES" dirty="0" smtClean="0"/>
              <a:t> </a:t>
            </a:r>
            <a:r>
              <a:rPr lang="es-ES" dirty="0" err="1" smtClean="0"/>
              <a:t>Intelligence</a:t>
            </a:r>
            <a:r>
              <a:rPr lang="es-ES" dirty="0" smtClean="0"/>
              <a:t> </a:t>
            </a:r>
            <a:r>
              <a:rPr lang="es-ES" dirty="0" err="1" smtClean="0"/>
              <a:t>profile</a:t>
            </a:r>
            <a:r>
              <a:rPr lang="es-ES" dirty="0" smtClean="0"/>
              <a:t>: </a:t>
            </a:r>
            <a:r>
              <a:rPr lang="en-US" dirty="0" smtClean="0"/>
              <a:t>Metadata, and audio. Inclusion of International Atomic Time (TAI) nanosecond formatted timestamps, information security markings of a dataset, and content identification</a:t>
            </a:r>
            <a:endParaRPr lang="es-E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82976"/>
            <a:ext cx="5686361" cy="2958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5 Rectángulo redondeado"/>
          <p:cNvSpPr/>
          <p:nvPr/>
        </p:nvSpPr>
        <p:spPr>
          <a:xfrm>
            <a:off x="15334087" y="4649932"/>
            <a:ext cx="1828800" cy="30978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GeoHEIF</a:t>
            </a:r>
            <a:r>
              <a:rPr lang="en-US" sz="2000" dirty="0"/>
              <a:t> </a:t>
            </a:r>
            <a:r>
              <a:rPr lang="en-US" sz="2000" dirty="0" smtClean="0"/>
              <a:t>(Geospatially enabled HEIF)</a:t>
            </a:r>
          </a:p>
          <a:p>
            <a:pPr algn="ctr"/>
            <a:r>
              <a:rPr lang="en-US" sz="2000" dirty="0" err="1" smtClean="0"/>
              <a:t>Georeference</a:t>
            </a:r>
            <a:r>
              <a:rPr lang="en-US" sz="2000" dirty="0" smtClean="0"/>
              <a:t> information +</a:t>
            </a:r>
          </a:p>
          <a:p>
            <a:pPr algn="ctr"/>
            <a:r>
              <a:rPr lang="en-US" sz="2000" dirty="0"/>
              <a:t>semantics of dimensions and the cell properties</a:t>
            </a:r>
          </a:p>
        </p:txBody>
      </p:sp>
      <p:sp>
        <p:nvSpPr>
          <p:cNvPr id="14" name="16 Flecha izquierda"/>
          <p:cNvSpPr/>
          <p:nvPr/>
        </p:nvSpPr>
        <p:spPr>
          <a:xfrm>
            <a:off x="14779562" y="5792932"/>
            <a:ext cx="457200" cy="609600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" name="21 Grupo"/>
          <p:cNvGrpSpPr/>
          <p:nvPr/>
        </p:nvGrpSpPr>
        <p:grpSpPr>
          <a:xfrm>
            <a:off x="6934200" y="4076700"/>
            <a:ext cx="7772400" cy="1447800"/>
            <a:chOff x="6934200" y="4076700"/>
            <a:chExt cx="7315200" cy="1447800"/>
          </a:xfrm>
        </p:grpSpPr>
        <p:sp>
          <p:nvSpPr>
            <p:cNvPr id="18" name="7 Rectángulo redondeado"/>
            <p:cNvSpPr/>
            <p:nvPr/>
          </p:nvSpPr>
          <p:spPr>
            <a:xfrm>
              <a:off x="69342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Uncompressed</a:t>
              </a:r>
            </a:p>
            <a:p>
              <a:pPr algn="ctr"/>
              <a:r>
                <a:rPr lang="es-ES" dirty="0" smtClean="0"/>
                <a:t>ISO 23001-17</a:t>
              </a:r>
              <a:endParaRPr lang="en-US" dirty="0"/>
            </a:p>
          </p:txBody>
        </p:sp>
        <p:sp>
          <p:nvSpPr>
            <p:cNvPr id="19" name="7 Rectángulo redondeado"/>
            <p:cNvSpPr/>
            <p:nvPr/>
          </p:nvSpPr>
          <p:spPr>
            <a:xfrm>
              <a:off x="87884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HEIC/HEVC</a:t>
              </a:r>
              <a:endParaRPr lang="en-US" sz="2400" dirty="0"/>
            </a:p>
          </p:txBody>
        </p:sp>
        <p:sp>
          <p:nvSpPr>
            <p:cNvPr id="20" name="7 Rectángulo redondeado"/>
            <p:cNvSpPr/>
            <p:nvPr/>
          </p:nvSpPr>
          <p:spPr>
            <a:xfrm>
              <a:off x="106426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AVC</a:t>
              </a:r>
              <a:endParaRPr lang="en-US" sz="2400" dirty="0"/>
            </a:p>
          </p:txBody>
        </p:sp>
        <p:sp>
          <p:nvSpPr>
            <p:cNvPr id="21" name="7 Rectángulo redondeado"/>
            <p:cNvSpPr/>
            <p:nvPr/>
          </p:nvSpPr>
          <p:spPr>
            <a:xfrm>
              <a:off x="12496800" y="4076700"/>
              <a:ext cx="1752600" cy="1447800"/>
            </a:xfrm>
            <a:prstGeom prst="roundRect">
              <a:avLst/>
            </a:prstGeom>
            <a:ln>
              <a:solidFill>
                <a:srgbClr val="263BD3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JPEG2000</a:t>
              </a:r>
              <a:endParaRPr lang="en-US" sz="2400" dirty="0"/>
            </a:p>
          </p:txBody>
        </p:sp>
      </p:grpSp>
      <p:sp>
        <p:nvSpPr>
          <p:cNvPr id="23" name="10 Flecha abajo"/>
          <p:cNvSpPr/>
          <p:nvPr/>
        </p:nvSpPr>
        <p:spPr>
          <a:xfrm>
            <a:off x="10439400" y="3543300"/>
            <a:ext cx="685800" cy="53340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xmlns="" val="359059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218C78-A10D-BF96-ADCF-883BA527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GIMI Files – High Level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4B60F4-278B-1D5D-42DE-6E3AD3CE9119}"/>
              </a:ext>
            </a:extLst>
          </p:cNvPr>
          <p:cNvSpPr txBox="1">
            <a:spLocks/>
          </p:cNvSpPr>
          <p:nvPr/>
        </p:nvSpPr>
        <p:spPr>
          <a:xfrm>
            <a:off x="771780" y="2832517"/>
            <a:ext cx="11819637" cy="5389421"/>
          </a:xfrm>
          <a:prstGeom prst="rect">
            <a:avLst/>
          </a:prstGeom>
        </p:spPr>
        <p:txBody>
          <a:bodyPr lIns="137160" tIns="68580" rIns="137160" bIns="6858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1371600">
              <a:spcBef>
                <a:spcPts val="1500"/>
              </a:spcBef>
              <a:defRPr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GIMI builds on ISO standards</a:t>
            </a:r>
          </a:p>
          <a:p>
            <a:pPr marL="1028700" lvl="1" indent="-342900" defTabSz="1371600">
              <a:spcBef>
                <a:spcPts val="750"/>
              </a:spcBef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Video files are MP4 files (video, timed metadata, and audio tracks)</a:t>
            </a:r>
          </a:p>
          <a:p>
            <a:pPr marL="1028700" lvl="1" indent="-342900" defTabSz="1371600">
              <a:spcBef>
                <a:spcPts val="750"/>
              </a:spcBef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Still imagery files are HEIF files (image and single instance metadata items)</a:t>
            </a:r>
          </a:p>
          <a:p>
            <a:pPr marL="342900" indent="-342900" defTabSz="1371600">
              <a:spcBef>
                <a:spcPts val="1500"/>
              </a:spcBef>
              <a:defRPr/>
            </a:pPr>
            <a:r>
              <a:rPr lang="en-US" sz="3600" dirty="0">
                <a:solidFill>
                  <a:prstClr val="black"/>
                </a:solidFill>
                <a:latin typeface="Calibri" panose="020F0502020204030204"/>
              </a:rPr>
              <a:t>Four elements of content are required in a GIMI file</a:t>
            </a:r>
            <a:endParaRPr lang="en-US" sz="1200" b="1" dirty="0">
              <a:solidFill>
                <a:prstClr val="black"/>
              </a:solidFill>
              <a:latin typeface="Calibri" panose="020F0502020204030204"/>
            </a:endParaRPr>
          </a:p>
          <a:p>
            <a:pPr marL="1028700" lvl="1" indent="-342900" defTabSz="1971675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700" b="1" dirty="0">
                <a:solidFill>
                  <a:prstClr val="black"/>
                </a:solidFill>
                <a:latin typeface="Calibri" panose="020F0502020204030204"/>
              </a:rPr>
              <a:t>Brand: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identifies MP4 &amp; HEIF files as meeting the requirements of </a:t>
            </a:r>
          </a:p>
          <a:p>
            <a:pPr lvl="1" indent="0" defTabSz="1971675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	NGA.STND.0076 (GIMI). The GIMI brand is ‘geo1’</a:t>
            </a:r>
          </a:p>
          <a:p>
            <a:pPr marL="1028700" lvl="1" indent="-342900" defTabSz="240030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700" b="1" dirty="0">
                <a:solidFill>
                  <a:prstClr val="black"/>
                </a:solidFill>
                <a:latin typeface="Calibri" panose="020F0502020204030204"/>
              </a:rPr>
              <a:t>Security: 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carries ODNI defined ISM.XML security markings</a:t>
            </a:r>
          </a:p>
          <a:p>
            <a:pPr marL="1028700" lvl="1" indent="-342900" defTabSz="137160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700" b="1" dirty="0">
                <a:solidFill>
                  <a:prstClr val="black"/>
                </a:solidFill>
                <a:latin typeface="Calibri" panose="020F0502020204030204"/>
              </a:rPr>
              <a:t>Content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700" b="1" dirty="0">
                <a:solidFill>
                  <a:prstClr val="black"/>
                </a:solidFill>
                <a:latin typeface="Calibri" panose="020F0502020204030204"/>
              </a:rPr>
              <a:t>IDs: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uniquely identifies each piece of media content (globally) </a:t>
            </a:r>
          </a:p>
          <a:p>
            <a:pPr marL="1028700" lvl="1" indent="-342900" defTabSz="274320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en-US" sz="2700" b="1" dirty="0">
                <a:solidFill>
                  <a:prstClr val="black"/>
                </a:solidFill>
                <a:latin typeface="Calibri" panose="020F0502020204030204"/>
              </a:rPr>
              <a:t>Timestamps: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nano-precision TAI timestamps, with timing metadata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4B874625-B9E4-3FBA-C856-90F0D633C054}"/>
              </a:ext>
            </a:extLst>
          </p:cNvPr>
          <p:cNvGrpSpPr/>
          <p:nvPr/>
        </p:nvGrpSpPr>
        <p:grpSpPr>
          <a:xfrm>
            <a:off x="11554691" y="1693413"/>
            <a:ext cx="6733310" cy="6660879"/>
            <a:chOff x="5469391" y="1986127"/>
            <a:chExt cx="4614333" cy="4453466"/>
          </a:xfrm>
        </p:grpSpPr>
        <p:pic>
          <p:nvPicPr>
            <p:cNvPr id="5" name="Graphic 4" descr="Packing Box Open outline">
              <a:extLst>
                <a:ext uri="{FF2B5EF4-FFF2-40B4-BE49-F238E27FC236}">
                  <a16:creationId xmlns:a16="http://schemas.microsoft.com/office/drawing/2014/main" xmlns="" id="{3B8C2BF0-1D81-E18E-1570-29D3FBE672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 l="4021" t="6287" r="4209" b="5143"/>
            <a:stretch/>
          </p:blipFill>
          <p:spPr>
            <a:xfrm>
              <a:off x="5469391" y="1986127"/>
              <a:ext cx="4614333" cy="445346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48E600F7-428B-5D15-3572-967B979228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alphaModFix/>
            </a:blip>
            <a:srcRect l="33920" r="33796"/>
            <a:stretch/>
          </p:blipFill>
          <p:spPr>
            <a:xfrm>
              <a:off x="7513568" y="3048237"/>
              <a:ext cx="535462" cy="5292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 descr="A picture containing text, clock, reading, time&#10;&#10;Description automatically generated">
              <a:extLst>
                <a:ext uri="{FF2B5EF4-FFF2-40B4-BE49-F238E27FC236}">
                  <a16:creationId xmlns:a16="http://schemas.microsoft.com/office/drawing/2014/main" xmlns="" id="{51ABBDF1-8C98-6AC8-DC3D-6B77D496C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185009" y="3225871"/>
              <a:ext cx="703217" cy="7032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3BD10ED8-FA05-CA48-29AE-58471C13D541}"/>
                </a:ext>
              </a:extLst>
            </p:cNvPr>
            <p:cNvSpPr/>
            <p:nvPr/>
          </p:nvSpPr>
          <p:spPr>
            <a:xfrm rot="19785592">
              <a:off x="8142852" y="4118897"/>
              <a:ext cx="1531533" cy="4938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 defTabSz="1371600">
                <a:defRPr/>
              </a:pPr>
              <a:r>
                <a:rPr lang="en-US" sz="4200" b="1" dirty="0">
                  <a:ln w="12700" cmpd="sng">
                    <a:solidFill>
                      <a:srgbClr val="D8D8D8">
                        <a:lumMod val="10000"/>
                      </a:srgbClr>
                    </a:solidFill>
                    <a:prstDash val="solid"/>
                  </a:ln>
                  <a:solidFill>
                    <a:srgbClr val="00B0F0"/>
                  </a:solidFill>
                  <a:latin typeface="Calibri"/>
                </a:rPr>
                <a:t>GIMI file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E083928-311A-4CAD-56DF-518916BEA713}"/>
                </a:ext>
              </a:extLst>
            </p:cNvPr>
            <p:cNvSpPr/>
            <p:nvPr/>
          </p:nvSpPr>
          <p:spPr>
            <a:xfrm>
              <a:off x="6465215" y="3348614"/>
              <a:ext cx="1149083" cy="4938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 defTabSz="1371600">
                <a:defRPr/>
              </a:pPr>
              <a:r>
                <a:rPr lang="en-US" sz="4200" b="1" dirty="0">
                  <a:ln w="12700" cmpd="sng">
                    <a:solidFill>
                      <a:srgbClr val="D8D8D8">
                        <a:lumMod val="10000"/>
                      </a:srgbClr>
                    </a:solidFill>
                    <a:prstDash val="solid"/>
                  </a:ln>
                  <a:solidFill>
                    <a:srgbClr val="C00000"/>
                  </a:solidFill>
                  <a:latin typeface="Calibri"/>
                </a:rPr>
                <a:t>‘geo1’</a:t>
              </a: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xmlns="" id="{211AF7D3-DAD1-086B-4878-FBFF11500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 rot="693755">
              <a:off x="7469885" y="3701936"/>
              <a:ext cx="663768" cy="663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92172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4FD97C-B18D-0F7C-3A73-3CFC24ED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797" y="825954"/>
            <a:ext cx="10417923" cy="103033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/>
              <a:t>GIMI Supports the Containment of GEOINT Imagery &amp; Ontology Structured Metadata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A9B0DF0-14D1-224E-6779-D24A6BB29E0E}"/>
              </a:ext>
            </a:extLst>
          </p:cNvPr>
          <p:cNvSpPr/>
          <p:nvPr/>
        </p:nvSpPr>
        <p:spPr>
          <a:xfrm>
            <a:off x="3237166" y="2012971"/>
            <a:ext cx="6355688" cy="7942521"/>
          </a:xfrm>
          <a:prstGeom prst="rect">
            <a:avLst/>
          </a:prstGeom>
          <a:gradFill rotWithShape="1">
            <a:gsLst>
              <a:gs pos="0">
                <a:srgbClr val="414042">
                  <a:tint val="50000"/>
                  <a:satMod val="300000"/>
                </a:srgbClr>
              </a:gs>
              <a:gs pos="35000">
                <a:srgbClr val="414042">
                  <a:tint val="37000"/>
                  <a:satMod val="300000"/>
                </a:srgbClr>
              </a:gs>
              <a:gs pos="100000">
                <a:srgbClr val="41404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1404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37160" tIns="68580" rIns="137160" bIns="68580" rtlCol="0" anchor="t"/>
          <a:lstStyle/>
          <a:p>
            <a:pPr algn="ctr" defTabSz="1371600">
              <a:defRPr/>
            </a:pPr>
            <a:r>
              <a:rPr lang="en-US" sz="2700" b="1" kern="0" dirty="0">
                <a:solidFill>
                  <a:srgbClr val="414042"/>
                </a:solidFill>
                <a:latin typeface="Calibri"/>
              </a:rPr>
              <a:t>NGA.STND.0076 (GIMI) 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66A1A14-9ABF-C628-0A97-708AA15F767E}"/>
              </a:ext>
            </a:extLst>
          </p:cNvPr>
          <p:cNvSpPr/>
          <p:nvPr/>
        </p:nvSpPr>
        <p:spPr>
          <a:xfrm>
            <a:off x="3508286" y="2603077"/>
            <a:ext cx="2559788" cy="7208876"/>
          </a:xfrm>
          <a:prstGeom prst="rect">
            <a:avLst/>
          </a:prstGeom>
          <a:gradFill rotWithShape="1">
            <a:gsLst>
              <a:gs pos="0">
                <a:srgbClr val="1E4D7C">
                  <a:tint val="50000"/>
                  <a:satMod val="300000"/>
                </a:srgbClr>
              </a:gs>
              <a:gs pos="35000">
                <a:srgbClr val="1E4D7C">
                  <a:tint val="37000"/>
                  <a:satMod val="300000"/>
                </a:srgbClr>
              </a:gs>
              <a:gs pos="100000">
                <a:srgbClr val="1E4D7C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1E4D7C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37160" tIns="68580" rIns="137160" bIns="68580" rtlCol="0" anchor="t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Common to all GIMI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EF475B0-ABD6-9E29-5336-EB539F05594B}"/>
              </a:ext>
            </a:extLst>
          </p:cNvPr>
          <p:cNvSpPr/>
          <p:nvPr/>
        </p:nvSpPr>
        <p:spPr>
          <a:xfrm>
            <a:off x="3763478" y="3873737"/>
            <a:ext cx="1993604" cy="1140341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rgbClr val="D8D8D8">
                <a:lumMod val="2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prstClr val="white"/>
                </a:solidFill>
                <a:latin typeface="Calibri"/>
              </a:rPr>
              <a:t>Branding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E502AA3-4415-C112-E1AF-B2EF1D2F09CD}"/>
              </a:ext>
            </a:extLst>
          </p:cNvPr>
          <p:cNvSpPr/>
          <p:nvPr/>
        </p:nvSpPr>
        <p:spPr>
          <a:xfrm>
            <a:off x="3763478" y="5221409"/>
            <a:ext cx="1993604" cy="1491216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rgbClr val="D8D8D8">
                <a:lumMod val="2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prstClr val="white"/>
                </a:solidFill>
                <a:latin typeface="Calibri"/>
              </a:rPr>
              <a:t>ISM.XML Security Markings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B0B9A3C-8AAF-3D3F-1D7C-26B883A91B0B}"/>
              </a:ext>
            </a:extLst>
          </p:cNvPr>
          <p:cNvSpPr/>
          <p:nvPr/>
        </p:nvSpPr>
        <p:spPr>
          <a:xfrm>
            <a:off x="3763478" y="6927931"/>
            <a:ext cx="1993604" cy="1140341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rgbClr val="D8D8D8">
                <a:lumMod val="2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prstClr val="white"/>
                </a:solidFill>
                <a:latin typeface="Calibri"/>
              </a:rPr>
              <a:t>Content IDs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E03E294-3746-B36B-F49D-DB53031E45AF}"/>
              </a:ext>
            </a:extLst>
          </p:cNvPr>
          <p:cNvSpPr/>
          <p:nvPr/>
        </p:nvSpPr>
        <p:spPr>
          <a:xfrm>
            <a:off x="3763478" y="8283577"/>
            <a:ext cx="1993604" cy="1140341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rgbClr val="D8D8D8">
                <a:lumMod val="2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prstClr val="white"/>
                </a:solidFill>
                <a:latin typeface="Calibri"/>
              </a:rPr>
              <a:t>TAI Timestamps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4297864-E0CE-5F7B-80BD-366FF60DF391}"/>
              </a:ext>
            </a:extLst>
          </p:cNvPr>
          <p:cNvSpPr/>
          <p:nvPr/>
        </p:nvSpPr>
        <p:spPr>
          <a:xfrm>
            <a:off x="6549650" y="3609290"/>
            <a:ext cx="2559788" cy="1491216"/>
          </a:xfrm>
          <a:prstGeom prst="rect">
            <a:avLst/>
          </a:prstGeom>
          <a:noFill/>
          <a:ln w="19050" cap="flat" cmpd="sng" algn="ctr">
            <a:solidFill>
              <a:srgbClr val="D8D8D8">
                <a:lumMod val="10000"/>
              </a:srgbClr>
            </a:solidFill>
            <a:prstDash val="solid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F4BEB34-03BB-B901-663E-B260F09C8E68}"/>
              </a:ext>
            </a:extLst>
          </p:cNvPr>
          <p:cNvSpPr/>
          <p:nvPr/>
        </p:nvSpPr>
        <p:spPr>
          <a:xfrm>
            <a:off x="6277312" y="2603078"/>
            <a:ext cx="3066161" cy="7208876"/>
          </a:xfrm>
          <a:prstGeom prst="rect">
            <a:avLst/>
          </a:prstGeom>
          <a:gradFill rotWithShape="1">
            <a:gsLst>
              <a:gs pos="0">
                <a:srgbClr val="1E4D7C">
                  <a:tint val="50000"/>
                  <a:satMod val="300000"/>
                </a:srgbClr>
              </a:gs>
              <a:gs pos="35000">
                <a:srgbClr val="1E4D7C">
                  <a:tint val="37000"/>
                  <a:satMod val="300000"/>
                </a:srgbClr>
              </a:gs>
              <a:gs pos="100000">
                <a:srgbClr val="1E4D7C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1E4D7C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37160" tIns="68580" rIns="137160" bIns="68580" rtlCol="0" anchor="t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Media Content Options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C457F39-1925-2A9E-B062-62A8500EE2CF}"/>
              </a:ext>
            </a:extLst>
          </p:cNvPr>
          <p:cNvSpPr/>
          <p:nvPr/>
        </p:nvSpPr>
        <p:spPr>
          <a:xfrm>
            <a:off x="6561613" y="7042316"/>
            <a:ext cx="2559788" cy="149121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Application Metadata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01BC1B8-6A2C-257E-D163-A7203F655683}"/>
              </a:ext>
            </a:extLst>
          </p:cNvPr>
          <p:cNvSpPr/>
          <p:nvPr/>
        </p:nvSpPr>
        <p:spPr>
          <a:xfrm>
            <a:off x="6549646" y="3603252"/>
            <a:ext cx="2559788" cy="91434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Still Image(s)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13D5E24-AB08-335E-49C4-D6726071159D}"/>
              </a:ext>
            </a:extLst>
          </p:cNvPr>
          <p:cNvSpPr/>
          <p:nvPr/>
        </p:nvSpPr>
        <p:spPr>
          <a:xfrm>
            <a:off x="6549644" y="4738328"/>
            <a:ext cx="2559788" cy="91434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Image Sequence(s)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33C1189-276C-EB0D-7E5A-3571857F36C6}"/>
              </a:ext>
            </a:extLst>
          </p:cNvPr>
          <p:cNvSpPr/>
          <p:nvPr/>
        </p:nvSpPr>
        <p:spPr>
          <a:xfrm>
            <a:off x="6549643" y="5880062"/>
            <a:ext cx="2559788" cy="91434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Motion Imagery Track(s)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49F4D23-1DA1-DB87-ACEA-E8E5197F95AE}"/>
              </a:ext>
            </a:extLst>
          </p:cNvPr>
          <p:cNvSpPr/>
          <p:nvPr/>
        </p:nvSpPr>
        <p:spPr>
          <a:xfrm>
            <a:off x="6549646" y="8742408"/>
            <a:ext cx="2559788" cy="91434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Audio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CFC278D2-B0EB-84C5-5834-69100B4F7D17}"/>
              </a:ext>
            </a:extLst>
          </p:cNvPr>
          <p:cNvSpPr/>
          <p:nvPr/>
        </p:nvSpPr>
        <p:spPr>
          <a:xfrm>
            <a:off x="11321770" y="4259167"/>
            <a:ext cx="3723719" cy="4940414"/>
          </a:xfrm>
          <a:prstGeom prst="rect">
            <a:avLst/>
          </a:prstGeom>
          <a:gradFill rotWithShape="1">
            <a:gsLst>
              <a:gs pos="0">
                <a:srgbClr val="1E4D7C">
                  <a:tint val="50000"/>
                  <a:satMod val="300000"/>
                </a:srgbClr>
              </a:gs>
              <a:gs pos="35000">
                <a:srgbClr val="1E4D7C">
                  <a:tint val="37000"/>
                  <a:satMod val="300000"/>
                </a:srgbClr>
              </a:gs>
              <a:gs pos="100000">
                <a:srgbClr val="1E4D7C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1E4D7C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37160" tIns="68580" rIns="137160" bIns="68580" rtlCol="0" anchor="t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Container for Ontology Structured Metadata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865E7B8-8ED4-93FB-70DA-118B10BBDD58}"/>
              </a:ext>
            </a:extLst>
          </p:cNvPr>
          <p:cNvSpPr/>
          <p:nvPr/>
        </p:nvSpPr>
        <p:spPr>
          <a:xfrm>
            <a:off x="11404936" y="5221409"/>
            <a:ext cx="3517296" cy="3725946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rgbClr val="464646"/>
            </a:solidFill>
            <a:prstDash val="sysDot"/>
          </a:ln>
          <a:effectLst/>
        </p:spPr>
        <p:txBody>
          <a:bodyPr lIns="137160" tIns="68580" rIns="137160" bIns="68580" rtlCol="0" anchor="t"/>
          <a:lstStyle/>
          <a:p>
            <a:pPr algn="ctr" defTabSz="1371600">
              <a:defRPr/>
            </a:pPr>
            <a:r>
              <a:rPr lang="en-US" sz="2700" kern="0" dirty="0">
                <a:solidFill>
                  <a:srgbClr val="414042"/>
                </a:solidFill>
                <a:latin typeface="Calibri"/>
              </a:rPr>
              <a:t>Application Metadata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7A23342-EBF5-9C40-8027-730F327FA1DA}"/>
              </a:ext>
            </a:extLst>
          </p:cNvPr>
          <p:cNvSpPr txBox="1"/>
          <p:nvPr/>
        </p:nvSpPr>
        <p:spPr>
          <a:xfrm>
            <a:off x="11050576" y="3263795"/>
            <a:ext cx="4369937" cy="969496"/>
          </a:xfrm>
          <a:prstGeom prst="rect">
            <a:avLst/>
          </a:prstGeom>
          <a:noFill/>
        </p:spPr>
        <p:txBody>
          <a:bodyPr wrap="square" lIns="137160" tIns="68580" rIns="137160" bIns="68580">
            <a:spAutoFit/>
          </a:bodyPr>
          <a:lstStyle/>
          <a:p>
            <a:pPr algn="ctr" defTabSz="1371600">
              <a:defRPr/>
            </a:pPr>
            <a:r>
              <a:rPr lang="en-US" sz="2700" b="1" kern="0" dirty="0">
                <a:solidFill>
                  <a:srgbClr val="414042"/>
                </a:solidFill>
                <a:latin typeface="Calibri" panose="020F0502020204030204"/>
              </a:rPr>
              <a:t>RDF Triple Store Sidecar File</a:t>
            </a:r>
          </a:p>
          <a:p>
            <a:pPr algn="ctr" defTabSz="1371600">
              <a:defRPr/>
            </a:pPr>
            <a:r>
              <a:rPr lang="en-US" sz="2700" b="1" kern="0" dirty="0">
                <a:solidFill>
                  <a:srgbClr val="414042"/>
                </a:solidFill>
                <a:latin typeface="Calibri" panose="020F0502020204030204"/>
              </a:rPr>
              <a:t>(External to GIMI file)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1D98C7A-388B-253D-9CF4-DFA7A8FCF327}"/>
              </a:ext>
            </a:extLst>
          </p:cNvPr>
          <p:cNvSpPr txBox="1"/>
          <p:nvPr/>
        </p:nvSpPr>
        <p:spPr>
          <a:xfrm>
            <a:off x="10505088" y="2164435"/>
            <a:ext cx="5235855" cy="969497"/>
          </a:xfrm>
          <a:prstGeom prst="rect">
            <a:avLst/>
          </a:prstGeom>
          <a:solidFill>
            <a:srgbClr val="9999FF"/>
          </a:solidFill>
          <a:ln w="28575">
            <a:solidFill>
              <a:srgbClr val="414042">
                <a:lumMod val="50000"/>
              </a:srgbClr>
            </a:solidFill>
          </a:ln>
        </p:spPr>
        <p:txBody>
          <a:bodyPr wrap="square" lIns="137160" tIns="68580" rIns="137160" bIns="68580">
            <a:spAutoFit/>
          </a:bodyPr>
          <a:lstStyle/>
          <a:p>
            <a:pPr algn="ctr" defTabSz="1371600">
              <a:defRPr/>
            </a:pPr>
            <a:r>
              <a:rPr lang="en-US" sz="2700" b="1" kern="0" dirty="0">
                <a:solidFill>
                  <a:prstClr val="white"/>
                </a:solidFill>
                <a:latin typeface="Calibri" panose="020F0502020204030204"/>
              </a:rPr>
              <a:t>Content IDs and TAI timestamps link information together</a:t>
            </a:r>
          </a:p>
        </p:txBody>
      </p:sp>
      <p:grpSp>
        <p:nvGrpSpPr>
          <p:cNvPr id="16" name="Group 44">
            <a:extLst>
              <a:ext uri="{FF2B5EF4-FFF2-40B4-BE49-F238E27FC236}">
                <a16:creationId xmlns:a16="http://schemas.microsoft.com/office/drawing/2014/main" xmlns="" id="{E99B0DF6-D0A6-BACD-2914-BC6137CB95C4}"/>
              </a:ext>
            </a:extLst>
          </p:cNvPr>
          <p:cNvGrpSpPr/>
          <p:nvPr/>
        </p:nvGrpSpPr>
        <p:grpSpPr>
          <a:xfrm>
            <a:off x="11620310" y="5880062"/>
            <a:ext cx="3153914" cy="2905217"/>
            <a:chOff x="1537252" y="3573052"/>
            <a:chExt cx="2138982" cy="125758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009335D3-4C4E-7F47-3F09-7457D9CDCCE0}"/>
                </a:ext>
              </a:extLst>
            </p:cNvPr>
            <p:cNvSpPr/>
            <p:nvPr/>
          </p:nvSpPr>
          <p:spPr>
            <a:xfrm>
              <a:off x="1537253" y="4073106"/>
              <a:ext cx="373615" cy="252512"/>
            </a:xfrm>
            <a:prstGeom prst="rect">
              <a:avLst/>
            </a:prstGeom>
            <a:solidFill>
              <a:srgbClr val="E35353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71F4F169-3E06-C3AA-CD1E-23FCA37F43C4}"/>
                </a:ext>
              </a:extLst>
            </p:cNvPr>
            <p:cNvSpPr/>
            <p:nvPr/>
          </p:nvSpPr>
          <p:spPr>
            <a:xfrm>
              <a:off x="2374024" y="4073105"/>
              <a:ext cx="1302210" cy="251061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1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xmlns="" id="{6F8114B8-3A06-58DE-5114-AD0B9567B401}"/>
                </a:ext>
              </a:extLst>
            </p:cNvPr>
            <p:cNvSpPr/>
            <p:nvPr/>
          </p:nvSpPr>
          <p:spPr>
            <a:xfrm>
              <a:off x="1910870" y="4073106"/>
              <a:ext cx="463154" cy="252512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xmlns="" id="{6932524A-EBC9-7CE2-91F4-2F45670E311F}"/>
                </a:ext>
              </a:extLst>
            </p:cNvPr>
            <p:cNvSpPr/>
            <p:nvPr/>
          </p:nvSpPr>
          <p:spPr>
            <a:xfrm>
              <a:off x="1537252" y="4325618"/>
              <a:ext cx="703176" cy="252512"/>
            </a:xfrm>
            <a:prstGeom prst="rect">
              <a:avLst/>
            </a:prstGeom>
            <a:solidFill>
              <a:srgbClr val="E35353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xmlns="" id="{64636EF9-F972-996B-37E1-EB3908FC01EF}"/>
                </a:ext>
              </a:extLst>
            </p:cNvPr>
            <p:cNvSpPr/>
            <p:nvPr/>
          </p:nvSpPr>
          <p:spPr>
            <a:xfrm>
              <a:off x="2233822" y="4325618"/>
              <a:ext cx="491819" cy="252512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xmlns="" id="{02FA3C8E-2172-8C57-2EF3-3F864C37B9CF}"/>
                </a:ext>
              </a:extLst>
            </p:cNvPr>
            <p:cNvSpPr/>
            <p:nvPr/>
          </p:nvSpPr>
          <p:spPr>
            <a:xfrm>
              <a:off x="2725642" y="4325618"/>
              <a:ext cx="603690" cy="25251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xmlns="" id="{2A7CB5E5-B374-CE85-CE05-7615200C56C2}"/>
                </a:ext>
              </a:extLst>
            </p:cNvPr>
            <p:cNvSpPr/>
            <p:nvPr/>
          </p:nvSpPr>
          <p:spPr>
            <a:xfrm>
              <a:off x="1537252" y="4578129"/>
              <a:ext cx="524537" cy="252512"/>
            </a:xfrm>
            <a:prstGeom prst="rect">
              <a:avLst/>
            </a:prstGeom>
            <a:solidFill>
              <a:srgbClr val="E35353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xmlns="" id="{EE1EABD4-C4C8-F19E-4705-C53AB5822387}"/>
                </a:ext>
              </a:extLst>
            </p:cNvPr>
            <p:cNvSpPr/>
            <p:nvPr/>
          </p:nvSpPr>
          <p:spPr>
            <a:xfrm>
              <a:off x="2061789" y="4578129"/>
              <a:ext cx="772282" cy="252512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xmlns="" id="{447C7146-0635-AF40-166E-45978645648F}"/>
                </a:ext>
              </a:extLst>
            </p:cNvPr>
            <p:cNvSpPr/>
            <p:nvPr/>
          </p:nvSpPr>
          <p:spPr>
            <a:xfrm>
              <a:off x="2834071" y="4578129"/>
              <a:ext cx="603690" cy="25251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xmlns="" id="{EFB61654-BD3D-9CDB-C853-EDA0002D7A88}"/>
                </a:ext>
              </a:extLst>
            </p:cNvPr>
            <p:cNvSpPr/>
            <p:nvPr/>
          </p:nvSpPr>
          <p:spPr>
            <a:xfrm>
              <a:off x="1537253" y="3824113"/>
              <a:ext cx="261068" cy="252512"/>
            </a:xfrm>
            <a:prstGeom prst="rect">
              <a:avLst/>
            </a:prstGeom>
            <a:solidFill>
              <a:srgbClr val="E35353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xmlns="" id="{43748EDD-E316-74AC-795E-0EFC7E7C5FBE}"/>
                </a:ext>
              </a:extLst>
            </p:cNvPr>
            <p:cNvSpPr/>
            <p:nvPr/>
          </p:nvSpPr>
          <p:spPr>
            <a:xfrm>
              <a:off x="1798322" y="3824113"/>
              <a:ext cx="261068" cy="252512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xmlns="" id="{201A1BFE-D9F7-F95A-1C07-E785291D200A}"/>
                </a:ext>
              </a:extLst>
            </p:cNvPr>
            <p:cNvSpPr/>
            <p:nvPr/>
          </p:nvSpPr>
          <p:spPr>
            <a:xfrm>
              <a:off x="2059390" y="3824113"/>
              <a:ext cx="721770" cy="25251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xmlns="" id="{601B8124-13DE-7AD5-55C3-871AD0DC8A68}"/>
                </a:ext>
              </a:extLst>
            </p:cNvPr>
            <p:cNvSpPr/>
            <p:nvPr/>
          </p:nvSpPr>
          <p:spPr>
            <a:xfrm>
              <a:off x="1537252" y="3573052"/>
              <a:ext cx="559947" cy="252512"/>
            </a:xfrm>
            <a:prstGeom prst="rect">
              <a:avLst/>
            </a:prstGeom>
            <a:solidFill>
              <a:srgbClr val="E35353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xmlns="" id="{842BDC08-E4A6-9519-DC93-2BA8D7709D84}"/>
                </a:ext>
              </a:extLst>
            </p:cNvPr>
            <p:cNvSpPr/>
            <p:nvPr/>
          </p:nvSpPr>
          <p:spPr>
            <a:xfrm>
              <a:off x="2097200" y="3573052"/>
              <a:ext cx="459186" cy="252512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7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xmlns="" id="{70DCFB86-7C11-A4F2-857C-A75AB56B34E4}"/>
                </a:ext>
              </a:extLst>
            </p:cNvPr>
            <p:cNvSpPr/>
            <p:nvPr/>
          </p:nvSpPr>
          <p:spPr>
            <a:xfrm>
              <a:off x="2556386" y="3573052"/>
              <a:ext cx="1007479" cy="25251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rgbClr val="1E4D7C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1371600">
                <a:defRPr/>
              </a:pPr>
              <a:endParaRPr lang="en-US" sz="2100" kern="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xmlns="" id="{76EB723F-A8C8-7498-C753-3569103DBEB8}"/>
              </a:ext>
            </a:extLst>
          </p:cNvPr>
          <p:cNvSpPr/>
          <p:nvPr/>
        </p:nvSpPr>
        <p:spPr>
          <a:xfrm rot="21063963">
            <a:off x="5572075" y="6553191"/>
            <a:ext cx="7666961" cy="553998"/>
          </a:xfrm>
          <a:prstGeom prst="leftRightArrow">
            <a:avLst/>
          </a:prstGeom>
          <a:solidFill>
            <a:srgbClr val="9999FF"/>
          </a:solidFill>
          <a:ln w="25400" cap="flat" cmpd="sng" algn="ctr">
            <a:solidFill>
              <a:srgbClr val="1E4D7C">
                <a:shade val="15000"/>
              </a:srgbClr>
            </a:solidFill>
            <a:prstDash val="solid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40B3B15-02E7-9FD7-305C-A123AEFB666A}"/>
              </a:ext>
            </a:extLst>
          </p:cNvPr>
          <p:cNvSpPr/>
          <p:nvPr/>
        </p:nvSpPr>
        <p:spPr>
          <a:xfrm>
            <a:off x="13215539" y="5990935"/>
            <a:ext cx="1316604" cy="381944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0" tIns="68580" rIns="0" bIns="68580" rtlCol="0" anchor="ctr"/>
          <a:lstStyle/>
          <a:p>
            <a:pPr algn="ctr" defTabSz="1371600">
              <a:defRPr/>
            </a:pPr>
            <a:r>
              <a:rPr lang="en-US" sz="2100" kern="0" dirty="0">
                <a:solidFill>
                  <a:prstClr val="white"/>
                </a:solidFill>
                <a:latin typeface="Calibri"/>
              </a:rPr>
              <a:t>Content ID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22DF1E08-7F32-AAF3-8710-90053B704F47}"/>
              </a:ext>
            </a:extLst>
          </p:cNvPr>
          <p:cNvSpPr/>
          <p:nvPr/>
        </p:nvSpPr>
        <p:spPr>
          <a:xfrm>
            <a:off x="13013878" y="7144087"/>
            <a:ext cx="1656263" cy="381944"/>
          </a:xfrm>
          <a:prstGeom prst="rect">
            <a:avLst/>
          </a:prstGeom>
          <a:solidFill>
            <a:srgbClr val="192F43">
              <a:lumMod val="50000"/>
              <a:lumOff val="50000"/>
            </a:srgbClr>
          </a:solidFill>
          <a:ln w="38100">
            <a:solidFill>
              <a:schemeClr val="bg1">
                <a:lumMod val="7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0" tIns="68580" rIns="0" bIns="68580" rtlCol="0" anchor="ctr"/>
          <a:lstStyle/>
          <a:p>
            <a:pPr algn="ctr" defTabSz="1371600">
              <a:defRPr/>
            </a:pPr>
            <a:r>
              <a:rPr lang="en-US" sz="2100" kern="0" dirty="0">
                <a:solidFill>
                  <a:prstClr val="white"/>
                </a:solidFill>
                <a:latin typeface="Calibri"/>
              </a:rPr>
              <a:t>TAI Timestamp</a:t>
            </a:r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xmlns="" id="{6A069B69-FA6C-FE25-05AD-84B70E077BDD}"/>
              </a:ext>
            </a:extLst>
          </p:cNvPr>
          <p:cNvSpPr/>
          <p:nvPr/>
        </p:nvSpPr>
        <p:spPr>
          <a:xfrm rot="21063963">
            <a:off x="5529408" y="7752713"/>
            <a:ext cx="7505928" cy="553998"/>
          </a:xfrm>
          <a:prstGeom prst="leftRightArrow">
            <a:avLst/>
          </a:prstGeom>
          <a:solidFill>
            <a:srgbClr val="9999FF"/>
          </a:solidFill>
          <a:ln w="25400" cap="flat" cmpd="sng" algn="ctr">
            <a:solidFill>
              <a:srgbClr val="1E4D7C">
                <a:shade val="15000"/>
              </a:srgbClr>
            </a:solidFill>
            <a:prstDash val="solid"/>
          </a:ln>
          <a:effectLst/>
        </p:spPr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kern="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298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3" grpId="0"/>
      <p:bldP spid="24" grpId="0" animBg="1"/>
      <p:bldP spid="25" grpId="0" animBg="1"/>
      <p:bldP spid="17" grpId="0" animBg="1"/>
      <p:bldP spid="63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7CCA88-BD6A-AE7C-40E5-04AD1B4B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0DB277D6-12A1-0670-D6BB-E318C401284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1562100"/>
            <a:ext cx="16598236" cy="83819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ISOBMFF</a:t>
            </a:r>
            <a:r>
              <a:rPr lang="en-US" dirty="0"/>
              <a:t> provides the foundational </a:t>
            </a:r>
            <a:r>
              <a:rPr lang="en-US" b="1" dirty="0"/>
              <a:t>metadata structures</a:t>
            </a:r>
            <a:r>
              <a:rPr lang="en-US" dirty="0"/>
              <a:t> which includes </a:t>
            </a:r>
            <a:r>
              <a:rPr lang="en-US" b="1" dirty="0"/>
              <a:t>methods</a:t>
            </a:r>
            <a:r>
              <a:rPr lang="en-US" dirty="0"/>
              <a:t> for </a:t>
            </a:r>
            <a:r>
              <a:rPr lang="en-US" b="1" dirty="0"/>
              <a:t>storing</a:t>
            </a:r>
            <a:r>
              <a:rPr lang="en-US" dirty="0"/>
              <a:t> and </a:t>
            </a:r>
            <a:r>
              <a:rPr lang="en-US" b="1" dirty="0"/>
              <a:t>associating</a:t>
            </a:r>
            <a:r>
              <a:rPr lang="en-US" dirty="0"/>
              <a:t> </a:t>
            </a:r>
            <a:r>
              <a:rPr lang="en-US" b="1" dirty="0"/>
              <a:t>metadata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ISOBMFF/HEIF </a:t>
            </a:r>
            <a:r>
              <a:rPr lang="en-US" b="1" dirty="0" smtClean="0"/>
              <a:t>media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item properties for still images, </a:t>
            </a:r>
          </a:p>
          <a:p>
            <a:pPr lvl="1"/>
            <a:r>
              <a:rPr lang="en-US" dirty="0"/>
              <a:t>and various boxes which carry media support information, such as color boxes. </a:t>
            </a:r>
          </a:p>
          <a:p>
            <a:endParaRPr lang="en-US" dirty="0"/>
          </a:p>
          <a:p>
            <a:r>
              <a:rPr lang="en-US" dirty="0" smtClean="0"/>
              <a:t>GIMI </a:t>
            </a:r>
            <a:r>
              <a:rPr lang="en-US" dirty="0"/>
              <a:t>defines three primary categories of metadata:</a:t>
            </a:r>
          </a:p>
          <a:p>
            <a:pPr lvl="1"/>
            <a:r>
              <a:rPr lang="en-US" b="1" dirty="0"/>
              <a:t>GIMI-Essential</a:t>
            </a:r>
            <a:r>
              <a:rPr lang="en-US" dirty="0"/>
              <a:t>, </a:t>
            </a:r>
          </a:p>
          <a:p>
            <a:pPr lvl="1"/>
            <a:r>
              <a:rPr lang="en-US" b="1" dirty="0"/>
              <a:t>Security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and </a:t>
            </a:r>
            <a:r>
              <a:rPr lang="en-US" b="1" dirty="0"/>
              <a:t>Application Metadata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/>
              <a:t>GIMI-Essential Metadata </a:t>
            </a:r>
            <a:r>
              <a:rPr lang="en-US" dirty="0" smtClean="0"/>
              <a:t>stores </a:t>
            </a:r>
            <a:r>
              <a:rPr lang="en-US" dirty="0"/>
              <a:t>and associates TAI Timestamps and Content IDs to media. </a:t>
            </a:r>
            <a:endParaRPr lang="en-US" dirty="0" smtClean="0"/>
          </a:p>
          <a:p>
            <a:r>
              <a:rPr lang="en-US" dirty="0"/>
              <a:t>Security Metadata stores and associate’s security markings to media by linking Content IDs to embedded security markings. </a:t>
            </a:r>
          </a:p>
          <a:p>
            <a:r>
              <a:rPr lang="en-US" dirty="0" smtClean="0"/>
              <a:t>Application </a:t>
            </a:r>
            <a:r>
              <a:rPr lang="en-US" dirty="0"/>
              <a:t>metadata </a:t>
            </a:r>
            <a:r>
              <a:rPr lang="en-US" dirty="0" smtClean="0"/>
              <a:t>stores </a:t>
            </a:r>
            <a:r>
              <a:rPr lang="en-US" dirty="0"/>
              <a:t>and associates GEOINT </a:t>
            </a:r>
            <a:r>
              <a:rPr lang="en-US" dirty="0" smtClean="0"/>
              <a:t>metadata with the </a:t>
            </a:r>
            <a:r>
              <a:rPr lang="en-US" dirty="0" smtClean="0"/>
              <a:t>media using </a:t>
            </a:r>
            <a:r>
              <a:rPr lang="en-US" dirty="0" smtClean="0"/>
              <a:t>the Imagery Domain Ontology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D4ACC504-3C61-B7CF-89C2-C8B6E73A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</a:t>
            </a:r>
            <a:r>
              <a:rPr lang="en-US" dirty="0" smtClean="0"/>
              <a:t>content in GIMI files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25000" y="3619500"/>
            <a:ext cx="7805035" cy="3886200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6" name="Rectángulo 5"/>
          <p:cNvSpPr/>
          <p:nvPr/>
        </p:nvSpPr>
        <p:spPr>
          <a:xfrm>
            <a:off x="10820400" y="3572408"/>
            <a:ext cx="4876800" cy="17996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1548452" y="5067301"/>
            <a:ext cx="4014148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6960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</a:t>
            </a:r>
            <a:r>
              <a:rPr lang="en-US" dirty="0" smtClean="0"/>
              <a:t>of the </a:t>
            </a:r>
            <a:r>
              <a:rPr lang="en-US" dirty="0" smtClean="0"/>
              <a:t>contributions of GIMI to HEIF</a:t>
            </a: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1981200" y="3848100"/>
            <a:ext cx="15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GIMI-Essential</a:t>
            </a:r>
            <a:endParaRPr lang="en-US" dirty="0"/>
          </a:p>
        </p:txBody>
      </p:sp>
      <p:sp>
        <p:nvSpPr>
          <p:cNvPr id="5" name="4 Rectángulo"/>
          <p:cNvSpPr/>
          <p:nvPr/>
        </p:nvSpPr>
        <p:spPr>
          <a:xfrm>
            <a:off x="1981200" y="5078968"/>
            <a:ext cx="955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Security</a:t>
            </a:r>
            <a:endParaRPr lang="en-US" dirty="0"/>
          </a:p>
        </p:txBody>
      </p:sp>
      <p:sp>
        <p:nvSpPr>
          <p:cNvPr id="6" name="5 Rectángulo"/>
          <p:cNvSpPr/>
          <p:nvPr/>
        </p:nvSpPr>
        <p:spPr>
          <a:xfrm>
            <a:off x="1981200" y="6515100"/>
            <a:ext cx="2260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Application Metadata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572000" y="3695700"/>
            <a:ext cx="170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TAI Timestamps </a:t>
            </a:r>
            <a:endParaRPr lang="en-US" dirty="0"/>
          </a:p>
        </p:txBody>
      </p:sp>
      <p:sp>
        <p:nvSpPr>
          <p:cNvPr id="8" name="7 Rectángulo"/>
          <p:cNvSpPr/>
          <p:nvPr/>
        </p:nvSpPr>
        <p:spPr>
          <a:xfrm>
            <a:off x="4572000" y="4076700"/>
            <a:ext cx="1332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Content IDs </a:t>
            </a:r>
            <a:endParaRPr lang="en-US" dirty="0"/>
          </a:p>
        </p:txBody>
      </p:sp>
      <p:sp>
        <p:nvSpPr>
          <p:cNvPr id="9" name="8 Rectángulo"/>
          <p:cNvSpPr/>
          <p:nvPr/>
        </p:nvSpPr>
        <p:spPr>
          <a:xfrm>
            <a:off x="4572000" y="4914900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security markings </a:t>
            </a:r>
            <a:endParaRPr lang="en-US" dirty="0"/>
          </a:p>
        </p:txBody>
      </p:sp>
      <p:sp>
        <p:nvSpPr>
          <p:cNvPr id="10" name="9 Rectángulo"/>
          <p:cNvSpPr/>
          <p:nvPr/>
        </p:nvSpPr>
        <p:spPr>
          <a:xfrm>
            <a:off x="6518063" y="5448300"/>
            <a:ext cx="254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Temporally on a timeline</a:t>
            </a:r>
            <a:endParaRPr lang="en-US" dirty="0"/>
          </a:p>
        </p:txBody>
      </p:sp>
      <p:sp>
        <p:nvSpPr>
          <p:cNvPr id="11" name="10 Rectángulo"/>
          <p:cNvSpPr/>
          <p:nvPr/>
        </p:nvSpPr>
        <p:spPr>
          <a:xfrm>
            <a:off x="6518063" y="5981700"/>
            <a:ext cx="2437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Collection of elements</a:t>
            </a:r>
            <a:r>
              <a:rPr lang="en-US" dirty="0" smtClean="0"/>
              <a:t>; </a:t>
            </a:r>
            <a:endParaRPr lang="en-US" dirty="0"/>
          </a:p>
        </p:txBody>
      </p:sp>
      <p:sp>
        <p:nvSpPr>
          <p:cNvPr id="12" name="11 Rectángulo"/>
          <p:cNvSpPr/>
          <p:nvPr/>
        </p:nvSpPr>
        <p:spPr>
          <a:xfrm>
            <a:off x="4572000" y="5600700"/>
            <a:ext cx="1148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organizing</a:t>
            </a:r>
            <a:endParaRPr lang="en-US" dirty="0"/>
          </a:p>
        </p:txBody>
      </p:sp>
      <p:sp>
        <p:nvSpPr>
          <p:cNvPr id="13" name="12 Rectángulo"/>
          <p:cNvSpPr/>
          <p:nvPr/>
        </p:nvSpPr>
        <p:spPr>
          <a:xfrm>
            <a:off x="4572000" y="6667500"/>
            <a:ext cx="1145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 structure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6518063" y="6515100"/>
            <a:ext cx="1198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Sequential</a:t>
            </a:r>
            <a:endParaRPr lang="en-US" dirty="0"/>
          </a:p>
        </p:txBody>
      </p:sp>
      <p:sp>
        <p:nvSpPr>
          <p:cNvPr id="15" name="14 Rectángulo"/>
          <p:cNvSpPr/>
          <p:nvPr/>
        </p:nvSpPr>
        <p:spPr>
          <a:xfrm>
            <a:off x="6518063" y="6972300"/>
            <a:ext cx="1606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Single Instance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4572000" y="8191500"/>
            <a:ext cx="938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storing </a:t>
            </a:r>
            <a:endParaRPr lang="en-US" dirty="0"/>
          </a:p>
        </p:txBody>
      </p:sp>
      <p:sp>
        <p:nvSpPr>
          <p:cNvPr id="17" name="16 Rectángulo"/>
          <p:cNvSpPr/>
          <p:nvPr/>
        </p:nvSpPr>
        <p:spPr>
          <a:xfrm>
            <a:off x="6553200" y="7810500"/>
            <a:ext cx="1795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Embedded in file</a:t>
            </a:r>
            <a:endParaRPr lang="en-US" dirty="0"/>
          </a:p>
        </p:txBody>
      </p:sp>
      <p:sp>
        <p:nvSpPr>
          <p:cNvPr id="18" name="17 Rectángulo"/>
          <p:cNvSpPr/>
          <p:nvPr/>
        </p:nvSpPr>
        <p:spPr>
          <a:xfrm>
            <a:off x="6553200" y="8191500"/>
            <a:ext cx="1268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sidecar file </a:t>
            </a:r>
            <a:endParaRPr lang="en-US" dirty="0"/>
          </a:p>
        </p:txBody>
      </p:sp>
      <p:sp>
        <p:nvSpPr>
          <p:cNvPr id="19" name="18 Rectángulo"/>
          <p:cNvSpPr/>
          <p:nvPr/>
        </p:nvSpPr>
        <p:spPr>
          <a:xfrm>
            <a:off x="6553200" y="8648700"/>
            <a:ext cx="635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both</a:t>
            </a:r>
            <a:endParaRPr lang="en-US" b="1" dirty="0"/>
          </a:p>
        </p:txBody>
      </p:sp>
      <p:sp>
        <p:nvSpPr>
          <p:cNvPr id="20" name="19 Rectángulo"/>
          <p:cNvSpPr/>
          <p:nvPr/>
        </p:nvSpPr>
        <p:spPr>
          <a:xfrm>
            <a:off x="8839200" y="6743700"/>
            <a:ext cx="1449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b="1" dirty="0" smtClean="0">
                <a:solidFill>
                  <a:srgbClr val="FF0000"/>
                </a:solidFill>
              </a:rPr>
              <a:t>Single-Article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8839200" y="7124700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Single-SIMA</a:t>
            </a:r>
            <a:endParaRPr lang="en-US" dirty="0"/>
          </a:p>
        </p:txBody>
      </p:sp>
      <p:sp>
        <p:nvSpPr>
          <p:cNvPr id="22" name="21 Rectángulo"/>
          <p:cNvSpPr/>
          <p:nvPr/>
        </p:nvSpPr>
        <p:spPr>
          <a:xfrm>
            <a:off x="10515600" y="6591300"/>
            <a:ext cx="517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KLV</a:t>
            </a:r>
            <a:endParaRPr lang="en-US" dirty="0"/>
          </a:p>
        </p:txBody>
      </p:sp>
      <p:sp>
        <p:nvSpPr>
          <p:cNvPr id="23" name="22 Rectángulo"/>
          <p:cNvSpPr/>
          <p:nvPr/>
        </p:nvSpPr>
        <p:spPr>
          <a:xfrm>
            <a:off x="10515600" y="6896100"/>
            <a:ext cx="729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Turtle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5" name="24 Conector recto"/>
          <p:cNvCxnSpPr>
            <a:stCxn id="4" idx="3"/>
            <a:endCxn id="7" idx="1"/>
          </p:cNvCxnSpPr>
          <p:nvPr/>
        </p:nvCxnSpPr>
        <p:spPr>
          <a:xfrm flipV="1">
            <a:off x="3545539" y="3880366"/>
            <a:ext cx="1026461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>
            <a:stCxn id="4" idx="3"/>
            <a:endCxn id="8" idx="1"/>
          </p:cNvCxnSpPr>
          <p:nvPr/>
        </p:nvCxnSpPr>
        <p:spPr>
          <a:xfrm>
            <a:off x="3545539" y="4032766"/>
            <a:ext cx="1026461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>
            <a:stCxn id="5" idx="3"/>
            <a:endCxn id="9" idx="1"/>
          </p:cNvCxnSpPr>
          <p:nvPr/>
        </p:nvCxnSpPr>
        <p:spPr>
          <a:xfrm flipV="1">
            <a:off x="2936911" y="5099566"/>
            <a:ext cx="1635089" cy="164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>
            <a:stCxn id="12" idx="1"/>
            <a:endCxn id="6" idx="3"/>
          </p:cNvCxnSpPr>
          <p:nvPr/>
        </p:nvCxnSpPr>
        <p:spPr>
          <a:xfrm flipH="1">
            <a:off x="4241306" y="5785366"/>
            <a:ext cx="330694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>
            <a:stCxn id="6" idx="3"/>
            <a:endCxn id="13" idx="1"/>
          </p:cNvCxnSpPr>
          <p:nvPr/>
        </p:nvCxnSpPr>
        <p:spPr>
          <a:xfrm>
            <a:off x="4241306" y="6699766"/>
            <a:ext cx="330694" cy="152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>
            <a:stCxn id="6" idx="3"/>
            <a:endCxn id="16" idx="1"/>
          </p:cNvCxnSpPr>
          <p:nvPr/>
        </p:nvCxnSpPr>
        <p:spPr>
          <a:xfrm>
            <a:off x="4241306" y="6699766"/>
            <a:ext cx="330694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>
            <a:stCxn id="12" idx="3"/>
            <a:endCxn id="10" idx="1"/>
          </p:cNvCxnSpPr>
          <p:nvPr/>
        </p:nvCxnSpPr>
        <p:spPr>
          <a:xfrm flipV="1">
            <a:off x="5720648" y="5632966"/>
            <a:ext cx="797415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>
            <a:stCxn id="12" idx="3"/>
          </p:cNvCxnSpPr>
          <p:nvPr/>
        </p:nvCxnSpPr>
        <p:spPr>
          <a:xfrm>
            <a:off x="5720648" y="5785366"/>
            <a:ext cx="756352" cy="272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>
            <a:stCxn id="13" idx="3"/>
            <a:endCxn id="14" idx="1"/>
          </p:cNvCxnSpPr>
          <p:nvPr/>
        </p:nvCxnSpPr>
        <p:spPr>
          <a:xfrm flipV="1">
            <a:off x="5717698" y="6699766"/>
            <a:ext cx="800365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>
            <a:stCxn id="13" idx="3"/>
            <a:endCxn id="15" idx="1"/>
          </p:cNvCxnSpPr>
          <p:nvPr/>
        </p:nvCxnSpPr>
        <p:spPr>
          <a:xfrm>
            <a:off x="5717698" y="6852166"/>
            <a:ext cx="800365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>
            <a:stCxn id="16" idx="3"/>
            <a:endCxn id="17" idx="1"/>
          </p:cNvCxnSpPr>
          <p:nvPr/>
        </p:nvCxnSpPr>
        <p:spPr>
          <a:xfrm flipV="1">
            <a:off x="5510077" y="7995166"/>
            <a:ext cx="1043123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>
            <a:stCxn id="16" idx="3"/>
            <a:endCxn id="18" idx="1"/>
          </p:cNvCxnSpPr>
          <p:nvPr/>
        </p:nvCxnSpPr>
        <p:spPr>
          <a:xfrm>
            <a:off x="5510077" y="8376166"/>
            <a:ext cx="10431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>
            <a:stCxn id="19" idx="1"/>
            <a:endCxn id="16" idx="3"/>
          </p:cNvCxnSpPr>
          <p:nvPr/>
        </p:nvCxnSpPr>
        <p:spPr>
          <a:xfrm flipH="1" flipV="1">
            <a:off x="5510077" y="8376166"/>
            <a:ext cx="1043123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>
            <a:stCxn id="15" idx="3"/>
            <a:endCxn id="20" idx="1"/>
          </p:cNvCxnSpPr>
          <p:nvPr/>
        </p:nvCxnSpPr>
        <p:spPr>
          <a:xfrm flipV="1">
            <a:off x="8124593" y="6928366"/>
            <a:ext cx="714607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>
            <a:stCxn id="15" idx="3"/>
            <a:endCxn id="21" idx="1"/>
          </p:cNvCxnSpPr>
          <p:nvPr/>
        </p:nvCxnSpPr>
        <p:spPr>
          <a:xfrm>
            <a:off x="8124593" y="7156966"/>
            <a:ext cx="714607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>
            <a:stCxn id="20" idx="3"/>
            <a:endCxn id="22" idx="1"/>
          </p:cNvCxnSpPr>
          <p:nvPr/>
        </p:nvCxnSpPr>
        <p:spPr>
          <a:xfrm flipV="1">
            <a:off x="10288636" y="6775966"/>
            <a:ext cx="226964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>
            <a:stCxn id="20" idx="3"/>
            <a:endCxn id="23" idx="1"/>
          </p:cNvCxnSpPr>
          <p:nvPr/>
        </p:nvCxnSpPr>
        <p:spPr>
          <a:xfrm>
            <a:off x="10288636" y="6928366"/>
            <a:ext cx="226964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76 CuadroTexto"/>
          <p:cNvSpPr txBox="1"/>
          <p:nvPr/>
        </p:nvSpPr>
        <p:spPr>
          <a:xfrm>
            <a:off x="304800" y="5067300"/>
            <a:ext cx="898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 smtClean="0">
                <a:solidFill>
                  <a:srgbClr val="FF0000"/>
                </a:solidFill>
              </a:rPr>
              <a:t>GIMI</a:t>
            </a:r>
            <a:endParaRPr lang="en-US" sz="2800" dirty="0">
              <a:solidFill>
                <a:srgbClr val="FF0000"/>
              </a:solidFill>
            </a:endParaRPr>
          </a:p>
        </p:txBody>
      </p:sp>
      <p:cxnSp>
        <p:nvCxnSpPr>
          <p:cNvPr id="79" name="78 Conector recto"/>
          <p:cNvCxnSpPr>
            <a:stCxn id="77" idx="3"/>
            <a:endCxn id="5" idx="1"/>
          </p:cNvCxnSpPr>
          <p:nvPr/>
        </p:nvCxnSpPr>
        <p:spPr>
          <a:xfrm flipV="1">
            <a:off x="1202803" y="5263634"/>
            <a:ext cx="778397" cy="65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>
            <a:stCxn id="77" idx="3"/>
            <a:endCxn id="4" idx="1"/>
          </p:cNvCxnSpPr>
          <p:nvPr/>
        </p:nvCxnSpPr>
        <p:spPr>
          <a:xfrm flipV="1">
            <a:off x="1202803" y="4032766"/>
            <a:ext cx="778397" cy="1296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>
            <a:stCxn id="77" idx="3"/>
            <a:endCxn id="6" idx="1"/>
          </p:cNvCxnSpPr>
          <p:nvPr/>
        </p:nvCxnSpPr>
        <p:spPr>
          <a:xfrm>
            <a:off x="1202803" y="5328910"/>
            <a:ext cx="778397" cy="13708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uadroTexto 4"/>
          <p:cNvSpPr txBox="1"/>
          <p:nvPr/>
        </p:nvSpPr>
        <p:spPr>
          <a:xfrm>
            <a:off x="11506200" y="2552700"/>
            <a:ext cx="123195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cco</a:t>
            </a:r>
            <a:r>
              <a:rPr lang="en-US" sz="1400" dirty="0">
                <a:latin typeface="Aptos" panose="020B0004020202020204" pitchFamily="34" charset="0"/>
              </a:rPr>
              <a:t>: &lt;http://www.ontologyrepository.com/CommonCoreOntologies/&gt; 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geosparql</a:t>
            </a:r>
            <a:r>
              <a:rPr lang="en-US" sz="1400" dirty="0">
                <a:latin typeface="Aptos" panose="020B0004020202020204" pitchFamily="34" charset="0"/>
              </a:rPr>
              <a:t>: &lt;http://www.opengis.net/ont/geosparql#&gt; .</a:t>
            </a:r>
          </a:p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imh</a:t>
            </a:r>
            <a:r>
              <a:rPr lang="en-US" sz="1400" dirty="0">
                <a:latin typeface="Aptos" panose="020B0004020202020204" pitchFamily="34" charset="0"/>
              </a:rPr>
              <a:t>: &lt;http://ontology.mil/foundry/IMH_&gt; .</a:t>
            </a:r>
          </a:p>
          <a:p>
            <a:r>
              <a:rPr lang="en-US" sz="1400" dirty="0">
                <a:latin typeface="Aptos" panose="020B0004020202020204" pitchFamily="34" charset="0"/>
              </a:rPr>
              <a:t>@prefix obi: &lt;http://purl.obolibrary.org/obo/OBI_&gt; .</a:t>
            </a:r>
          </a:p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rdf</a:t>
            </a:r>
            <a:r>
              <a:rPr lang="en-US" sz="1400" dirty="0">
                <a:latin typeface="Aptos" panose="020B0004020202020204" pitchFamily="34" charset="0"/>
              </a:rPr>
              <a:t>: &lt;http://www.w3.org/1999/02/22-rdf-syntax-ns#&gt; .</a:t>
            </a:r>
          </a:p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rdfs</a:t>
            </a:r>
            <a:r>
              <a:rPr lang="en-US" sz="1400" dirty="0">
                <a:latin typeface="Aptos" panose="020B0004020202020204" pitchFamily="34" charset="0"/>
              </a:rPr>
              <a:t>: &lt;http://www.w3.org/2000/01/rdf-schema#&gt; .</a:t>
            </a:r>
          </a:p>
          <a:p>
            <a:r>
              <a:rPr lang="en-US" sz="1400" dirty="0">
                <a:latin typeface="Aptos" panose="020B0004020202020204" pitchFamily="34" charset="0"/>
              </a:rPr>
              <a:t>@prefix </a:t>
            </a:r>
            <a:r>
              <a:rPr lang="en-US" sz="1400" dirty="0" err="1">
                <a:latin typeface="Aptos" panose="020B0004020202020204" pitchFamily="34" charset="0"/>
              </a:rPr>
              <a:t>xsd</a:t>
            </a:r>
            <a:r>
              <a:rPr lang="en-US" sz="1400" dirty="0">
                <a:latin typeface="Aptos" panose="020B0004020202020204" pitchFamily="34" charset="0"/>
              </a:rPr>
              <a:t>: &lt;http://www.w3.org/2001/XMLSchema#&gt; 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latin typeface="Aptos" panose="020B0004020202020204" pitchFamily="34" charset="0"/>
              </a:rPr>
              <a:t># The Content ID in the GIMI File</a:t>
            </a:r>
          </a:p>
          <a:p>
            <a:r>
              <a:rPr lang="en-US" sz="1400" dirty="0">
                <a:latin typeface="Aptos" panose="020B0004020202020204" pitchFamily="34" charset="0"/>
              </a:rPr>
              <a:t>&lt;urn:uuid:1958d874-1203-4aed-a0df-f8ad2acfc7bb&gt; a imh:0000078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</a:t>
            </a:r>
            <a:r>
              <a:rPr lang="en-US" sz="1400" dirty="0" err="1">
                <a:latin typeface="Aptos" panose="020B0004020202020204" pitchFamily="34" charset="0"/>
              </a:rPr>
              <a:t>rdfs:label</a:t>
            </a:r>
            <a:r>
              <a:rPr lang="en-US" sz="1400" dirty="0">
                <a:latin typeface="Aptos" panose="020B0004020202020204" pitchFamily="34" charset="0"/>
              </a:rPr>
              <a:t> "The Main Image" 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latin typeface="Aptos" panose="020B0004020202020204" pitchFamily="34" charset="0"/>
              </a:rPr>
              <a:t># TAI Timestamp</a:t>
            </a:r>
          </a:p>
          <a:p>
            <a:r>
              <a:rPr lang="en-US" sz="1400" dirty="0">
                <a:latin typeface="Aptos" panose="020B0004020202020204" pitchFamily="34" charset="0"/>
              </a:rPr>
              <a:t>&lt;urn:uuid:25c7117c-0778-4c12-be28-14e52d6c8494&gt; a imh:0001416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obi:0002135 "1635120000000000000"^^</a:t>
            </a:r>
            <a:r>
              <a:rPr lang="en-US" sz="1400" dirty="0" err="1">
                <a:latin typeface="Aptos" panose="020B0004020202020204" pitchFamily="34" charset="0"/>
              </a:rPr>
              <a:t>xsd:long</a:t>
            </a:r>
            <a:r>
              <a:rPr lang="en-US" sz="1400" dirty="0">
                <a:latin typeface="Aptos" panose="020B0004020202020204" pitchFamily="34" charset="0"/>
              </a:rPr>
              <a:t>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</a:t>
            </a:r>
            <a:r>
              <a:rPr lang="en-US" sz="1400" dirty="0" err="1">
                <a:latin typeface="Aptos" panose="020B0004020202020204" pitchFamily="34" charset="0"/>
              </a:rPr>
              <a:t>rdf:label</a:t>
            </a:r>
            <a:r>
              <a:rPr lang="en-US" sz="1400" dirty="0">
                <a:latin typeface="Aptos" panose="020B0004020202020204" pitchFamily="34" charset="0"/>
              </a:rPr>
              <a:t> "October 25, 2009 TAI Timestamp" 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latin typeface="Aptos" panose="020B0004020202020204" pitchFamily="34" charset="0"/>
              </a:rPr>
              <a:t># Raster Bounds Correspondence Group - Links the Image to its Geospatial Extent</a:t>
            </a:r>
          </a:p>
          <a:p>
            <a:r>
              <a:rPr lang="en-US" sz="1400" dirty="0">
                <a:latin typeface="Aptos" panose="020B0004020202020204" pitchFamily="34" charset="0"/>
              </a:rPr>
              <a:t>&lt;urn:uuid:fa72c5b2-1ebf-473b-8379-879ac110dca3&gt; a imh:0001634,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    "</a:t>
            </a:r>
            <a:r>
              <a:rPr lang="en-US" sz="1400" dirty="0" err="1">
                <a:latin typeface="Aptos" panose="020B0004020202020204" pitchFamily="34" charset="0"/>
              </a:rPr>
              <a:t>geosparql:geometry</a:t>
            </a:r>
            <a:r>
              <a:rPr lang="en-US" sz="1400" dirty="0">
                <a:latin typeface="Aptos" panose="020B0004020202020204" pitchFamily="34" charset="0"/>
              </a:rPr>
              <a:t>"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</a:t>
            </a:r>
            <a:r>
              <a:rPr lang="en-US" sz="1400" dirty="0" err="1">
                <a:latin typeface="Aptos" panose="020B0004020202020204" pitchFamily="34" charset="0"/>
              </a:rPr>
              <a:t>rdfs:label</a:t>
            </a:r>
            <a:r>
              <a:rPr lang="en-US" sz="1400" dirty="0">
                <a:latin typeface="Aptos" panose="020B0004020202020204" pitchFamily="34" charset="0"/>
              </a:rPr>
              <a:t> ":raster-bounds-correspondence-group of urn:uuid:1958d874-1203-4aed-a0df-f8ad2acfc7bb"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imh:0001161 &lt;urn:uuid:25c7117c-0778-4c12-be28-14e52d6c8494&gt;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imh:0001678 &lt;urn:uuid:12d1a10c-1ffc-4945-a9b0-5e1106115dca&gt;,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    &lt;urn:uuid:a93ea7bc-476e-44a2-b4a7-f78db829be99&gt;,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    &lt;urn:uuid:ae3973f5-7635-4483-bcaa-d254687915f0&gt;,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    &lt;urn:uuid:de2dfc8a-ff6e-4a77-8698-c33b260b5feb&gt;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</a:t>
            </a:r>
            <a:r>
              <a:rPr lang="en-US" sz="1400" dirty="0" err="1">
                <a:latin typeface="Aptos" panose="020B0004020202020204" pitchFamily="34" charset="0"/>
              </a:rPr>
              <a:t>cco:is_about</a:t>
            </a:r>
            <a:r>
              <a:rPr lang="en-US" sz="1400" dirty="0">
                <a:latin typeface="Aptos" panose="020B0004020202020204" pitchFamily="34" charset="0"/>
              </a:rPr>
              <a:t> &lt;urn:uuid:1958d874-1203-4aed-a0df-f8ad2acfc7bb&gt; ;</a:t>
            </a:r>
          </a:p>
          <a:p>
            <a:r>
              <a:rPr lang="en-US" sz="1400" dirty="0">
                <a:latin typeface="Aptos" panose="020B0004020202020204" pitchFamily="34" charset="0"/>
              </a:rPr>
              <a:t>    </a:t>
            </a:r>
            <a:r>
              <a:rPr lang="en-US" sz="1400" dirty="0" err="1">
                <a:latin typeface="Aptos" panose="020B0004020202020204" pitchFamily="34" charset="0"/>
              </a:rPr>
              <a:t>geosparql:asWKT</a:t>
            </a:r>
            <a:r>
              <a:rPr lang="en-US" sz="1400" dirty="0">
                <a:latin typeface="Aptos" panose="020B0004020202020204" pitchFamily="34" charset="0"/>
              </a:rPr>
              <a:t> "POLYGON((-0.6073920048867456 2.417257774840304, -0.6074591250137896 2.4172577770596337, -0.6074591246647237 2.4171796502905774, </a:t>
            </a:r>
            <a:r>
              <a:rPr lang="en-US" sz="1400" dirty="0" smtClean="0">
                <a:latin typeface="Aptos" panose="020B0004020202020204" pitchFamily="34" charset="0"/>
              </a:rPr>
              <a:t>-</a:t>
            </a:r>
            <a:r>
              <a:rPr lang="en-US" sz="1400" dirty="0">
                <a:latin typeface="Aptos" panose="020B0004020202020204" pitchFamily="34" charset="0"/>
              </a:rPr>
              <a:t>0.6073920048867456 2.417179652156712, -0.6073920048867456 2.417257774840304))"^^</a:t>
            </a:r>
            <a:r>
              <a:rPr lang="en-US" sz="1400" dirty="0" err="1">
                <a:latin typeface="Aptos" panose="020B0004020202020204" pitchFamily="34" charset="0"/>
              </a:rPr>
              <a:t>geosparql:wktLiteral</a:t>
            </a:r>
            <a:r>
              <a:rPr lang="en-US" sz="1400" dirty="0">
                <a:latin typeface="Aptos" panose="020B0004020202020204" pitchFamily="34" charset="0"/>
              </a:rPr>
              <a:t> .</a:t>
            </a:r>
          </a:p>
        </p:txBody>
      </p:sp>
      <p:sp>
        <p:nvSpPr>
          <p:cNvPr id="46" name="45 CuadroTexto"/>
          <p:cNvSpPr txBox="1"/>
          <p:nvPr/>
        </p:nvSpPr>
        <p:spPr>
          <a:xfrm>
            <a:off x="11582400" y="1714500"/>
            <a:ext cx="4558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Imagery Domain Ontology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6"/>
          </p:nvPr>
        </p:nvSpPr>
        <p:spPr>
          <a:xfrm>
            <a:off x="838200" y="1638300"/>
            <a:ext cx="16598236" cy="7848600"/>
          </a:xfrm>
        </p:spPr>
        <p:txBody>
          <a:bodyPr>
            <a:normAutofit/>
          </a:bodyPr>
          <a:lstStyle/>
          <a:p>
            <a:r>
              <a:rPr lang="en-US" b="1" dirty="0" smtClean="0"/>
              <a:t>Mandatory</a:t>
            </a:r>
          </a:p>
          <a:p>
            <a:r>
              <a:rPr lang="en-US" dirty="0" smtClean="0"/>
              <a:t>Provides universally </a:t>
            </a:r>
            <a:r>
              <a:rPr lang="en-US" dirty="0"/>
              <a:t>recognized attributes about the media content within a GIMI file.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</a:t>
            </a:r>
            <a:r>
              <a:rPr lang="en-US" dirty="0" smtClean="0"/>
              <a:t>two types: </a:t>
            </a:r>
            <a:endParaRPr lang="en-US" dirty="0"/>
          </a:p>
          <a:p>
            <a:pPr lvl="1"/>
            <a:r>
              <a:rPr lang="en-US" b="1" dirty="0"/>
              <a:t>Content Identification </a:t>
            </a:r>
            <a:r>
              <a:rPr lang="en-US" dirty="0"/>
              <a:t>(Content </a:t>
            </a:r>
            <a:r>
              <a:rPr lang="en-US" dirty="0" smtClean="0"/>
              <a:t>ID’s): </a:t>
            </a:r>
          </a:p>
          <a:p>
            <a:pPr lvl="2"/>
            <a:r>
              <a:rPr lang="en-US" dirty="0"/>
              <a:t>Enables identification for each piece of content within a GIMI file. </a:t>
            </a:r>
            <a:endParaRPr lang="en-US" dirty="0" smtClean="0"/>
          </a:p>
          <a:p>
            <a:pPr lvl="2"/>
            <a:r>
              <a:rPr lang="en-US" dirty="0" smtClean="0"/>
              <a:t>Supports </a:t>
            </a:r>
            <a:r>
              <a:rPr lang="en-US" dirty="0"/>
              <a:t>the linkage of ontology structured metadata with media content it describes.</a:t>
            </a:r>
            <a:endParaRPr lang="en-US" dirty="0" smtClean="0"/>
          </a:p>
          <a:p>
            <a:pPr lvl="1"/>
            <a:r>
              <a:rPr lang="en-US" b="1" dirty="0" smtClean="0"/>
              <a:t>High </a:t>
            </a:r>
            <a:r>
              <a:rPr lang="en-US" b="1" dirty="0"/>
              <a:t>precision timing </a:t>
            </a:r>
            <a:r>
              <a:rPr lang="en-US" b="1" dirty="0" smtClean="0"/>
              <a:t>information:</a:t>
            </a:r>
          </a:p>
          <a:p>
            <a:pPr lvl="2"/>
            <a:r>
              <a:rPr lang="en-US" dirty="0" smtClean="0"/>
              <a:t>Is </a:t>
            </a:r>
            <a:r>
              <a:rPr lang="en-US" dirty="0"/>
              <a:t>the combination of a media timestamp and clock details. </a:t>
            </a:r>
            <a:endParaRPr lang="en-US" dirty="0" smtClean="0"/>
          </a:p>
          <a:p>
            <a:pPr lvl="2"/>
            <a:r>
              <a:rPr lang="en-US" dirty="0" smtClean="0"/>
              <a:t>Each </a:t>
            </a:r>
            <a:r>
              <a:rPr lang="en-US" dirty="0"/>
              <a:t>media timestamp is a count of nanoseconds since the TAI </a:t>
            </a:r>
            <a:r>
              <a:rPr lang="en-US" dirty="0" smtClean="0"/>
              <a:t>epoch.</a:t>
            </a:r>
          </a:p>
          <a:p>
            <a:r>
              <a:rPr lang="en-US" dirty="0"/>
              <a:t>Associating Content IDs and timing information to GIMI content enables global search and discovery and provides external files and systems an ability to reference (or “point to”) content within a GIMI file. </a:t>
            </a:r>
            <a:endParaRPr lang="en-US" dirty="0" smtClean="0"/>
          </a:p>
          <a:p>
            <a:r>
              <a:rPr lang="en-US" dirty="0" smtClean="0"/>
              <a:t>Reference-able </a:t>
            </a:r>
            <a:r>
              <a:rPr lang="en-US" dirty="0"/>
              <a:t>content is primary-media-content and includes Still Image items, image sequence and Motion Imagery tracks, Motion Imagery frames, groups of image items and/or tracks, image components, and user defined regions of interest.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GIMI-Essential Metadata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49400" y="407398"/>
            <a:ext cx="1729639" cy="12954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06400" y="702673"/>
            <a:ext cx="9715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5296896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5F5AF-F28C-91B0-B6B6-72BC48BB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Imagery Domain Ontology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0227BE-0EDC-6569-5A88-A91471028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IDO provides a rich set of ontologically structured information geared toward providing descriptive information and context about GIMI imagery media content.</a:t>
            </a:r>
          </a:p>
          <a:p>
            <a:r>
              <a:rPr lang="en-US" b="0" dirty="0"/>
              <a:t>The initial IDO effort is focused on "Collection" and the parameters associated with sensor systems and the entities within a scene.</a:t>
            </a:r>
          </a:p>
          <a:p>
            <a:r>
              <a:rPr lang="en-US" b="0" dirty="0"/>
              <a:t>The IDO is part of a wider Government wide effort aimed at aligning data management and achieving cohesive understanding across different domains.</a:t>
            </a:r>
          </a:p>
        </p:txBody>
      </p:sp>
    </p:spTree>
    <p:extLst>
      <p:ext uri="{BB962C8B-B14F-4D97-AF65-F5344CB8AC3E}">
        <p14:creationId xmlns:p14="http://schemas.microsoft.com/office/powerpoint/2010/main" xmlns="" val="53028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7C139-8CE2-BC35-F097-3A7FB08A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170" y="1145464"/>
            <a:ext cx="8161695" cy="974990"/>
          </a:xfrm>
        </p:spPr>
        <p:txBody>
          <a:bodyPr>
            <a:normAutofit fontScale="90000"/>
          </a:bodyPr>
          <a:lstStyle/>
          <a:p>
            <a:r>
              <a:rPr lang="en-US" dirty="0"/>
              <a:t>The Common Core Ontologies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6F1FDF-B201-0699-DB4E-994C5A68E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552" y="3740692"/>
            <a:ext cx="16549356" cy="6219497"/>
          </a:xfrm>
          <a:ln>
            <a:noFill/>
          </a:ln>
        </p:spPr>
        <p:txBody>
          <a:bodyPr>
            <a:normAutofit/>
          </a:bodyPr>
          <a:lstStyle/>
          <a:p>
            <a:pPr marL="433388" indent="-433388">
              <a:buFont typeface="+mj-lt"/>
              <a:buAutoNum type="arabicPeriod"/>
            </a:pPr>
            <a:r>
              <a:rPr lang="en-US" sz="2400" dirty="0"/>
              <a:t>Geospatial</a:t>
            </a:r>
            <a:r>
              <a:rPr lang="en-US" sz="2400" b="0" dirty="0"/>
              <a:t> - Sites, spatial regions, and other entities, typically located near the Earth's surface, and the relations between them.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Information Entities</a:t>
            </a:r>
            <a:r>
              <a:rPr lang="en-US" sz="2400" b="0" dirty="0"/>
              <a:t> - Generic types of information as well as the relationships between information and other entities.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Events</a:t>
            </a:r>
            <a:r>
              <a:rPr lang="en-US" sz="2400" b="0" dirty="0"/>
              <a:t> - Processual entities, especially those performed by agents, occurring within multiple domains.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Time</a:t>
            </a:r>
            <a:r>
              <a:rPr lang="en-US" sz="2400" b="0" dirty="0"/>
              <a:t> - Temporal regions and the relations holding between them.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Agents</a:t>
            </a:r>
            <a:r>
              <a:rPr lang="en-US" sz="2400" b="0" dirty="0"/>
              <a:t> - Agents, especially persons and organizations, and their roles.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Qualities</a:t>
            </a:r>
            <a:r>
              <a:rPr lang="en-US" sz="2400" b="0" dirty="0"/>
              <a:t> - Attributes of entities, especially qualities, realizable entities, and process profiles.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Units of Measure</a:t>
            </a:r>
            <a:r>
              <a:rPr lang="en-US" sz="2400" b="0" dirty="0"/>
              <a:t> - Standard measurement units measuring various attributes of entities.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Currency</a:t>
            </a:r>
            <a:r>
              <a:rPr lang="en-US" sz="2400" b="0" dirty="0"/>
              <a:t> - Currencies countries issue and use.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Facilities</a:t>
            </a:r>
            <a:r>
              <a:rPr lang="en-US" sz="2400" b="0" dirty="0"/>
              <a:t> - Buildings and campuses serving some specific purpose and common to multiple domains.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Artifacts</a:t>
            </a:r>
            <a:r>
              <a:rPr lang="en-US" sz="2400" b="0" dirty="0"/>
              <a:t> - Artifacts common to multiple domains, along with their models, specifications, and functions.</a:t>
            </a:r>
          </a:p>
          <a:p>
            <a:pPr marL="433388" indent="-433388">
              <a:buFont typeface="+mj-lt"/>
              <a:buAutoNum type="arabicPeriod"/>
            </a:pPr>
            <a:r>
              <a:rPr lang="en-US" sz="2400" dirty="0"/>
              <a:t>Extended Relations</a:t>
            </a:r>
            <a:r>
              <a:rPr lang="en-US" sz="2400" b="0" dirty="0"/>
              <a:t> - Relations holding between entities at the level of the mid-level Common Core Ontologies.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4D6C7FA-0A1C-9654-F60A-18A4D57A3666}"/>
              </a:ext>
            </a:extLst>
          </p:cNvPr>
          <p:cNvSpPr txBox="1"/>
          <p:nvPr/>
        </p:nvSpPr>
        <p:spPr>
          <a:xfrm>
            <a:off x="11184255" y="9808370"/>
            <a:ext cx="6783705" cy="415499"/>
          </a:xfrm>
          <a:prstGeom prst="rect">
            <a:avLst/>
          </a:prstGeom>
          <a:noFill/>
        </p:spPr>
        <p:txBody>
          <a:bodyPr wrap="square" lIns="137160" tIns="68580" rIns="137160" bIns="68580">
            <a:spAutoFit/>
          </a:bodyPr>
          <a:lstStyle/>
          <a:p>
            <a:pPr defTabSz="1371600"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https://github.com/CommonCoreOntology/CommonCoreOntologies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DDB6AD3-79DB-9F95-1D9D-FDA26DFC3B9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070070" y="740019"/>
            <a:ext cx="2148678" cy="137298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xmlns="" id="{9AAF649E-8209-815C-52F5-C484692E6E4B}"/>
              </a:ext>
            </a:extLst>
          </p:cNvPr>
          <p:cNvSpPr/>
          <p:nvPr/>
        </p:nvSpPr>
        <p:spPr>
          <a:xfrm rot="16200000">
            <a:off x="9016496" y="-6296088"/>
            <a:ext cx="573471" cy="17329458"/>
          </a:xfrm>
          <a:prstGeom prst="rightBrace">
            <a:avLst>
              <a:gd name="adj1" fmla="val 8333"/>
              <a:gd name="adj2" fmla="val 72153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BD4A4353-4625-1414-62FB-A65D92C9837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1400" y="2519057"/>
            <a:ext cx="1348931" cy="9723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C27121BE-64A4-3970-F95B-2D859309F70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9280" y="2532963"/>
            <a:ext cx="1348932" cy="97235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xmlns="" id="{29074D28-1168-1EDC-DF05-996D1EBBEED7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56946" y="2519058"/>
            <a:ext cx="1348932" cy="97235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xmlns="" id="{E6F543E1-6903-0036-3033-391D72030BFF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24614" y="2532965"/>
            <a:ext cx="1348932" cy="97235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xmlns="" id="{8E93D962-1DAF-62C3-90DD-CE4D5469BA2E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892281" y="2532965"/>
            <a:ext cx="1348932" cy="97235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xmlns="" id="{12E52A07-FB0C-EEBD-1AA5-8BF56FA54DD8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359948" y="2520449"/>
            <a:ext cx="1348934" cy="97235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AB143B07-6CCE-A4DB-774D-6D6A7B000D11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822136" y="2532964"/>
            <a:ext cx="1348934" cy="97235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xmlns="" id="{71830AF6-1335-943A-78B3-365313BB6D76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1296139" y="2519058"/>
            <a:ext cx="1381502" cy="99583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xmlns="" id="{3892D22F-37F7-B66C-7FEE-70A63CC612C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812375" y="2520450"/>
            <a:ext cx="1381502" cy="995832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xmlns="" id="{3F364C11-1B67-2CAC-5BE2-1B925E1FAF0F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4329875" y="2519058"/>
            <a:ext cx="1363788" cy="98306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xmlns="" id="{167BEBF2-70CD-F651-F60A-6F2DB126441A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5824070" y="2519058"/>
            <a:ext cx="1363788" cy="98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8742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: Rounded Corners 442">
            <a:extLst>
              <a:ext uri="{FF2B5EF4-FFF2-40B4-BE49-F238E27FC236}">
                <a16:creationId xmlns:a16="http://schemas.microsoft.com/office/drawing/2014/main" xmlns="" id="{9EB95C3C-C1F4-932D-5FB1-F889D9B5845F}"/>
              </a:ext>
            </a:extLst>
          </p:cNvPr>
          <p:cNvSpPr/>
          <p:nvPr/>
        </p:nvSpPr>
        <p:spPr>
          <a:xfrm>
            <a:off x="1" y="2"/>
            <a:ext cx="18268322" cy="10287000"/>
          </a:xfrm>
          <a:prstGeom prst="roundRect">
            <a:avLst>
              <a:gd name="adj" fmla="val 11328"/>
            </a:avLst>
          </a:prstGeom>
          <a:solidFill>
            <a:srgbClr val="E5F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FF5821-A521-CFE0-0E4B-D9A56D29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71600">
              <a:defRPr/>
            </a:pPr>
            <a:fld id="{04ED54F0-D36E-4641-8B3F-1547866DED2E}" type="slidenum">
              <a:rPr lang="en-US" sz="18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>
                <a:defRPr/>
              </a:pPr>
              <a:t>22</a:t>
            </a:fld>
            <a:endParaRPr lang="en-US" sz="18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E5863F-0858-F78B-5887-7A971A78DE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0988"/>
            <a:ext cx="11239500" cy="10167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 dirty="0"/>
              <a:t>Imagery Domain Ontologies as Building Blocks</a:t>
            </a:r>
          </a:p>
        </p:txBody>
      </p:sp>
      <p:sp>
        <p:nvSpPr>
          <p:cNvPr id="623" name="Rectangle: Rounded Corners 622">
            <a:extLst>
              <a:ext uri="{FF2B5EF4-FFF2-40B4-BE49-F238E27FC236}">
                <a16:creationId xmlns:a16="http://schemas.microsoft.com/office/drawing/2014/main" xmlns="" id="{24E66ED8-CAD9-C111-516D-E21FE043EED0}"/>
              </a:ext>
            </a:extLst>
          </p:cNvPr>
          <p:cNvSpPr/>
          <p:nvPr/>
        </p:nvSpPr>
        <p:spPr>
          <a:xfrm>
            <a:off x="215758" y="4006922"/>
            <a:ext cx="17817134" cy="6136592"/>
          </a:xfrm>
          <a:prstGeom prst="roundRect">
            <a:avLst>
              <a:gd name="adj" fmla="val 19896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xmlns="" id="{3E0F55A5-8E87-C7E3-7708-81EA42DAC761}"/>
              </a:ext>
            </a:extLst>
          </p:cNvPr>
          <p:cNvSpPr txBox="1"/>
          <p:nvPr/>
        </p:nvSpPr>
        <p:spPr>
          <a:xfrm>
            <a:off x="1152083" y="4175389"/>
            <a:ext cx="7893378" cy="1200329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ctr" defTabSz="1371600">
              <a:defRPr/>
            </a:pPr>
            <a:r>
              <a:rPr lang="en-US" sz="4200" b="1" dirty="0">
                <a:solidFill>
                  <a:prstClr val="black"/>
                </a:solidFill>
                <a:latin typeface="Calibri" panose="020F0502020204030204"/>
              </a:rPr>
              <a:t>Imagery Domain Ontologies </a:t>
            </a:r>
          </a:p>
          <a:p>
            <a:pPr algn="ctr" defTabSz="1371600"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(includes utilization of other shared ontologies)</a:t>
            </a:r>
          </a:p>
        </p:txBody>
      </p:sp>
      <p:grpSp>
        <p:nvGrpSpPr>
          <p:cNvPr id="3" name="Group 616">
            <a:extLst>
              <a:ext uri="{FF2B5EF4-FFF2-40B4-BE49-F238E27FC236}">
                <a16:creationId xmlns:a16="http://schemas.microsoft.com/office/drawing/2014/main" xmlns="" id="{A36D4098-4C84-D337-11AC-0560CC8D684D}"/>
              </a:ext>
            </a:extLst>
          </p:cNvPr>
          <p:cNvGrpSpPr/>
          <p:nvPr/>
        </p:nvGrpSpPr>
        <p:grpSpPr>
          <a:xfrm>
            <a:off x="9352200" y="8163354"/>
            <a:ext cx="2532219" cy="1761564"/>
            <a:chOff x="2633693" y="4937729"/>
            <a:chExt cx="1688146" cy="117437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46DAA6F7-40A4-6689-8CAA-6B835327ACF1}"/>
                </a:ext>
              </a:extLst>
            </p:cNvPr>
            <p:cNvSpPr/>
            <p:nvPr/>
          </p:nvSpPr>
          <p:spPr>
            <a:xfrm>
              <a:off x="2633693" y="4937729"/>
              <a:ext cx="1676400" cy="11743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5" name="Group 107">
              <a:extLst>
                <a:ext uri="{FF2B5EF4-FFF2-40B4-BE49-F238E27FC236}">
                  <a16:creationId xmlns:a16="http://schemas.microsoft.com/office/drawing/2014/main" xmlns="" id="{2E31C5AB-0B77-C790-B208-6713DC14AAD2}"/>
                </a:ext>
              </a:extLst>
            </p:cNvPr>
            <p:cNvGrpSpPr/>
            <p:nvPr/>
          </p:nvGrpSpPr>
          <p:grpSpPr>
            <a:xfrm>
              <a:off x="2969072" y="5312521"/>
              <a:ext cx="1031816" cy="621878"/>
              <a:chOff x="8080911" y="2500452"/>
              <a:chExt cx="1031816" cy="621878"/>
            </a:xfrm>
          </p:grpSpPr>
          <p:grpSp>
            <p:nvGrpSpPr>
              <p:cNvPr id="9" name="Group 25">
                <a:extLst>
                  <a:ext uri="{FF2B5EF4-FFF2-40B4-BE49-F238E27FC236}">
                    <a16:creationId xmlns:a16="http://schemas.microsoft.com/office/drawing/2014/main" xmlns="" id="{B6C5DBDA-18E0-8E7B-8EA4-7533DD229B35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solidFill>
                <a:srgbClr val="7030A0"/>
              </a:solidFill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xmlns="" id="{E387E69F-D002-2D35-6D21-6D0E39E03559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xmlns="" id="{C2054F10-A68A-557F-715D-7AA89D170FD8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xmlns="" id="{731699BB-92D8-A178-E593-11F8078D3A08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xmlns="" id="{80E7B3B4-C14B-C1D2-53F8-EE0EB6BFA62F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xmlns="" id="{D3B48D8B-59E4-2BCC-EF16-69C8CC92B08C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xmlns="" id="{9C7685C8-ED1B-EDFE-C4BC-BE5E8686F867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xmlns="" id="{2514B7B6-A1E6-6D53-01B0-0EA6166257D0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xmlns="" id="{5FE92DF5-F82E-2B35-B36E-0F8051B760E6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xmlns="" id="{7342537C-5899-2962-BF38-3B3DDC1B606C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xmlns="" id="{C188C1E8-FDB8-C6C1-E343-641630F69CA9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xmlns="" id="{DFCBE77A-6716-1E94-198B-0347472C35EC}"/>
                    </a:ext>
                  </a:extLst>
                </p:cNvPr>
                <p:cNvCxnSpPr>
                  <a:cxnSpLocks/>
                  <a:stCxn id="78" idx="3"/>
                  <a:endCxn id="71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xmlns="" id="{8CE99A19-4DCF-7C20-E228-0EE01BA6D005}"/>
                    </a:ext>
                  </a:extLst>
                </p:cNvPr>
                <p:cNvCxnSpPr>
                  <a:cxnSpLocks/>
                  <a:stCxn id="68" idx="3"/>
                  <a:endCxn id="70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xmlns="" id="{F63D218B-C11F-F816-3514-E11F0D17FD43}"/>
                    </a:ext>
                  </a:extLst>
                </p:cNvPr>
                <p:cNvCxnSpPr>
                  <a:cxnSpLocks/>
                  <a:stCxn id="68" idx="5"/>
                  <a:endCxn id="73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xmlns="" id="{CACAB57B-D11C-5DE3-327B-82443E400B6C}"/>
                    </a:ext>
                  </a:extLst>
                </p:cNvPr>
                <p:cNvCxnSpPr>
                  <a:cxnSpLocks/>
                  <a:stCxn id="73" idx="4"/>
                  <a:endCxn id="76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xmlns="" id="{A599FA6C-FA84-7D5E-404F-AA0DA6B8AB76}"/>
                    </a:ext>
                  </a:extLst>
                </p:cNvPr>
                <p:cNvCxnSpPr>
                  <a:cxnSpLocks/>
                  <a:stCxn id="73" idx="5"/>
                  <a:endCxn id="77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xmlns="" id="{1AED28B4-50E7-0BA4-4B0C-35B88EC2D2F4}"/>
                    </a:ext>
                  </a:extLst>
                </p:cNvPr>
                <p:cNvCxnSpPr>
                  <a:cxnSpLocks/>
                  <a:stCxn id="70" idx="4"/>
                  <a:endCxn id="75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xmlns="" id="{CC3AA142-A884-0227-FB80-04BB2C6CD582}"/>
                    </a:ext>
                  </a:extLst>
                </p:cNvPr>
                <p:cNvCxnSpPr>
                  <a:cxnSpLocks/>
                  <a:stCxn id="71" idx="4"/>
                  <a:endCxn id="74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xmlns="" id="{FCED7FDB-4E16-981A-F672-9E670A7337DC}"/>
                    </a:ext>
                  </a:extLst>
                </p:cNvPr>
                <p:cNvCxnSpPr>
                  <a:cxnSpLocks/>
                  <a:stCxn id="71" idx="4"/>
                  <a:endCxn id="69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xmlns="" id="{D714CE89-9FAF-B0AB-C1ED-56A6A673E052}"/>
                    </a:ext>
                  </a:extLst>
                </p:cNvPr>
                <p:cNvCxnSpPr>
                  <a:cxnSpLocks/>
                  <a:stCxn id="73" idx="3"/>
                  <a:endCxn id="74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xmlns="" id="{028BAA44-EB93-C149-5849-443506AB9DDE}"/>
                  </a:ext>
                </a:extLst>
              </p:cNvPr>
              <p:cNvCxnSpPr>
                <a:cxnSpLocks/>
                <a:stCxn id="78" idx="6"/>
                <a:endCxn id="68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F854DF6B-ADAD-39E4-C573-27E5C54D71CD}"/>
                </a:ext>
              </a:extLst>
            </p:cNvPr>
            <p:cNvSpPr txBox="1"/>
            <p:nvPr/>
          </p:nvSpPr>
          <p:spPr>
            <a:xfrm>
              <a:off x="2907122" y="4968060"/>
              <a:ext cx="14147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Coordinates</a:t>
              </a:r>
              <a:endParaRPr lang="en-US" sz="27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0" name="Group 621">
            <a:extLst>
              <a:ext uri="{FF2B5EF4-FFF2-40B4-BE49-F238E27FC236}">
                <a16:creationId xmlns:a16="http://schemas.microsoft.com/office/drawing/2014/main" xmlns="" id="{B8E2740B-96CF-0D72-AE78-15C77411B211}"/>
              </a:ext>
            </a:extLst>
          </p:cNvPr>
          <p:cNvGrpSpPr/>
          <p:nvPr/>
        </p:nvGrpSpPr>
        <p:grpSpPr>
          <a:xfrm>
            <a:off x="10329332" y="6337107"/>
            <a:ext cx="2116349" cy="1777617"/>
            <a:chOff x="8993384" y="4924064"/>
            <a:chExt cx="1410899" cy="1185078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xmlns="" id="{83482410-839A-4D42-3D84-53677DDF3D09}"/>
                </a:ext>
              </a:extLst>
            </p:cNvPr>
            <p:cNvSpPr/>
            <p:nvPr/>
          </p:nvSpPr>
          <p:spPr>
            <a:xfrm>
              <a:off x="8993384" y="4934766"/>
              <a:ext cx="1410899" cy="117437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xmlns="" id="{A32B7A34-5F93-05A6-9669-E9D2856D072C}"/>
                </a:ext>
              </a:extLst>
            </p:cNvPr>
            <p:cNvSpPr txBox="1"/>
            <p:nvPr/>
          </p:nvSpPr>
          <p:spPr>
            <a:xfrm>
              <a:off x="9104441" y="4924064"/>
              <a:ext cx="12342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Noise</a:t>
              </a:r>
              <a:endParaRPr lang="en-US" sz="27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6" name="Group 112">
              <a:extLst>
                <a:ext uri="{FF2B5EF4-FFF2-40B4-BE49-F238E27FC236}">
                  <a16:creationId xmlns:a16="http://schemas.microsoft.com/office/drawing/2014/main" xmlns="" id="{B08E9DCF-963B-8E8A-D48A-DCB2C70B92DB}"/>
                </a:ext>
              </a:extLst>
            </p:cNvPr>
            <p:cNvGrpSpPr/>
            <p:nvPr/>
          </p:nvGrpSpPr>
          <p:grpSpPr>
            <a:xfrm>
              <a:off x="9214685" y="5262618"/>
              <a:ext cx="1031816" cy="621878"/>
              <a:chOff x="8080911" y="2500452"/>
              <a:chExt cx="1031816" cy="621878"/>
            </a:xfrm>
            <a:solidFill>
              <a:srgbClr val="FFC000"/>
            </a:solidFill>
          </p:grpSpPr>
          <p:grpSp>
            <p:nvGrpSpPr>
              <p:cNvPr id="32" name="Group 114">
                <a:extLst>
                  <a:ext uri="{FF2B5EF4-FFF2-40B4-BE49-F238E27FC236}">
                    <a16:creationId xmlns:a16="http://schemas.microsoft.com/office/drawing/2014/main" xmlns="" id="{69F94AF2-8E78-9A0D-8E50-780F034A20D5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xmlns="" id="{5E0B7789-C572-E771-AD31-30B3D20B4236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xmlns="" id="{C7568FDF-A5B1-B26A-7344-B412A7B6967F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xmlns="" id="{F5CF827E-00A1-97B7-2D78-EA968D777439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xmlns="" id="{4FBC3514-371F-2196-7136-C2BB2784EB2E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xmlns="" id="{D06197F2-73CD-F94F-25DE-16DD0D4ADC2E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xmlns="" id="{20CE25BE-A395-676B-0F8D-113203E068C7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xmlns="" id="{1BF0D3C4-2034-2C0B-545D-4F352ECF6D89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xmlns="" id="{FD3FF923-C86B-394D-5F38-1FEB26E971C9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xmlns="" id="{C820EE49-E28C-27F6-AC4B-233603D5D9A2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xmlns="" id="{7A7CFE37-50EA-A2D3-29CF-AE59F62C56BC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xmlns="" id="{83132B79-F37B-6E3B-234F-0CEE3965BFE2}"/>
                    </a:ext>
                  </a:extLst>
                </p:cNvPr>
                <p:cNvCxnSpPr>
                  <a:cxnSpLocks/>
                  <a:stCxn id="126" idx="3"/>
                  <a:endCxn id="120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xmlns="" id="{A4845CE2-0412-FF9E-0884-6D6166EC22F6}"/>
                    </a:ext>
                  </a:extLst>
                </p:cNvPr>
                <p:cNvCxnSpPr>
                  <a:cxnSpLocks/>
                  <a:stCxn id="117" idx="3"/>
                  <a:endCxn id="119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xmlns="" id="{07089B32-762F-D5D9-041C-2F89A38A3126}"/>
                    </a:ext>
                  </a:extLst>
                </p:cNvPr>
                <p:cNvCxnSpPr>
                  <a:cxnSpLocks/>
                  <a:stCxn id="117" idx="5"/>
                  <a:endCxn id="121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xmlns="" id="{983076FB-A123-308E-E20A-6F8C2BA9B679}"/>
                    </a:ext>
                  </a:extLst>
                </p:cNvPr>
                <p:cNvCxnSpPr>
                  <a:cxnSpLocks/>
                  <a:stCxn id="121" idx="4"/>
                  <a:endCxn id="124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xmlns="" id="{D600F9AE-5900-C52B-4DFA-22F89DBA3009}"/>
                    </a:ext>
                  </a:extLst>
                </p:cNvPr>
                <p:cNvCxnSpPr>
                  <a:cxnSpLocks/>
                  <a:stCxn id="121" idx="5"/>
                  <a:endCxn id="125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xmlns="" id="{7F0E325E-C4E0-4814-78B9-0465CA9E488D}"/>
                    </a:ext>
                  </a:extLst>
                </p:cNvPr>
                <p:cNvCxnSpPr>
                  <a:cxnSpLocks/>
                  <a:stCxn id="119" idx="4"/>
                  <a:endCxn id="123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xmlns="" id="{61328805-9D0F-9BE6-D20C-1C0D71761003}"/>
                    </a:ext>
                  </a:extLst>
                </p:cNvPr>
                <p:cNvCxnSpPr>
                  <a:cxnSpLocks/>
                  <a:stCxn id="120" idx="4"/>
                  <a:endCxn id="122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xmlns="" id="{AF510C0B-712C-9657-3E8E-BDAC0B36DAC8}"/>
                    </a:ext>
                  </a:extLst>
                </p:cNvPr>
                <p:cNvCxnSpPr>
                  <a:cxnSpLocks/>
                  <a:stCxn id="120" idx="4"/>
                  <a:endCxn id="118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xmlns="" id="{F5570C7E-06A3-875E-393E-8756A54D0927}"/>
                    </a:ext>
                  </a:extLst>
                </p:cNvPr>
                <p:cNvCxnSpPr>
                  <a:cxnSpLocks/>
                  <a:stCxn id="121" idx="3"/>
                  <a:endCxn id="122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xmlns="" id="{AC5A0A9A-F653-39A2-F38F-C75D9B337307}"/>
                  </a:ext>
                </a:extLst>
              </p:cNvPr>
              <p:cNvCxnSpPr>
                <a:cxnSpLocks/>
                <a:stCxn id="126" idx="6"/>
                <a:endCxn id="117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33" name="Group 613">
            <a:extLst>
              <a:ext uri="{FF2B5EF4-FFF2-40B4-BE49-F238E27FC236}">
                <a16:creationId xmlns:a16="http://schemas.microsoft.com/office/drawing/2014/main" xmlns="" id="{BCC93DB6-BC6C-E024-2992-C14D1FDEABCD}"/>
              </a:ext>
            </a:extLst>
          </p:cNvPr>
          <p:cNvGrpSpPr/>
          <p:nvPr/>
        </p:nvGrpSpPr>
        <p:grpSpPr>
          <a:xfrm>
            <a:off x="13067959" y="4058612"/>
            <a:ext cx="2177990" cy="1766579"/>
            <a:chOff x="4593318" y="4919316"/>
            <a:chExt cx="1451993" cy="1177719"/>
          </a:xfrm>
        </p:grpSpPr>
        <p:grpSp>
          <p:nvGrpSpPr>
            <p:cNvPr id="34" name="Group 447">
              <a:extLst>
                <a:ext uri="{FF2B5EF4-FFF2-40B4-BE49-F238E27FC236}">
                  <a16:creationId xmlns:a16="http://schemas.microsoft.com/office/drawing/2014/main" xmlns="" id="{021FF338-DC22-D586-8DAF-E1930439E2C4}"/>
                </a:ext>
              </a:extLst>
            </p:cNvPr>
            <p:cNvGrpSpPr/>
            <p:nvPr/>
          </p:nvGrpSpPr>
          <p:grpSpPr>
            <a:xfrm>
              <a:off x="4593318" y="4919316"/>
              <a:ext cx="1451993" cy="1177719"/>
              <a:chOff x="9583543" y="2276693"/>
              <a:chExt cx="1451993" cy="1177719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xmlns="" id="{C7703AE4-BFE9-A6EE-CAF3-0DCE237FCC94}"/>
                  </a:ext>
                </a:extLst>
              </p:cNvPr>
              <p:cNvSpPr/>
              <p:nvPr/>
            </p:nvSpPr>
            <p:spPr>
              <a:xfrm>
                <a:off x="9583543" y="2280036"/>
                <a:ext cx="1451993" cy="117437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xmlns="" id="{4E02BC13-4115-E16D-6AA1-62F44B3CF0D2}"/>
                  </a:ext>
                </a:extLst>
              </p:cNvPr>
              <p:cNvSpPr txBox="1"/>
              <p:nvPr/>
            </p:nvSpPr>
            <p:spPr>
              <a:xfrm>
                <a:off x="9694324" y="2276693"/>
                <a:ext cx="12342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Time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36" name="Group 448">
              <a:extLst>
                <a:ext uri="{FF2B5EF4-FFF2-40B4-BE49-F238E27FC236}">
                  <a16:creationId xmlns:a16="http://schemas.microsoft.com/office/drawing/2014/main" xmlns="" id="{F5F2F6F2-0A3E-3DA7-314B-768121363BCC}"/>
                </a:ext>
              </a:extLst>
            </p:cNvPr>
            <p:cNvGrpSpPr/>
            <p:nvPr/>
          </p:nvGrpSpPr>
          <p:grpSpPr>
            <a:xfrm>
              <a:off x="4805769" y="5270206"/>
              <a:ext cx="1031816" cy="621878"/>
              <a:chOff x="8080911" y="2500452"/>
              <a:chExt cx="1031816" cy="621878"/>
            </a:xfrm>
            <a:solidFill>
              <a:schemeClr val="bg1">
                <a:lumMod val="75000"/>
              </a:schemeClr>
            </a:solidFill>
          </p:grpSpPr>
          <p:grpSp>
            <p:nvGrpSpPr>
              <p:cNvPr id="37" name="Group 449">
                <a:extLst>
                  <a:ext uri="{FF2B5EF4-FFF2-40B4-BE49-F238E27FC236}">
                    <a16:creationId xmlns:a16="http://schemas.microsoft.com/office/drawing/2014/main" xmlns="" id="{DEBDDCED-4253-7646-CEF0-611041052FBF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xmlns="" id="{76E66772-0BF3-3604-FB2E-4A539C735998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xmlns="" id="{9DC77721-2AD7-C876-6D4D-59BFC6A348EF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xmlns="" id="{14501E42-17A4-5F03-9343-A14598C3C2FF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xmlns="" id="{CB4790C2-C4E4-35B0-71BA-3C00FD6FA7F3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xmlns="" id="{C7BA272A-8A5B-6CA0-242E-923FED738F48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xmlns="" id="{ADB98503-E017-3260-06E3-E8F4FD475705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xmlns="" id="{AA9DE572-0547-D3A5-4AF5-14770473B612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xmlns="" id="{59DC2BE7-8215-35BD-6F6E-828FD2C1040A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xmlns="" id="{D5D2605C-01EA-F1AB-E5C9-B8B42542C1F2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xmlns="" id="{1C6002F3-CDC6-843E-292A-A523B448BA34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462" name="Straight Arrow Connector 461">
                  <a:extLst>
                    <a:ext uri="{FF2B5EF4-FFF2-40B4-BE49-F238E27FC236}">
                      <a16:creationId xmlns:a16="http://schemas.microsoft.com/office/drawing/2014/main" xmlns="" id="{6111DE40-A863-4544-D35E-E35BE800079C}"/>
                    </a:ext>
                  </a:extLst>
                </p:cNvPr>
                <p:cNvCxnSpPr>
                  <a:cxnSpLocks/>
                  <a:stCxn id="461" idx="3"/>
                  <a:endCxn id="455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3" name="Straight Arrow Connector 462">
                  <a:extLst>
                    <a:ext uri="{FF2B5EF4-FFF2-40B4-BE49-F238E27FC236}">
                      <a16:creationId xmlns:a16="http://schemas.microsoft.com/office/drawing/2014/main" xmlns="" id="{51126DFF-7EDE-39A7-4C5B-B893026D8222}"/>
                    </a:ext>
                  </a:extLst>
                </p:cNvPr>
                <p:cNvCxnSpPr>
                  <a:cxnSpLocks/>
                  <a:stCxn id="452" idx="3"/>
                  <a:endCxn id="454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4" name="Straight Arrow Connector 463">
                  <a:extLst>
                    <a:ext uri="{FF2B5EF4-FFF2-40B4-BE49-F238E27FC236}">
                      <a16:creationId xmlns:a16="http://schemas.microsoft.com/office/drawing/2014/main" xmlns="" id="{DF338923-73C9-23C4-9854-65F545D9818E}"/>
                    </a:ext>
                  </a:extLst>
                </p:cNvPr>
                <p:cNvCxnSpPr>
                  <a:cxnSpLocks/>
                  <a:stCxn id="452" idx="5"/>
                  <a:endCxn id="456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5" name="Straight Arrow Connector 464">
                  <a:extLst>
                    <a:ext uri="{FF2B5EF4-FFF2-40B4-BE49-F238E27FC236}">
                      <a16:creationId xmlns:a16="http://schemas.microsoft.com/office/drawing/2014/main" xmlns="" id="{2ED38205-03BF-5063-D388-1EA777006C20}"/>
                    </a:ext>
                  </a:extLst>
                </p:cNvPr>
                <p:cNvCxnSpPr>
                  <a:cxnSpLocks/>
                  <a:stCxn id="456" idx="4"/>
                  <a:endCxn id="459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6" name="Straight Arrow Connector 465">
                  <a:extLst>
                    <a:ext uri="{FF2B5EF4-FFF2-40B4-BE49-F238E27FC236}">
                      <a16:creationId xmlns:a16="http://schemas.microsoft.com/office/drawing/2014/main" xmlns="" id="{64866B23-8259-04B9-6AE3-721F1BA64413}"/>
                    </a:ext>
                  </a:extLst>
                </p:cNvPr>
                <p:cNvCxnSpPr>
                  <a:cxnSpLocks/>
                  <a:stCxn id="456" idx="5"/>
                  <a:endCxn id="460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7" name="Straight Arrow Connector 466">
                  <a:extLst>
                    <a:ext uri="{FF2B5EF4-FFF2-40B4-BE49-F238E27FC236}">
                      <a16:creationId xmlns:a16="http://schemas.microsoft.com/office/drawing/2014/main" xmlns="" id="{F48DB6DB-2C3B-876A-B180-97F9D9CBF8B1}"/>
                    </a:ext>
                  </a:extLst>
                </p:cNvPr>
                <p:cNvCxnSpPr>
                  <a:cxnSpLocks/>
                  <a:stCxn id="454" idx="4"/>
                  <a:endCxn id="458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8" name="Straight Arrow Connector 467">
                  <a:extLst>
                    <a:ext uri="{FF2B5EF4-FFF2-40B4-BE49-F238E27FC236}">
                      <a16:creationId xmlns:a16="http://schemas.microsoft.com/office/drawing/2014/main" xmlns="" id="{E94A8F4B-9660-9B89-0385-E7EF288F5C20}"/>
                    </a:ext>
                  </a:extLst>
                </p:cNvPr>
                <p:cNvCxnSpPr>
                  <a:cxnSpLocks/>
                  <a:stCxn id="455" idx="4"/>
                  <a:endCxn id="457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69" name="Straight Arrow Connector 468">
                  <a:extLst>
                    <a:ext uri="{FF2B5EF4-FFF2-40B4-BE49-F238E27FC236}">
                      <a16:creationId xmlns:a16="http://schemas.microsoft.com/office/drawing/2014/main" xmlns="" id="{5C1BAB14-EAE6-D9EE-EC09-EC7CCA9672A9}"/>
                    </a:ext>
                  </a:extLst>
                </p:cNvPr>
                <p:cNvCxnSpPr>
                  <a:cxnSpLocks/>
                  <a:stCxn id="455" idx="4"/>
                  <a:endCxn id="453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70" name="Straight Arrow Connector 469">
                  <a:extLst>
                    <a:ext uri="{FF2B5EF4-FFF2-40B4-BE49-F238E27FC236}">
                      <a16:creationId xmlns:a16="http://schemas.microsoft.com/office/drawing/2014/main" xmlns="" id="{4488FF64-BE60-AC9E-519A-1B9287BE4B5A}"/>
                    </a:ext>
                  </a:extLst>
                </p:cNvPr>
                <p:cNvCxnSpPr>
                  <a:cxnSpLocks/>
                  <a:stCxn id="456" idx="3"/>
                  <a:endCxn id="457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451" name="Straight Arrow Connector 450">
                <a:extLst>
                  <a:ext uri="{FF2B5EF4-FFF2-40B4-BE49-F238E27FC236}">
                    <a16:creationId xmlns:a16="http://schemas.microsoft.com/office/drawing/2014/main" xmlns="" id="{7B89787C-E899-8710-F137-E0DC4C6F07B4}"/>
                  </a:ext>
                </a:extLst>
              </p:cNvPr>
              <p:cNvCxnSpPr>
                <a:cxnSpLocks/>
                <a:stCxn id="461" idx="6"/>
                <a:endCxn id="452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60" name="Group 620">
            <a:extLst>
              <a:ext uri="{FF2B5EF4-FFF2-40B4-BE49-F238E27FC236}">
                <a16:creationId xmlns:a16="http://schemas.microsoft.com/office/drawing/2014/main" xmlns="" id="{CF7EA82D-ABC9-A307-65D2-E976E1D55831}"/>
              </a:ext>
            </a:extLst>
          </p:cNvPr>
          <p:cNvGrpSpPr/>
          <p:nvPr/>
        </p:nvGrpSpPr>
        <p:grpSpPr>
          <a:xfrm>
            <a:off x="8258771" y="4915914"/>
            <a:ext cx="2245689" cy="1761564"/>
            <a:chOff x="5581285" y="4949218"/>
            <a:chExt cx="1497126" cy="1174376"/>
          </a:xfrm>
        </p:grpSpPr>
        <p:grpSp>
          <p:nvGrpSpPr>
            <p:cNvPr id="61" name="Group 510">
              <a:extLst>
                <a:ext uri="{FF2B5EF4-FFF2-40B4-BE49-F238E27FC236}">
                  <a16:creationId xmlns:a16="http://schemas.microsoft.com/office/drawing/2014/main" xmlns="" id="{A155368B-5760-EB6A-E711-0574E980C127}"/>
                </a:ext>
              </a:extLst>
            </p:cNvPr>
            <p:cNvGrpSpPr/>
            <p:nvPr/>
          </p:nvGrpSpPr>
          <p:grpSpPr>
            <a:xfrm>
              <a:off x="5581285" y="4949218"/>
              <a:ext cx="1497126" cy="1174376"/>
              <a:chOff x="9581607" y="2270608"/>
              <a:chExt cx="1497126" cy="117437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xmlns="" id="{81C36DC5-61AF-2C03-ED58-975540393A47}"/>
                  </a:ext>
                </a:extLst>
              </p:cNvPr>
              <p:cNvSpPr/>
              <p:nvPr/>
            </p:nvSpPr>
            <p:spPr>
              <a:xfrm>
                <a:off x="9581607" y="2270608"/>
                <a:ext cx="1497126" cy="117437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5" name="TextBox 534">
                <a:extLst>
                  <a:ext uri="{FF2B5EF4-FFF2-40B4-BE49-F238E27FC236}">
                    <a16:creationId xmlns:a16="http://schemas.microsoft.com/office/drawing/2014/main" xmlns="" id="{9121BC6B-6185-64CA-5D4C-9F19DCC23D2F}"/>
                  </a:ext>
                </a:extLst>
              </p:cNvPr>
              <p:cNvSpPr txBox="1"/>
              <p:nvPr/>
            </p:nvSpPr>
            <p:spPr>
              <a:xfrm>
                <a:off x="9711246" y="2302689"/>
                <a:ext cx="12342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Functions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4" name="Group 511">
              <a:extLst>
                <a:ext uri="{FF2B5EF4-FFF2-40B4-BE49-F238E27FC236}">
                  <a16:creationId xmlns:a16="http://schemas.microsoft.com/office/drawing/2014/main" xmlns="" id="{C829445D-9171-800E-236A-182E878595F0}"/>
                </a:ext>
              </a:extLst>
            </p:cNvPr>
            <p:cNvGrpSpPr/>
            <p:nvPr/>
          </p:nvGrpSpPr>
          <p:grpSpPr>
            <a:xfrm>
              <a:off x="5821168" y="5319853"/>
              <a:ext cx="1031816" cy="621878"/>
              <a:chOff x="8080911" y="2500452"/>
              <a:chExt cx="1031816" cy="621878"/>
            </a:xfrm>
            <a:solidFill>
              <a:schemeClr val="bg2">
                <a:lumMod val="50000"/>
              </a:schemeClr>
            </a:solidFill>
          </p:grpSpPr>
          <p:grpSp>
            <p:nvGrpSpPr>
              <p:cNvPr id="66" name="Group 512">
                <a:extLst>
                  <a:ext uri="{FF2B5EF4-FFF2-40B4-BE49-F238E27FC236}">
                    <a16:creationId xmlns:a16="http://schemas.microsoft.com/office/drawing/2014/main" xmlns="" id="{6D8C6D4A-845E-9109-08A4-40A9EF7AAB5E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xmlns="" id="{57A9F37A-8EDA-2EBE-F1B0-9C3635A7B6B5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xmlns="" id="{F7CCBA6B-CB44-E9B8-0F88-F2D6AE8DC8BE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xmlns="" id="{9E5BDB94-FF1B-D620-5E45-E00AAA39DC36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xmlns="" id="{F2053515-8C21-B833-B697-24AA56A0FDF7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xmlns="" id="{5919974E-8C4D-7AB0-08DB-6BB19995847D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xmlns="" id="{8D138283-8D0A-A7DC-77BD-BA387DBE235F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xmlns="" id="{0EFA7040-EA0E-0EB0-8690-F5C6CF75B6E9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xmlns="" id="{941D2B1A-2AE9-B199-9396-130677821E4E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xmlns="" id="{E4D409E1-EA24-67D5-C8E4-67C2CAC607AD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xmlns="" id="{85FE410B-5004-E75D-4CB1-95A871F5DC0F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525" name="Straight Arrow Connector 524">
                  <a:extLst>
                    <a:ext uri="{FF2B5EF4-FFF2-40B4-BE49-F238E27FC236}">
                      <a16:creationId xmlns:a16="http://schemas.microsoft.com/office/drawing/2014/main" xmlns="" id="{AC898A61-C3A2-B0EB-9BD8-C926E7FCCB03}"/>
                    </a:ext>
                  </a:extLst>
                </p:cNvPr>
                <p:cNvCxnSpPr>
                  <a:cxnSpLocks/>
                  <a:stCxn id="524" idx="3"/>
                  <a:endCxn id="518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26" name="Straight Arrow Connector 525">
                  <a:extLst>
                    <a:ext uri="{FF2B5EF4-FFF2-40B4-BE49-F238E27FC236}">
                      <a16:creationId xmlns:a16="http://schemas.microsoft.com/office/drawing/2014/main" xmlns="" id="{90626501-9808-E239-2814-9CDF93E8AD50}"/>
                    </a:ext>
                  </a:extLst>
                </p:cNvPr>
                <p:cNvCxnSpPr>
                  <a:cxnSpLocks/>
                  <a:stCxn id="515" idx="3"/>
                  <a:endCxn id="517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27" name="Straight Arrow Connector 526">
                  <a:extLst>
                    <a:ext uri="{FF2B5EF4-FFF2-40B4-BE49-F238E27FC236}">
                      <a16:creationId xmlns:a16="http://schemas.microsoft.com/office/drawing/2014/main" xmlns="" id="{009B544F-33BB-6B58-F8B3-813C3AF2AE62}"/>
                    </a:ext>
                  </a:extLst>
                </p:cNvPr>
                <p:cNvCxnSpPr>
                  <a:cxnSpLocks/>
                  <a:stCxn id="515" idx="5"/>
                  <a:endCxn id="519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28" name="Straight Arrow Connector 527">
                  <a:extLst>
                    <a:ext uri="{FF2B5EF4-FFF2-40B4-BE49-F238E27FC236}">
                      <a16:creationId xmlns:a16="http://schemas.microsoft.com/office/drawing/2014/main" xmlns="" id="{BE23C0E1-67DC-54DA-8D04-C8B6186DDB97}"/>
                    </a:ext>
                  </a:extLst>
                </p:cNvPr>
                <p:cNvCxnSpPr>
                  <a:cxnSpLocks/>
                  <a:stCxn id="519" idx="4"/>
                  <a:endCxn id="522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29" name="Straight Arrow Connector 528">
                  <a:extLst>
                    <a:ext uri="{FF2B5EF4-FFF2-40B4-BE49-F238E27FC236}">
                      <a16:creationId xmlns:a16="http://schemas.microsoft.com/office/drawing/2014/main" xmlns="" id="{F5C0D391-EFD1-455B-A6D2-62D8EC78859A}"/>
                    </a:ext>
                  </a:extLst>
                </p:cNvPr>
                <p:cNvCxnSpPr>
                  <a:cxnSpLocks/>
                  <a:stCxn id="519" idx="5"/>
                  <a:endCxn id="523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30" name="Straight Arrow Connector 529">
                  <a:extLst>
                    <a:ext uri="{FF2B5EF4-FFF2-40B4-BE49-F238E27FC236}">
                      <a16:creationId xmlns:a16="http://schemas.microsoft.com/office/drawing/2014/main" xmlns="" id="{4F63FF6C-219A-A6E8-150A-3C3325DB656E}"/>
                    </a:ext>
                  </a:extLst>
                </p:cNvPr>
                <p:cNvCxnSpPr>
                  <a:cxnSpLocks/>
                  <a:stCxn id="517" idx="4"/>
                  <a:endCxn id="521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31" name="Straight Arrow Connector 530">
                  <a:extLst>
                    <a:ext uri="{FF2B5EF4-FFF2-40B4-BE49-F238E27FC236}">
                      <a16:creationId xmlns:a16="http://schemas.microsoft.com/office/drawing/2014/main" xmlns="" id="{6140ED04-D1F8-11CB-72DD-77F9A9C78C8F}"/>
                    </a:ext>
                  </a:extLst>
                </p:cNvPr>
                <p:cNvCxnSpPr>
                  <a:cxnSpLocks/>
                  <a:stCxn id="518" idx="4"/>
                  <a:endCxn id="520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32" name="Straight Arrow Connector 531">
                  <a:extLst>
                    <a:ext uri="{FF2B5EF4-FFF2-40B4-BE49-F238E27FC236}">
                      <a16:creationId xmlns:a16="http://schemas.microsoft.com/office/drawing/2014/main" xmlns="" id="{5F614B17-9A7A-EC47-8A12-61E2CD9CA2B6}"/>
                    </a:ext>
                  </a:extLst>
                </p:cNvPr>
                <p:cNvCxnSpPr>
                  <a:cxnSpLocks/>
                  <a:stCxn id="518" idx="4"/>
                  <a:endCxn id="516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33" name="Straight Arrow Connector 532">
                  <a:extLst>
                    <a:ext uri="{FF2B5EF4-FFF2-40B4-BE49-F238E27FC236}">
                      <a16:creationId xmlns:a16="http://schemas.microsoft.com/office/drawing/2014/main" xmlns="" id="{07AE9690-31A3-21CD-E256-FD14F6D54E75}"/>
                    </a:ext>
                  </a:extLst>
                </p:cNvPr>
                <p:cNvCxnSpPr>
                  <a:cxnSpLocks/>
                  <a:stCxn id="519" idx="3"/>
                  <a:endCxn id="520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514" name="Straight Arrow Connector 513">
                <a:extLst>
                  <a:ext uri="{FF2B5EF4-FFF2-40B4-BE49-F238E27FC236}">
                    <a16:creationId xmlns:a16="http://schemas.microsoft.com/office/drawing/2014/main" xmlns="" id="{178FE7BC-3EC7-B4BF-D015-38E1A01D9103}"/>
                  </a:ext>
                </a:extLst>
              </p:cNvPr>
              <p:cNvCxnSpPr>
                <a:cxnSpLocks/>
                <a:stCxn id="524" idx="6"/>
                <a:endCxn id="515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67" name="Group 619">
            <a:extLst>
              <a:ext uri="{FF2B5EF4-FFF2-40B4-BE49-F238E27FC236}">
                <a16:creationId xmlns:a16="http://schemas.microsoft.com/office/drawing/2014/main" xmlns="" id="{C4229C7D-7239-F22D-6FC9-A9A842CA124E}"/>
              </a:ext>
            </a:extLst>
          </p:cNvPr>
          <p:cNvGrpSpPr/>
          <p:nvPr/>
        </p:nvGrpSpPr>
        <p:grpSpPr>
          <a:xfrm>
            <a:off x="10425766" y="4095859"/>
            <a:ext cx="2514600" cy="2074370"/>
            <a:chOff x="7208050" y="4767625"/>
            <a:chExt cx="1676400" cy="1382913"/>
          </a:xfrm>
        </p:grpSpPr>
        <p:grpSp>
          <p:nvGrpSpPr>
            <p:cNvPr id="72" name="Group 536">
              <a:extLst>
                <a:ext uri="{FF2B5EF4-FFF2-40B4-BE49-F238E27FC236}">
                  <a16:creationId xmlns:a16="http://schemas.microsoft.com/office/drawing/2014/main" xmlns="" id="{621CFF98-9E71-236E-B3C5-B3016DAC5431}"/>
                </a:ext>
              </a:extLst>
            </p:cNvPr>
            <p:cNvGrpSpPr/>
            <p:nvPr/>
          </p:nvGrpSpPr>
          <p:grpSpPr>
            <a:xfrm>
              <a:off x="7208050" y="4767625"/>
              <a:ext cx="1676400" cy="1382913"/>
              <a:chOff x="9473254" y="2031979"/>
              <a:chExt cx="1676400" cy="1382913"/>
            </a:xfrm>
          </p:grpSpPr>
          <p:sp>
            <p:nvSpPr>
              <p:cNvPr id="560" name="Oval 559">
                <a:extLst>
                  <a:ext uri="{FF2B5EF4-FFF2-40B4-BE49-F238E27FC236}">
                    <a16:creationId xmlns:a16="http://schemas.microsoft.com/office/drawing/2014/main" xmlns="" id="{9363201B-C943-27B7-A909-B2469A63D8D3}"/>
                  </a:ext>
                </a:extLst>
              </p:cNvPr>
              <p:cNvSpPr/>
              <p:nvPr/>
            </p:nvSpPr>
            <p:spPr>
              <a:xfrm>
                <a:off x="9473254" y="2031979"/>
                <a:ext cx="1676400" cy="138291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xmlns="" id="{14DE2B88-3C7B-32D2-D803-5AD9337EC5CF}"/>
                  </a:ext>
                </a:extLst>
              </p:cNvPr>
              <p:cNvSpPr txBox="1"/>
              <p:nvPr/>
            </p:nvSpPr>
            <p:spPr>
              <a:xfrm>
                <a:off x="9581315" y="2070124"/>
                <a:ext cx="140071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Process Characteristics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79" name="Group 537">
              <a:extLst>
                <a:ext uri="{FF2B5EF4-FFF2-40B4-BE49-F238E27FC236}">
                  <a16:creationId xmlns:a16="http://schemas.microsoft.com/office/drawing/2014/main" xmlns="" id="{8C09B6AC-6093-9731-1206-A379AE39160C}"/>
                </a:ext>
              </a:extLst>
            </p:cNvPr>
            <p:cNvGrpSpPr/>
            <p:nvPr/>
          </p:nvGrpSpPr>
          <p:grpSpPr>
            <a:xfrm>
              <a:off x="7500559" y="5357504"/>
              <a:ext cx="1031816" cy="621878"/>
              <a:chOff x="8080911" y="2500452"/>
              <a:chExt cx="1031816" cy="621878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83" name="Group 538">
                <a:extLst>
                  <a:ext uri="{FF2B5EF4-FFF2-40B4-BE49-F238E27FC236}">
                    <a16:creationId xmlns:a16="http://schemas.microsoft.com/office/drawing/2014/main" xmlns="" id="{8C8666B3-3F13-DEE8-D156-5A6D8E3E3FD1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541" name="Oval 540">
                  <a:extLst>
                    <a:ext uri="{FF2B5EF4-FFF2-40B4-BE49-F238E27FC236}">
                      <a16:creationId xmlns:a16="http://schemas.microsoft.com/office/drawing/2014/main" xmlns="" id="{B136EF5E-3497-24D5-9DB9-4BF4D040E27D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2" name="Oval 541">
                  <a:extLst>
                    <a:ext uri="{FF2B5EF4-FFF2-40B4-BE49-F238E27FC236}">
                      <a16:creationId xmlns:a16="http://schemas.microsoft.com/office/drawing/2014/main" xmlns="" id="{8850112F-D43B-73AA-0DBE-D5D71F8F6F7B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3" name="Oval 542">
                  <a:extLst>
                    <a:ext uri="{FF2B5EF4-FFF2-40B4-BE49-F238E27FC236}">
                      <a16:creationId xmlns:a16="http://schemas.microsoft.com/office/drawing/2014/main" xmlns="" id="{334CB7E3-FB1C-B52E-33F0-01165A6E6003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4" name="Oval 543">
                  <a:extLst>
                    <a:ext uri="{FF2B5EF4-FFF2-40B4-BE49-F238E27FC236}">
                      <a16:creationId xmlns:a16="http://schemas.microsoft.com/office/drawing/2014/main" xmlns="" id="{8F3947BB-7731-0DBB-7E55-3FBE06B4727A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5" name="Oval 544">
                  <a:extLst>
                    <a:ext uri="{FF2B5EF4-FFF2-40B4-BE49-F238E27FC236}">
                      <a16:creationId xmlns:a16="http://schemas.microsoft.com/office/drawing/2014/main" xmlns="" id="{8E71ABF0-51EE-13FA-B3E4-923F7E1EBA72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6" name="Oval 545">
                  <a:extLst>
                    <a:ext uri="{FF2B5EF4-FFF2-40B4-BE49-F238E27FC236}">
                      <a16:creationId xmlns:a16="http://schemas.microsoft.com/office/drawing/2014/main" xmlns="" id="{700F9F0D-1DAD-4236-9365-D9A214558CE7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7" name="Oval 546">
                  <a:extLst>
                    <a:ext uri="{FF2B5EF4-FFF2-40B4-BE49-F238E27FC236}">
                      <a16:creationId xmlns:a16="http://schemas.microsoft.com/office/drawing/2014/main" xmlns="" id="{FE94EB2C-6BBC-58A0-14E8-6CBABA0492E5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xmlns="" id="{AB3EA27C-A364-9C4C-3B6B-827EB0584ACF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xmlns="" id="{42043FC5-16BB-3AC6-84B5-38A4DE595E2F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xmlns="" id="{CD676830-6F59-E0C4-0F6D-76562604DC35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551" name="Straight Arrow Connector 550">
                  <a:extLst>
                    <a:ext uri="{FF2B5EF4-FFF2-40B4-BE49-F238E27FC236}">
                      <a16:creationId xmlns:a16="http://schemas.microsoft.com/office/drawing/2014/main" xmlns="" id="{675F1C2A-2F8E-133E-EF82-BAEDF5D23AD0}"/>
                    </a:ext>
                  </a:extLst>
                </p:cNvPr>
                <p:cNvCxnSpPr>
                  <a:cxnSpLocks/>
                  <a:stCxn id="550" idx="3"/>
                  <a:endCxn id="544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2" name="Straight Arrow Connector 551">
                  <a:extLst>
                    <a:ext uri="{FF2B5EF4-FFF2-40B4-BE49-F238E27FC236}">
                      <a16:creationId xmlns:a16="http://schemas.microsoft.com/office/drawing/2014/main" xmlns="" id="{BE378DE9-6477-49B6-5663-FBD1D30637C6}"/>
                    </a:ext>
                  </a:extLst>
                </p:cNvPr>
                <p:cNvCxnSpPr>
                  <a:cxnSpLocks/>
                  <a:stCxn id="541" idx="3"/>
                  <a:endCxn id="543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3" name="Straight Arrow Connector 552">
                  <a:extLst>
                    <a:ext uri="{FF2B5EF4-FFF2-40B4-BE49-F238E27FC236}">
                      <a16:creationId xmlns:a16="http://schemas.microsoft.com/office/drawing/2014/main" xmlns="" id="{80393C49-907D-77FE-9DDE-E1524B5EFA7F}"/>
                    </a:ext>
                  </a:extLst>
                </p:cNvPr>
                <p:cNvCxnSpPr>
                  <a:cxnSpLocks/>
                  <a:stCxn id="541" idx="5"/>
                  <a:endCxn id="545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4" name="Straight Arrow Connector 553">
                  <a:extLst>
                    <a:ext uri="{FF2B5EF4-FFF2-40B4-BE49-F238E27FC236}">
                      <a16:creationId xmlns:a16="http://schemas.microsoft.com/office/drawing/2014/main" xmlns="" id="{FCFF1F08-D873-EC9B-F0E9-A8CEAC4167A9}"/>
                    </a:ext>
                  </a:extLst>
                </p:cNvPr>
                <p:cNvCxnSpPr>
                  <a:cxnSpLocks/>
                  <a:stCxn id="545" idx="4"/>
                  <a:endCxn id="548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5" name="Straight Arrow Connector 554">
                  <a:extLst>
                    <a:ext uri="{FF2B5EF4-FFF2-40B4-BE49-F238E27FC236}">
                      <a16:creationId xmlns:a16="http://schemas.microsoft.com/office/drawing/2014/main" xmlns="" id="{9F620F0D-84AF-03BA-E5B9-630FB16EF8A4}"/>
                    </a:ext>
                  </a:extLst>
                </p:cNvPr>
                <p:cNvCxnSpPr>
                  <a:cxnSpLocks/>
                  <a:stCxn id="545" idx="5"/>
                  <a:endCxn id="549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xmlns="" id="{91EA6DEE-2DB2-5400-9232-FE4B279269C6}"/>
                    </a:ext>
                  </a:extLst>
                </p:cNvPr>
                <p:cNvCxnSpPr>
                  <a:cxnSpLocks/>
                  <a:stCxn id="543" idx="4"/>
                  <a:endCxn id="547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7" name="Straight Arrow Connector 556">
                  <a:extLst>
                    <a:ext uri="{FF2B5EF4-FFF2-40B4-BE49-F238E27FC236}">
                      <a16:creationId xmlns:a16="http://schemas.microsoft.com/office/drawing/2014/main" xmlns="" id="{6BC81897-A1F4-9714-92FF-5F0F813516F5}"/>
                    </a:ext>
                  </a:extLst>
                </p:cNvPr>
                <p:cNvCxnSpPr>
                  <a:cxnSpLocks/>
                  <a:stCxn id="544" idx="4"/>
                  <a:endCxn id="546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8" name="Straight Arrow Connector 557">
                  <a:extLst>
                    <a:ext uri="{FF2B5EF4-FFF2-40B4-BE49-F238E27FC236}">
                      <a16:creationId xmlns:a16="http://schemas.microsoft.com/office/drawing/2014/main" xmlns="" id="{9071C502-7C2B-EE1A-4EBB-7DCDF25EAEC0}"/>
                    </a:ext>
                  </a:extLst>
                </p:cNvPr>
                <p:cNvCxnSpPr>
                  <a:cxnSpLocks/>
                  <a:stCxn id="544" idx="4"/>
                  <a:endCxn id="542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9" name="Straight Arrow Connector 558">
                  <a:extLst>
                    <a:ext uri="{FF2B5EF4-FFF2-40B4-BE49-F238E27FC236}">
                      <a16:creationId xmlns:a16="http://schemas.microsoft.com/office/drawing/2014/main" xmlns="" id="{A784E693-25E4-58DA-C2DB-F3A4D2CF6729}"/>
                    </a:ext>
                  </a:extLst>
                </p:cNvPr>
                <p:cNvCxnSpPr>
                  <a:cxnSpLocks/>
                  <a:stCxn id="545" idx="3"/>
                  <a:endCxn id="546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540" name="Straight Arrow Connector 539">
                <a:extLst>
                  <a:ext uri="{FF2B5EF4-FFF2-40B4-BE49-F238E27FC236}">
                    <a16:creationId xmlns:a16="http://schemas.microsoft.com/office/drawing/2014/main" xmlns="" id="{973D4DFE-EFA2-F752-C5AB-AC07B584187D}"/>
                  </a:ext>
                </a:extLst>
              </p:cNvPr>
              <p:cNvCxnSpPr>
                <a:cxnSpLocks/>
                <a:stCxn id="550" idx="6"/>
                <a:endCxn id="541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90" name="Group 2">
            <a:extLst>
              <a:ext uri="{FF2B5EF4-FFF2-40B4-BE49-F238E27FC236}">
                <a16:creationId xmlns:a16="http://schemas.microsoft.com/office/drawing/2014/main" xmlns="" id="{03C89FF6-7860-A800-2F5A-D74ECC726FF1}"/>
              </a:ext>
            </a:extLst>
          </p:cNvPr>
          <p:cNvGrpSpPr/>
          <p:nvPr/>
        </p:nvGrpSpPr>
        <p:grpSpPr>
          <a:xfrm>
            <a:off x="3135822" y="5571464"/>
            <a:ext cx="2165118" cy="1761564"/>
            <a:chOff x="2397248" y="5049172"/>
            <a:chExt cx="1443412" cy="1174376"/>
          </a:xfrm>
        </p:grpSpPr>
        <p:grpSp>
          <p:nvGrpSpPr>
            <p:cNvPr id="91" name="Group 562">
              <a:extLst>
                <a:ext uri="{FF2B5EF4-FFF2-40B4-BE49-F238E27FC236}">
                  <a16:creationId xmlns:a16="http://schemas.microsoft.com/office/drawing/2014/main" xmlns="" id="{DA06064D-07E3-511A-D867-2C40614230D0}"/>
                </a:ext>
              </a:extLst>
            </p:cNvPr>
            <p:cNvGrpSpPr/>
            <p:nvPr/>
          </p:nvGrpSpPr>
          <p:grpSpPr>
            <a:xfrm>
              <a:off x="2397248" y="5049172"/>
              <a:ext cx="1443412" cy="1174376"/>
              <a:chOff x="9577328" y="2284570"/>
              <a:chExt cx="1443412" cy="1174376"/>
            </a:xfrm>
          </p:grpSpPr>
          <p:sp>
            <p:nvSpPr>
              <p:cNvPr id="586" name="Oval 585">
                <a:extLst>
                  <a:ext uri="{FF2B5EF4-FFF2-40B4-BE49-F238E27FC236}">
                    <a16:creationId xmlns:a16="http://schemas.microsoft.com/office/drawing/2014/main" xmlns="" id="{8F356277-7B5E-109C-7B23-A68CFA67E9FF}"/>
                  </a:ext>
                </a:extLst>
              </p:cNvPr>
              <p:cNvSpPr/>
              <p:nvPr/>
            </p:nvSpPr>
            <p:spPr>
              <a:xfrm>
                <a:off x="9577328" y="2284570"/>
                <a:ext cx="1443412" cy="1174376"/>
              </a:xfrm>
              <a:prstGeom prst="ellipse">
                <a:avLst/>
              </a:prstGeom>
              <a:solidFill>
                <a:srgbClr val="CFAF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7" name="TextBox 586">
                <a:extLst>
                  <a:ext uri="{FF2B5EF4-FFF2-40B4-BE49-F238E27FC236}">
                    <a16:creationId xmlns:a16="http://schemas.microsoft.com/office/drawing/2014/main" xmlns="" id="{77DDD386-F088-115A-E819-2F8A17255378}"/>
                  </a:ext>
                </a:extLst>
              </p:cNvPr>
              <p:cNvSpPr txBox="1"/>
              <p:nvPr/>
            </p:nvSpPr>
            <p:spPr>
              <a:xfrm>
                <a:off x="9829147" y="2296089"/>
                <a:ext cx="9727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Energy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2" name="Group 563">
              <a:extLst>
                <a:ext uri="{FF2B5EF4-FFF2-40B4-BE49-F238E27FC236}">
                  <a16:creationId xmlns:a16="http://schemas.microsoft.com/office/drawing/2014/main" xmlns="" id="{078D4347-19A7-382F-C208-E0F304C272EF}"/>
                </a:ext>
              </a:extLst>
            </p:cNvPr>
            <p:cNvGrpSpPr/>
            <p:nvPr/>
          </p:nvGrpSpPr>
          <p:grpSpPr>
            <a:xfrm>
              <a:off x="2595990" y="5406228"/>
              <a:ext cx="1031816" cy="621878"/>
              <a:chOff x="8080911" y="2500452"/>
              <a:chExt cx="1031816" cy="621878"/>
            </a:xfrm>
            <a:solidFill>
              <a:srgbClr val="FF0000"/>
            </a:solidFill>
          </p:grpSpPr>
          <p:grpSp>
            <p:nvGrpSpPr>
              <p:cNvPr id="93" name="Group 564">
                <a:extLst>
                  <a:ext uri="{FF2B5EF4-FFF2-40B4-BE49-F238E27FC236}">
                    <a16:creationId xmlns:a16="http://schemas.microsoft.com/office/drawing/2014/main" xmlns="" id="{48FE2643-59B3-254F-5517-DE6B1EF5FFC4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567" name="Oval 566">
                  <a:extLst>
                    <a:ext uri="{FF2B5EF4-FFF2-40B4-BE49-F238E27FC236}">
                      <a16:creationId xmlns:a16="http://schemas.microsoft.com/office/drawing/2014/main" xmlns="" id="{774D13A8-9314-F1D0-1604-AFDF75E64F1A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68" name="Oval 567">
                  <a:extLst>
                    <a:ext uri="{FF2B5EF4-FFF2-40B4-BE49-F238E27FC236}">
                      <a16:creationId xmlns:a16="http://schemas.microsoft.com/office/drawing/2014/main" xmlns="" id="{AEFFF39D-AD31-F0A6-4C78-CF75CB844815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69" name="Oval 568">
                  <a:extLst>
                    <a:ext uri="{FF2B5EF4-FFF2-40B4-BE49-F238E27FC236}">
                      <a16:creationId xmlns:a16="http://schemas.microsoft.com/office/drawing/2014/main" xmlns="" id="{5738C85E-DFCB-9E68-163F-A102C9ECAE65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0" name="Oval 569">
                  <a:extLst>
                    <a:ext uri="{FF2B5EF4-FFF2-40B4-BE49-F238E27FC236}">
                      <a16:creationId xmlns:a16="http://schemas.microsoft.com/office/drawing/2014/main" xmlns="" id="{C4BB5C6E-E741-B7C5-356F-B02E571CF8D8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1" name="Oval 570">
                  <a:extLst>
                    <a:ext uri="{FF2B5EF4-FFF2-40B4-BE49-F238E27FC236}">
                      <a16:creationId xmlns:a16="http://schemas.microsoft.com/office/drawing/2014/main" xmlns="" id="{836F219B-BA94-4D7D-D198-C4B95D30AE23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2" name="Oval 571">
                  <a:extLst>
                    <a:ext uri="{FF2B5EF4-FFF2-40B4-BE49-F238E27FC236}">
                      <a16:creationId xmlns:a16="http://schemas.microsoft.com/office/drawing/2014/main" xmlns="" id="{C9E57F1E-2FF9-27F4-FE3F-FB11F12A5A88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3" name="Oval 572">
                  <a:extLst>
                    <a:ext uri="{FF2B5EF4-FFF2-40B4-BE49-F238E27FC236}">
                      <a16:creationId xmlns:a16="http://schemas.microsoft.com/office/drawing/2014/main" xmlns="" id="{05DAABF2-74F3-7F09-223C-84F86DA25D05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4" name="Oval 573">
                  <a:extLst>
                    <a:ext uri="{FF2B5EF4-FFF2-40B4-BE49-F238E27FC236}">
                      <a16:creationId xmlns:a16="http://schemas.microsoft.com/office/drawing/2014/main" xmlns="" id="{DF389253-2893-F161-750F-F37CFB77CAE4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5" name="Oval 574">
                  <a:extLst>
                    <a:ext uri="{FF2B5EF4-FFF2-40B4-BE49-F238E27FC236}">
                      <a16:creationId xmlns:a16="http://schemas.microsoft.com/office/drawing/2014/main" xmlns="" id="{55EEB5EE-3913-F2A5-7A0B-B0017ACEFEB8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76" name="Oval 575">
                  <a:extLst>
                    <a:ext uri="{FF2B5EF4-FFF2-40B4-BE49-F238E27FC236}">
                      <a16:creationId xmlns:a16="http://schemas.microsoft.com/office/drawing/2014/main" xmlns="" id="{EF601FEE-8F30-79D4-313F-55EA090C1093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577" name="Straight Arrow Connector 576">
                  <a:extLst>
                    <a:ext uri="{FF2B5EF4-FFF2-40B4-BE49-F238E27FC236}">
                      <a16:creationId xmlns:a16="http://schemas.microsoft.com/office/drawing/2014/main" xmlns="" id="{4A87E032-2344-AF6A-B45B-719796DFEAA4}"/>
                    </a:ext>
                  </a:extLst>
                </p:cNvPr>
                <p:cNvCxnSpPr>
                  <a:cxnSpLocks/>
                  <a:stCxn id="576" idx="3"/>
                  <a:endCxn id="570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78" name="Straight Arrow Connector 577">
                  <a:extLst>
                    <a:ext uri="{FF2B5EF4-FFF2-40B4-BE49-F238E27FC236}">
                      <a16:creationId xmlns:a16="http://schemas.microsoft.com/office/drawing/2014/main" xmlns="" id="{3122403C-66A9-9C45-00DA-832F5B1F3276}"/>
                    </a:ext>
                  </a:extLst>
                </p:cNvPr>
                <p:cNvCxnSpPr>
                  <a:cxnSpLocks/>
                  <a:stCxn id="567" idx="3"/>
                  <a:endCxn id="569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79" name="Straight Arrow Connector 578">
                  <a:extLst>
                    <a:ext uri="{FF2B5EF4-FFF2-40B4-BE49-F238E27FC236}">
                      <a16:creationId xmlns:a16="http://schemas.microsoft.com/office/drawing/2014/main" xmlns="" id="{A6D0A644-D695-929E-4FE8-4408A6C38B40}"/>
                    </a:ext>
                  </a:extLst>
                </p:cNvPr>
                <p:cNvCxnSpPr>
                  <a:cxnSpLocks/>
                  <a:stCxn id="567" idx="5"/>
                  <a:endCxn id="571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0" name="Straight Arrow Connector 579">
                  <a:extLst>
                    <a:ext uri="{FF2B5EF4-FFF2-40B4-BE49-F238E27FC236}">
                      <a16:creationId xmlns:a16="http://schemas.microsoft.com/office/drawing/2014/main" xmlns="" id="{E4B42B18-505B-0603-2D06-C6150E61043F}"/>
                    </a:ext>
                  </a:extLst>
                </p:cNvPr>
                <p:cNvCxnSpPr>
                  <a:cxnSpLocks/>
                  <a:stCxn id="571" idx="4"/>
                  <a:endCxn id="574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1" name="Straight Arrow Connector 580">
                  <a:extLst>
                    <a:ext uri="{FF2B5EF4-FFF2-40B4-BE49-F238E27FC236}">
                      <a16:creationId xmlns:a16="http://schemas.microsoft.com/office/drawing/2014/main" xmlns="" id="{87C24411-FF9D-0A3C-74CF-4BEA1E83BC62}"/>
                    </a:ext>
                  </a:extLst>
                </p:cNvPr>
                <p:cNvCxnSpPr>
                  <a:cxnSpLocks/>
                  <a:stCxn id="571" idx="5"/>
                  <a:endCxn id="575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2" name="Straight Arrow Connector 581">
                  <a:extLst>
                    <a:ext uri="{FF2B5EF4-FFF2-40B4-BE49-F238E27FC236}">
                      <a16:creationId xmlns:a16="http://schemas.microsoft.com/office/drawing/2014/main" xmlns="" id="{466FB295-0B87-CA5B-3225-58F3A516771B}"/>
                    </a:ext>
                  </a:extLst>
                </p:cNvPr>
                <p:cNvCxnSpPr>
                  <a:cxnSpLocks/>
                  <a:stCxn id="569" idx="4"/>
                  <a:endCxn id="573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3" name="Straight Arrow Connector 582">
                  <a:extLst>
                    <a:ext uri="{FF2B5EF4-FFF2-40B4-BE49-F238E27FC236}">
                      <a16:creationId xmlns:a16="http://schemas.microsoft.com/office/drawing/2014/main" xmlns="" id="{DBC66E89-4BBB-EB52-023C-4408CF3FAEFD}"/>
                    </a:ext>
                  </a:extLst>
                </p:cNvPr>
                <p:cNvCxnSpPr>
                  <a:cxnSpLocks/>
                  <a:stCxn id="570" idx="4"/>
                  <a:endCxn id="572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4" name="Straight Arrow Connector 583">
                  <a:extLst>
                    <a:ext uri="{FF2B5EF4-FFF2-40B4-BE49-F238E27FC236}">
                      <a16:creationId xmlns:a16="http://schemas.microsoft.com/office/drawing/2014/main" xmlns="" id="{0967815A-148E-314F-D748-BD4E460F31D8}"/>
                    </a:ext>
                  </a:extLst>
                </p:cNvPr>
                <p:cNvCxnSpPr>
                  <a:cxnSpLocks/>
                  <a:stCxn id="570" idx="4"/>
                  <a:endCxn id="568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85" name="Straight Arrow Connector 584">
                  <a:extLst>
                    <a:ext uri="{FF2B5EF4-FFF2-40B4-BE49-F238E27FC236}">
                      <a16:creationId xmlns:a16="http://schemas.microsoft.com/office/drawing/2014/main" xmlns="" id="{D2117C10-54BF-2956-61F5-CFEDFA4FB867}"/>
                    </a:ext>
                  </a:extLst>
                </p:cNvPr>
                <p:cNvCxnSpPr>
                  <a:cxnSpLocks/>
                  <a:stCxn id="571" idx="3"/>
                  <a:endCxn id="572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566" name="Straight Arrow Connector 565">
                <a:extLst>
                  <a:ext uri="{FF2B5EF4-FFF2-40B4-BE49-F238E27FC236}">
                    <a16:creationId xmlns:a16="http://schemas.microsoft.com/office/drawing/2014/main" xmlns="" id="{16727F77-33F4-ABD8-ED1E-E05E6ACEA13A}"/>
                  </a:ext>
                </a:extLst>
              </p:cNvPr>
              <p:cNvCxnSpPr>
                <a:cxnSpLocks/>
                <a:stCxn id="576" idx="6"/>
                <a:endCxn id="567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94" name="Group 624">
            <a:extLst>
              <a:ext uri="{FF2B5EF4-FFF2-40B4-BE49-F238E27FC236}">
                <a16:creationId xmlns:a16="http://schemas.microsoft.com/office/drawing/2014/main" xmlns="" id="{418E3393-4BCC-396F-71DB-C2B189B06C03}"/>
              </a:ext>
            </a:extLst>
          </p:cNvPr>
          <p:cNvGrpSpPr/>
          <p:nvPr/>
        </p:nvGrpSpPr>
        <p:grpSpPr>
          <a:xfrm>
            <a:off x="15308357" y="4276897"/>
            <a:ext cx="2161118" cy="1808201"/>
            <a:chOff x="10374587" y="5032177"/>
            <a:chExt cx="1440745" cy="1205467"/>
          </a:xfrm>
        </p:grpSpPr>
        <p:grpSp>
          <p:nvGrpSpPr>
            <p:cNvPr id="95" name="Group 588">
              <a:extLst>
                <a:ext uri="{FF2B5EF4-FFF2-40B4-BE49-F238E27FC236}">
                  <a16:creationId xmlns:a16="http://schemas.microsoft.com/office/drawing/2014/main" xmlns="" id="{408E36E4-6B47-F90F-8CD1-BADE9ACF7D6C}"/>
                </a:ext>
              </a:extLst>
            </p:cNvPr>
            <p:cNvGrpSpPr/>
            <p:nvPr/>
          </p:nvGrpSpPr>
          <p:grpSpPr>
            <a:xfrm>
              <a:off x="10374587" y="5032177"/>
              <a:ext cx="1440745" cy="1205467"/>
              <a:chOff x="9606478" y="2227507"/>
              <a:chExt cx="1440745" cy="1205467"/>
            </a:xfrm>
          </p:grpSpPr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xmlns="" id="{58B1FAC7-712E-CC6C-6322-3520FC8ADDAC}"/>
                  </a:ext>
                </a:extLst>
              </p:cNvPr>
              <p:cNvSpPr/>
              <p:nvPr/>
            </p:nvSpPr>
            <p:spPr>
              <a:xfrm>
                <a:off x="9606478" y="2227507"/>
                <a:ext cx="1440745" cy="1205467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3" name="TextBox 612">
                <a:extLst>
                  <a:ext uri="{FF2B5EF4-FFF2-40B4-BE49-F238E27FC236}">
                    <a16:creationId xmlns:a16="http://schemas.microsoft.com/office/drawing/2014/main" xmlns="" id="{5FE7E775-336D-590B-6751-5B99EAEF3006}"/>
                  </a:ext>
                </a:extLst>
              </p:cNvPr>
              <p:cNvSpPr txBox="1"/>
              <p:nvPr/>
            </p:nvSpPr>
            <p:spPr>
              <a:xfrm>
                <a:off x="9711246" y="2302689"/>
                <a:ext cx="12342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Uncertainty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96" name="Group 589">
              <a:extLst>
                <a:ext uri="{FF2B5EF4-FFF2-40B4-BE49-F238E27FC236}">
                  <a16:creationId xmlns:a16="http://schemas.microsoft.com/office/drawing/2014/main" xmlns="" id="{8E5C0AEE-12ED-9C0F-BA5C-1F52E5786CC2}"/>
                </a:ext>
              </a:extLst>
            </p:cNvPr>
            <p:cNvGrpSpPr/>
            <p:nvPr/>
          </p:nvGrpSpPr>
          <p:grpSpPr>
            <a:xfrm>
              <a:off x="10589599" y="5445913"/>
              <a:ext cx="1016448" cy="616780"/>
              <a:chOff x="8080911" y="2500452"/>
              <a:chExt cx="1016448" cy="616780"/>
            </a:xfrm>
            <a:solidFill>
              <a:srgbClr val="92D050"/>
            </a:solidFill>
          </p:grpSpPr>
          <p:grpSp>
            <p:nvGrpSpPr>
              <p:cNvPr id="97" name="Group 590">
                <a:extLst>
                  <a:ext uri="{FF2B5EF4-FFF2-40B4-BE49-F238E27FC236}">
                    <a16:creationId xmlns:a16="http://schemas.microsoft.com/office/drawing/2014/main" xmlns="" id="{F6304C70-DFAA-F5F7-EFE4-C5352F209799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16448" cy="616780"/>
                <a:chOff x="5879509" y="1332989"/>
                <a:chExt cx="1016448" cy="616780"/>
              </a:xfrm>
              <a:grpFill/>
            </p:grpSpPr>
            <p:sp>
              <p:nvSpPr>
                <p:cNvPr id="593" name="Oval 592">
                  <a:extLst>
                    <a:ext uri="{FF2B5EF4-FFF2-40B4-BE49-F238E27FC236}">
                      <a16:creationId xmlns:a16="http://schemas.microsoft.com/office/drawing/2014/main" xmlns="" id="{B2C83054-086E-DBBA-6BB3-4B08526E472E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4" name="Oval 593">
                  <a:extLst>
                    <a:ext uri="{FF2B5EF4-FFF2-40B4-BE49-F238E27FC236}">
                      <a16:creationId xmlns:a16="http://schemas.microsoft.com/office/drawing/2014/main" xmlns="" id="{64C79BFD-3527-5023-098D-CF4D6CFD518F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5" name="Oval 594">
                  <a:extLst>
                    <a:ext uri="{FF2B5EF4-FFF2-40B4-BE49-F238E27FC236}">
                      <a16:creationId xmlns:a16="http://schemas.microsoft.com/office/drawing/2014/main" xmlns="" id="{9A92AE64-532A-A6F8-FA4D-A4E7D3F844A4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6" name="Oval 595">
                  <a:extLst>
                    <a:ext uri="{FF2B5EF4-FFF2-40B4-BE49-F238E27FC236}">
                      <a16:creationId xmlns:a16="http://schemas.microsoft.com/office/drawing/2014/main" xmlns="" id="{3F0AC858-8F39-25F9-599D-8AA8BF62462B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7" name="Oval 596">
                  <a:extLst>
                    <a:ext uri="{FF2B5EF4-FFF2-40B4-BE49-F238E27FC236}">
                      <a16:creationId xmlns:a16="http://schemas.microsoft.com/office/drawing/2014/main" xmlns="" id="{C3607136-4964-A014-6E64-F45B7A7FD345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8" name="Oval 597">
                  <a:extLst>
                    <a:ext uri="{FF2B5EF4-FFF2-40B4-BE49-F238E27FC236}">
                      <a16:creationId xmlns:a16="http://schemas.microsoft.com/office/drawing/2014/main" xmlns="" id="{34F8A31E-BE88-50D8-C02F-E2E2AA5B51B1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599" name="Oval 598">
                  <a:extLst>
                    <a:ext uri="{FF2B5EF4-FFF2-40B4-BE49-F238E27FC236}">
                      <a16:creationId xmlns:a16="http://schemas.microsoft.com/office/drawing/2014/main" xmlns="" id="{7B059925-6004-B89E-D290-9862363482D3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600" name="Oval 599">
                  <a:extLst>
                    <a:ext uri="{FF2B5EF4-FFF2-40B4-BE49-F238E27FC236}">
                      <a16:creationId xmlns:a16="http://schemas.microsoft.com/office/drawing/2014/main" xmlns="" id="{B3E8F9B7-A9B6-D2E3-EEF8-2B5432EE5324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601" name="Oval 600">
                  <a:extLst>
                    <a:ext uri="{FF2B5EF4-FFF2-40B4-BE49-F238E27FC236}">
                      <a16:creationId xmlns:a16="http://schemas.microsoft.com/office/drawing/2014/main" xmlns="" id="{CF3276A3-FD23-1E32-1B75-58C887822490}"/>
                    </a:ext>
                  </a:extLst>
                </p:cNvPr>
                <p:cNvSpPr/>
                <p:nvPr/>
              </p:nvSpPr>
              <p:spPr>
                <a:xfrm>
                  <a:off x="6730304" y="1841648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602" name="Oval 601">
                  <a:extLst>
                    <a:ext uri="{FF2B5EF4-FFF2-40B4-BE49-F238E27FC236}">
                      <a16:creationId xmlns:a16="http://schemas.microsoft.com/office/drawing/2014/main" xmlns="" id="{DD6EBFED-8C22-4B59-7087-31A12A73A33D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603" name="Straight Arrow Connector 602">
                  <a:extLst>
                    <a:ext uri="{FF2B5EF4-FFF2-40B4-BE49-F238E27FC236}">
                      <a16:creationId xmlns:a16="http://schemas.microsoft.com/office/drawing/2014/main" xmlns="" id="{188B88D3-A0D6-6291-62C1-D1EC0D32358E}"/>
                    </a:ext>
                  </a:extLst>
                </p:cNvPr>
                <p:cNvCxnSpPr>
                  <a:cxnSpLocks/>
                  <a:stCxn id="602" idx="3"/>
                  <a:endCxn id="596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4" name="Straight Arrow Connector 603">
                  <a:extLst>
                    <a:ext uri="{FF2B5EF4-FFF2-40B4-BE49-F238E27FC236}">
                      <a16:creationId xmlns:a16="http://schemas.microsoft.com/office/drawing/2014/main" xmlns="" id="{D1A87EC2-8031-DC5A-C9B6-A0A929053DFA}"/>
                    </a:ext>
                  </a:extLst>
                </p:cNvPr>
                <p:cNvCxnSpPr>
                  <a:cxnSpLocks/>
                  <a:stCxn id="593" idx="3"/>
                  <a:endCxn id="595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5" name="Straight Arrow Connector 604">
                  <a:extLst>
                    <a:ext uri="{FF2B5EF4-FFF2-40B4-BE49-F238E27FC236}">
                      <a16:creationId xmlns:a16="http://schemas.microsoft.com/office/drawing/2014/main" xmlns="" id="{ED87D72E-4AD4-9849-A250-79B07A84699F}"/>
                    </a:ext>
                  </a:extLst>
                </p:cNvPr>
                <p:cNvCxnSpPr>
                  <a:cxnSpLocks/>
                  <a:stCxn id="593" idx="5"/>
                  <a:endCxn id="597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6" name="Straight Arrow Connector 605">
                  <a:extLst>
                    <a:ext uri="{FF2B5EF4-FFF2-40B4-BE49-F238E27FC236}">
                      <a16:creationId xmlns:a16="http://schemas.microsoft.com/office/drawing/2014/main" xmlns="" id="{47E09BFD-7DD1-E888-8C86-63870C77EA39}"/>
                    </a:ext>
                  </a:extLst>
                </p:cNvPr>
                <p:cNvCxnSpPr>
                  <a:cxnSpLocks/>
                  <a:stCxn id="597" idx="4"/>
                  <a:endCxn id="600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7" name="Straight Arrow Connector 606">
                  <a:extLst>
                    <a:ext uri="{FF2B5EF4-FFF2-40B4-BE49-F238E27FC236}">
                      <a16:creationId xmlns:a16="http://schemas.microsoft.com/office/drawing/2014/main" xmlns="" id="{96FDCF6A-EFD1-FC3E-C66A-5BA04FB72DF5}"/>
                    </a:ext>
                  </a:extLst>
                </p:cNvPr>
                <p:cNvCxnSpPr>
                  <a:cxnSpLocks/>
                  <a:stCxn id="597" idx="5"/>
                  <a:endCxn id="601" idx="0"/>
                </p:cNvCxnSpPr>
                <p:nvPr/>
              </p:nvCxnSpPr>
              <p:spPr>
                <a:xfrm>
                  <a:off x="6618747" y="1629300"/>
                  <a:ext cx="194384" cy="21234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8" name="Straight Arrow Connector 607">
                  <a:extLst>
                    <a:ext uri="{FF2B5EF4-FFF2-40B4-BE49-F238E27FC236}">
                      <a16:creationId xmlns:a16="http://schemas.microsoft.com/office/drawing/2014/main" xmlns="" id="{A9703A55-5D47-A2EC-3887-C7E841FDB585}"/>
                    </a:ext>
                  </a:extLst>
                </p:cNvPr>
                <p:cNvCxnSpPr>
                  <a:cxnSpLocks/>
                  <a:stCxn id="595" idx="4"/>
                  <a:endCxn id="599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09" name="Straight Arrow Connector 608">
                  <a:extLst>
                    <a:ext uri="{FF2B5EF4-FFF2-40B4-BE49-F238E27FC236}">
                      <a16:creationId xmlns:a16="http://schemas.microsoft.com/office/drawing/2014/main" xmlns="" id="{ABECF28B-152A-6782-F7D3-62ED5A28C823}"/>
                    </a:ext>
                  </a:extLst>
                </p:cNvPr>
                <p:cNvCxnSpPr>
                  <a:cxnSpLocks/>
                  <a:stCxn id="596" idx="4"/>
                  <a:endCxn id="598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10" name="Straight Arrow Connector 609">
                  <a:extLst>
                    <a:ext uri="{FF2B5EF4-FFF2-40B4-BE49-F238E27FC236}">
                      <a16:creationId xmlns:a16="http://schemas.microsoft.com/office/drawing/2014/main" xmlns="" id="{75942CC5-E3BF-77F7-312E-9B938FB2CD84}"/>
                    </a:ext>
                  </a:extLst>
                </p:cNvPr>
                <p:cNvCxnSpPr>
                  <a:cxnSpLocks/>
                  <a:stCxn id="596" idx="4"/>
                  <a:endCxn id="594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611" name="Straight Arrow Connector 610">
                  <a:extLst>
                    <a:ext uri="{FF2B5EF4-FFF2-40B4-BE49-F238E27FC236}">
                      <a16:creationId xmlns:a16="http://schemas.microsoft.com/office/drawing/2014/main" xmlns="" id="{66EECFF9-6C53-42BA-87D0-3A3C2CBD6D11}"/>
                    </a:ext>
                  </a:extLst>
                </p:cNvPr>
                <p:cNvCxnSpPr>
                  <a:cxnSpLocks/>
                  <a:stCxn id="597" idx="3"/>
                  <a:endCxn id="598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592" name="Straight Arrow Connector 591">
                <a:extLst>
                  <a:ext uri="{FF2B5EF4-FFF2-40B4-BE49-F238E27FC236}">
                    <a16:creationId xmlns:a16="http://schemas.microsoft.com/office/drawing/2014/main" xmlns="" id="{2379D40E-42AF-83B0-4F58-EC836121C8EB}"/>
                  </a:ext>
                </a:extLst>
              </p:cNvPr>
              <p:cNvCxnSpPr>
                <a:cxnSpLocks/>
                <a:stCxn id="602" idx="6"/>
                <a:endCxn id="593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98" name="Group 4">
            <a:extLst>
              <a:ext uri="{FF2B5EF4-FFF2-40B4-BE49-F238E27FC236}">
                <a16:creationId xmlns:a16="http://schemas.microsoft.com/office/drawing/2014/main" xmlns="" id="{ACCE887B-2FCD-A9FE-7F99-2B70F5391897}"/>
              </a:ext>
            </a:extLst>
          </p:cNvPr>
          <p:cNvGrpSpPr/>
          <p:nvPr/>
        </p:nvGrpSpPr>
        <p:grpSpPr>
          <a:xfrm>
            <a:off x="11579655" y="81478"/>
            <a:ext cx="2514600" cy="1565315"/>
            <a:chOff x="7429242" y="-1206367"/>
            <a:chExt cx="1676400" cy="1043543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xmlns="" id="{E9FB4600-3E1E-AB5F-84A5-F0709437BAAA}"/>
                </a:ext>
              </a:extLst>
            </p:cNvPr>
            <p:cNvSpPr/>
            <p:nvPr/>
          </p:nvSpPr>
          <p:spPr>
            <a:xfrm>
              <a:off x="7429242" y="-1206367"/>
              <a:ext cx="1676400" cy="104354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99" name="Group 59">
              <a:extLst>
                <a:ext uri="{FF2B5EF4-FFF2-40B4-BE49-F238E27FC236}">
                  <a16:creationId xmlns:a16="http://schemas.microsoft.com/office/drawing/2014/main" xmlns="" id="{DED4DC14-375C-0165-F814-67E068979DAA}"/>
                </a:ext>
              </a:extLst>
            </p:cNvPr>
            <p:cNvGrpSpPr/>
            <p:nvPr/>
          </p:nvGrpSpPr>
          <p:grpSpPr>
            <a:xfrm>
              <a:off x="7797682" y="-860488"/>
              <a:ext cx="987160" cy="549098"/>
              <a:chOff x="8080911" y="2500452"/>
              <a:chExt cx="1031816" cy="621878"/>
            </a:xfrm>
            <a:solidFill>
              <a:schemeClr val="bg1">
                <a:lumMod val="50000"/>
              </a:schemeClr>
            </a:solidFill>
          </p:grpSpPr>
          <p:grpSp>
            <p:nvGrpSpPr>
              <p:cNvPr id="101" name="Group 60">
                <a:extLst>
                  <a:ext uri="{FF2B5EF4-FFF2-40B4-BE49-F238E27FC236}">
                    <a16:creationId xmlns:a16="http://schemas.microsoft.com/office/drawing/2014/main" xmlns="" id="{0041A606-3F42-A25B-A59B-671A977A62EB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xmlns="" id="{70B9E90C-AD05-5F60-B593-F583CF7089F4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xmlns="" id="{9318010E-C012-532D-4775-E3D75C5254A9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xmlns="" id="{332BF02D-E942-8E7E-06B0-0E2CE679C7A5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xmlns="" id="{B9F9423A-2EB3-88F5-CBE5-5FDAB8DDD503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xmlns="" id="{8F2FFDB1-31B2-2F29-45AF-49966F2E117C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xmlns="" id="{F851424B-14A4-8394-1C2D-004E3EB3ED4D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xmlns="" id="{ECFC801B-510C-7195-14C4-E6F33C0508C4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xmlns="" id="{FC8EB224-B3E0-A57F-4522-85081DDC48A0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xmlns="" id="{8BAB5491-BBF1-FF9D-6AC1-B393260D13BD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xmlns="" id="{2A349B58-375B-B36F-FC0B-74A3E8FCCC4C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484" name="Straight Arrow Connector 483">
                  <a:extLst>
                    <a:ext uri="{FF2B5EF4-FFF2-40B4-BE49-F238E27FC236}">
                      <a16:creationId xmlns:a16="http://schemas.microsoft.com/office/drawing/2014/main" xmlns="" id="{B78F2573-59A4-8CCE-2E2C-342F93FE7B88}"/>
                    </a:ext>
                  </a:extLst>
                </p:cNvPr>
                <p:cNvCxnSpPr>
                  <a:cxnSpLocks/>
                  <a:stCxn id="483" idx="3"/>
                  <a:endCxn id="475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85" name="Straight Arrow Connector 484">
                  <a:extLst>
                    <a:ext uri="{FF2B5EF4-FFF2-40B4-BE49-F238E27FC236}">
                      <a16:creationId xmlns:a16="http://schemas.microsoft.com/office/drawing/2014/main" xmlns="" id="{2EF58BCB-0360-2F66-7BA3-46A9D8CD6EC1}"/>
                    </a:ext>
                  </a:extLst>
                </p:cNvPr>
                <p:cNvCxnSpPr>
                  <a:cxnSpLocks/>
                  <a:stCxn id="63" idx="3"/>
                  <a:endCxn id="474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86" name="Straight Arrow Connector 485">
                  <a:extLst>
                    <a:ext uri="{FF2B5EF4-FFF2-40B4-BE49-F238E27FC236}">
                      <a16:creationId xmlns:a16="http://schemas.microsoft.com/office/drawing/2014/main" xmlns="" id="{F9D6A785-D893-E947-EC36-5E72B450060E}"/>
                    </a:ext>
                  </a:extLst>
                </p:cNvPr>
                <p:cNvCxnSpPr>
                  <a:cxnSpLocks/>
                  <a:stCxn id="63" idx="5"/>
                  <a:endCxn id="476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87" name="Straight Arrow Connector 486">
                  <a:extLst>
                    <a:ext uri="{FF2B5EF4-FFF2-40B4-BE49-F238E27FC236}">
                      <a16:creationId xmlns:a16="http://schemas.microsoft.com/office/drawing/2014/main" xmlns="" id="{0141AE35-2201-1E32-9CEB-8D36C0D96782}"/>
                    </a:ext>
                  </a:extLst>
                </p:cNvPr>
                <p:cNvCxnSpPr>
                  <a:cxnSpLocks/>
                  <a:stCxn id="476" idx="4"/>
                  <a:endCxn id="480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88" name="Straight Arrow Connector 487">
                  <a:extLst>
                    <a:ext uri="{FF2B5EF4-FFF2-40B4-BE49-F238E27FC236}">
                      <a16:creationId xmlns:a16="http://schemas.microsoft.com/office/drawing/2014/main" xmlns="" id="{5B69D839-FFCB-B8D6-163E-600B0A988FFE}"/>
                    </a:ext>
                  </a:extLst>
                </p:cNvPr>
                <p:cNvCxnSpPr>
                  <a:cxnSpLocks/>
                  <a:stCxn id="476" idx="5"/>
                  <a:endCxn id="481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89" name="Straight Arrow Connector 488">
                  <a:extLst>
                    <a:ext uri="{FF2B5EF4-FFF2-40B4-BE49-F238E27FC236}">
                      <a16:creationId xmlns:a16="http://schemas.microsoft.com/office/drawing/2014/main" xmlns="" id="{0731D447-F9EF-5A0B-558E-C4384306B1DD}"/>
                    </a:ext>
                  </a:extLst>
                </p:cNvPr>
                <p:cNvCxnSpPr>
                  <a:cxnSpLocks/>
                  <a:stCxn id="474" idx="4"/>
                  <a:endCxn id="478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90" name="Straight Arrow Connector 489">
                  <a:extLst>
                    <a:ext uri="{FF2B5EF4-FFF2-40B4-BE49-F238E27FC236}">
                      <a16:creationId xmlns:a16="http://schemas.microsoft.com/office/drawing/2014/main" xmlns="" id="{F87F9762-2E3D-AD91-D828-012B9405F6D7}"/>
                    </a:ext>
                  </a:extLst>
                </p:cNvPr>
                <p:cNvCxnSpPr>
                  <a:cxnSpLocks/>
                  <a:stCxn id="475" idx="4"/>
                  <a:endCxn id="477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91" name="Straight Arrow Connector 490">
                  <a:extLst>
                    <a:ext uri="{FF2B5EF4-FFF2-40B4-BE49-F238E27FC236}">
                      <a16:creationId xmlns:a16="http://schemas.microsoft.com/office/drawing/2014/main" xmlns="" id="{1BF9ADF9-1221-E1AE-EB28-7EDC09135250}"/>
                    </a:ext>
                  </a:extLst>
                </p:cNvPr>
                <p:cNvCxnSpPr>
                  <a:cxnSpLocks/>
                  <a:stCxn id="475" idx="4"/>
                  <a:endCxn id="473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494" name="Straight Arrow Connector 493">
                  <a:extLst>
                    <a:ext uri="{FF2B5EF4-FFF2-40B4-BE49-F238E27FC236}">
                      <a16:creationId xmlns:a16="http://schemas.microsoft.com/office/drawing/2014/main" xmlns="" id="{77FDFB05-620D-DFD1-F968-A1E5949DCACB}"/>
                    </a:ext>
                  </a:extLst>
                </p:cNvPr>
                <p:cNvCxnSpPr>
                  <a:cxnSpLocks/>
                  <a:stCxn id="476" idx="3"/>
                  <a:endCxn id="477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chemeClr val="tx1"/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xmlns="" id="{8100397E-ACF7-F76A-88C4-C4D9BE8127AB}"/>
                  </a:ext>
                </a:extLst>
              </p:cNvPr>
              <p:cNvCxnSpPr>
                <a:cxnSpLocks/>
                <a:stCxn id="483" idx="6"/>
                <a:endCxn id="63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tailEnd type="triangle"/>
              </a:ln>
              <a:effectLst/>
            </p:spPr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4A7DB41F-DC19-C495-916E-29549990A66E}"/>
                </a:ext>
              </a:extLst>
            </p:cNvPr>
            <p:cNvSpPr txBox="1"/>
            <p:nvPr/>
          </p:nvSpPr>
          <p:spPr>
            <a:xfrm>
              <a:off x="7734789" y="-1206367"/>
              <a:ext cx="9771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700" dirty="0">
                  <a:solidFill>
                    <a:prstClr val="black"/>
                  </a:solidFill>
                  <a:latin typeface="Calibri" panose="020F0502020204030204"/>
                </a:rPr>
                <a:t>BFO</a:t>
              </a:r>
            </a:p>
          </p:txBody>
        </p:sp>
      </p:grpSp>
      <p:sp>
        <p:nvSpPr>
          <p:cNvPr id="496" name="Title 1">
            <a:extLst>
              <a:ext uri="{FF2B5EF4-FFF2-40B4-BE49-F238E27FC236}">
                <a16:creationId xmlns:a16="http://schemas.microsoft.com/office/drawing/2014/main" xmlns="" id="{A25D8926-26AD-BE38-2AF9-12E1E986A5A0}"/>
              </a:ext>
            </a:extLst>
          </p:cNvPr>
          <p:cNvSpPr txBox="1">
            <a:spLocks/>
          </p:cNvSpPr>
          <p:nvPr/>
        </p:nvSpPr>
        <p:spPr>
          <a:xfrm>
            <a:off x="1669050" y="1475511"/>
            <a:ext cx="7499967" cy="437199"/>
          </a:xfrm>
          <a:prstGeom prst="rect">
            <a:avLst/>
          </a:prstGeom>
        </p:spPr>
        <p:txBody>
          <a:bodyPr lIns="137160" tIns="68580" rIns="137160" bIns="6858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371600"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Common Core Ontologies (Mid-Level)</a:t>
            </a:r>
          </a:p>
        </p:txBody>
      </p:sp>
      <p:sp>
        <p:nvSpPr>
          <p:cNvPr id="498" name="Right Brace 497">
            <a:extLst>
              <a:ext uri="{FF2B5EF4-FFF2-40B4-BE49-F238E27FC236}">
                <a16:creationId xmlns:a16="http://schemas.microsoft.com/office/drawing/2014/main" xmlns="" id="{F3FCA805-7F69-D9F8-498D-A2E29384F5AC}"/>
              </a:ext>
            </a:extLst>
          </p:cNvPr>
          <p:cNvSpPr/>
          <p:nvPr/>
        </p:nvSpPr>
        <p:spPr>
          <a:xfrm rot="16200000">
            <a:off x="8938575" y="-6497799"/>
            <a:ext cx="573471" cy="16887257"/>
          </a:xfrm>
          <a:prstGeom prst="rightBrace">
            <a:avLst>
              <a:gd name="adj1" fmla="val 9791"/>
              <a:gd name="adj2" fmla="val 71559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xmlns="" id="{B3AB8ED4-F1BC-2DD7-64BA-53A30A5F6373}"/>
              </a:ext>
            </a:extLst>
          </p:cNvPr>
          <p:cNvSpPr txBox="1">
            <a:spLocks/>
          </p:cNvSpPr>
          <p:nvPr/>
        </p:nvSpPr>
        <p:spPr>
          <a:xfrm>
            <a:off x="14094256" y="403899"/>
            <a:ext cx="3423623" cy="861690"/>
          </a:xfrm>
          <a:prstGeom prst="rect">
            <a:avLst/>
          </a:prstGeom>
        </p:spPr>
        <p:txBody>
          <a:bodyPr lIns="137160" tIns="68580" rIns="137160" bIns="6858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371600"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Basic Formal Ontology</a:t>
            </a:r>
          </a:p>
          <a:p>
            <a:pPr algn="ctr" defTabSz="1371600">
              <a:defRPr/>
            </a:pP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(Top-Level)</a:t>
            </a:r>
          </a:p>
        </p:txBody>
      </p:sp>
      <p:grpSp>
        <p:nvGrpSpPr>
          <p:cNvPr id="102" name="Group 481">
            <a:extLst>
              <a:ext uri="{FF2B5EF4-FFF2-40B4-BE49-F238E27FC236}">
                <a16:creationId xmlns:a16="http://schemas.microsoft.com/office/drawing/2014/main" xmlns="" id="{8CFF6159-EE95-78C2-30EC-D251C6A6E7CD}"/>
              </a:ext>
            </a:extLst>
          </p:cNvPr>
          <p:cNvGrpSpPr/>
          <p:nvPr/>
        </p:nvGrpSpPr>
        <p:grpSpPr>
          <a:xfrm>
            <a:off x="352049" y="5323838"/>
            <a:ext cx="2514600" cy="2279171"/>
            <a:chOff x="1582366" y="1768218"/>
            <a:chExt cx="1676400" cy="1519447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6080F10A-8E53-3D11-8CA9-1F2A2F850361}"/>
                </a:ext>
              </a:extLst>
            </p:cNvPr>
            <p:cNvSpPr/>
            <p:nvPr/>
          </p:nvSpPr>
          <p:spPr>
            <a:xfrm>
              <a:off x="1582366" y="1768218"/>
              <a:ext cx="1676400" cy="1519447"/>
            </a:xfrm>
            <a:prstGeom prst="ellipse">
              <a:avLst/>
            </a:prstGeom>
            <a:solidFill>
              <a:srgbClr val="FFE9A3"/>
            </a:solidFill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78D8895F-A064-F27C-84C5-D86974EC827B}"/>
                </a:ext>
              </a:extLst>
            </p:cNvPr>
            <p:cNvSpPr txBox="1"/>
            <p:nvPr/>
          </p:nvSpPr>
          <p:spPr>
            <a:xfrm>
              <a:off x="1780237" y="1857954"/>
              <a:ext cx="14147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Illumination Sources</a:t>
              </a:r>
            </a:p>
          </p:txBody>
        </p:sp>
        <p:grpSp>
          <p:nvGrpSpPr>
            <p:cNvPr id="103" name="Group 135">
              <a:extLst>
                <a:ext uri="{FF2B5EF4-FFF2-40B4-BE49-F238E27FC236}">
                  <a16:creationId xmlns:a16="http://schemas.microsoft.com/office/drawing/2014/main" xmlns="" id="{59F9CFCF-4DD1-74AD-0F98-46FE9729465C}"/>
                </a:ext>
              </a:extLst>
            </p:cNvPr>
            <p:cNvGrpSpPr/>
            <p:nvPr/>
          </p:nvGrpSpPr>
          <p:grpSpPr>
            <a:xfrm>
              <a:off x="1945294" y="2425983"/>
              <a:ext cx="1031816" cy="621878"/>
              <a:chOff x="8080911" y="2500452"/>
              <a:chExt cx="1031816" cy="621878"/>
            </a:xfrm>
            <a:solidFill>
              <a:srgbClr val="FFFF00"/>
            </a:solidFill>
          </p:grpSpPr>
          <p:grpSp>
            <p:nvGrpSpPr>
              <p:cNvPr id="104" name="Group 136">
                <a:extLst>
                  <a:ext uri="{FF2B5EF4-FFF2-40B4-BE49-F238E27FC236}">
                    <a16:creationId xmlns:a16="http://schemas.microsoft.com/office/drawing/2014/main" xmlns="" id="{E477C613-1DCA-9508-2AD5-480B070CEEE1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xmlns="" id="{73D7DA7A-6E04-D05E-1853-CB628E352EBD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xmlns="" id="{824E0CE2-E647-A8B5-289D-B93A20B5D97B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xmlns="" id="{CB7204BE-F121-0294-A7EF-C4F1E408C00C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xmlns="" id="{ADEAD6B0-4866-A10E-7F8F-D7098393A316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xmlns="" id="{564DFB50-ED45-8310-5749-E7A5F912C4EE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xmlns="" id="{C337490E-091E-D9ED-D4A2-F30C3A6141C3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xmlns="" id="{1EE0AE84-EBDB-4E0A-4C1C-A9D293D4BD20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xmlns="" id="{4BE24E02-99C4-1F24-2DFC-1788D9CB3A18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xmlns="" id="{EF1B8FD8-166E-D89E-CDC7-BDEF72E8DE6B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xmlns="" id="{74232B10-94A6-DBFC-C784-F3B61430DC9D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149" name="Straight Arrow Connector 148">
                  <a:extLst>
                    <a:ext uri="{FF2B5EF4-FFF2-40B4-BE49-F238E27FC236}">
                      <a16:creationId xmlns:a16="http://schemas.microsoft.com/office/drawing/2014/main" xmlns="" id="{72A8EE6E-0CA4-A947-A098-44B8BD47AC92}"/>
                    </a:ext>
                  </a:extLst>
                </p:cNvPr>
                <p:cNvCxnSpPr>
                  <a:cxnSpLocks/>
                  <a:stCxn id="148" idx="3"/>
                  <a:endCxn id="142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xmlns="" id="{D1EAE119-AC19-218C-DDE2-611DF351DCEF}"/>
                    </a:ext>
                  </a:extLst>
                </p:cNvPr>
                <p:cNvCxnSpPr>
                  <a:cxnSpLocks/>
                  <a:stCxn id="139" idx="3"/>
                  <a:endCxn id="141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1" name="Straight Arrow Connector 150">
                  <a:extLst>
                    <a:ext uri="{FF2B5EF4-FFF2-40B4-BE49-F238E27FC236}">
                      <a16:creationId xmlns:a16="http://schemas.microsoft.com/office/drawing/2014/main" xmlns="" id="{780BF78F-6377-9A9C-28BE-77A7DAF39A55}"/>
                    </a:ext>
                  </a:extLst>
                </p:cNvPr>
                <p:cNvCxnSpPr>
                  <a:cxnSpLocks/>
                  <a:stCxn id="139" idx="5"/>
                  <a:endCxn id="143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xmlns="" id="{B1A370A7-617F-ED19-FF67-991D14792A32}"/>
                    </a:ext>
                  </a:extLst>
                </p:cNvPr>
                <p:cNvCxnSpPr>
                  <a:cxnSpLocks/>
                  <a:stCxn id="143" idx="4"/>
                  <a:endCxn id="146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3" name="Straight Arrow Connector 152">
                  <a:extLst>
                    <a:ext uri="{FF2B5EF4-FFF2-40B4-BE49-F238E27FC236}">
                      <a16:creationId xmlns:a16="http://schemas.microsoft.com/office/drawing/2014/main" xmlns="" id="{EBD28BBF-5064-3FCF-CE31-29499CC85585}"/>
                    </a:ext>
                  </a:extLst>
                </p:cNvPr>
                <p:cNvCxnSpPr>
                  <a:cxnSpLocks/>
                  <a:stCxn id="143" idx="5"/>
                  <a:endCxn id="147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4" name="Straight Arrow Connector 153">
                  <a:extLst>
                    <a:ext uri="{FF2B5EF4-FFF2-40B4-BE49-F238E27FC236}">
                      <a16:creationId xmlns:a16="http://schemas.microsoft.com/office/drawing/2014/main" xmlns="" id="{A7C4785D-23AD-C0B6-C3EB-8A53DE51C66C}"/>
                    </a:ext>
                  </a:extLst>
                </p:cNvPr>
                <p:cNvCxnSpPr>
                  <a:cxnSpLocks/>
                  <a:stCxn id="141" idx="4"/>
                  <a:endCxn id="145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5" name="Straight Arrow Connector 154">
                  <a:extLst>
                    <a:ext uri="{FF2B5EF4-FFF2-40B4-BE49-F238E27FC236}">
                      <a16:creationId xmlns:a16="http://schemas.microsoft.com/office/drawing/2014/main" xmlns="" id="{93976C77-7553-D228-4408-11524B452661}"/>
                    </a:ext>
                  </a:extLst>
                </p:cNvPr>
                <p:cNvCxnSpPr>
                  <a:cxnSpLocks/>
                  <a:stCxn id="142" idx="4"/>
                  <a:endCxn id="144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6" name="Straight Arrow Connector 155">
                  <a:extLst>
                    <a:ext uri="{FF2B5EF4-FFF2-40B4-BE49-F238E27FC236}">
                      <a16:creationId xmlns:a16="http://schemas.microsoft.com/office/drawing/2014/main" xmlns="" id="{2CF4AA95-F847-0F10-783D-2D946C69B3B7}"/>
                    </a:ext>
                  </a:extLst>
                </p:cNvPr>
                <p:cNvCxnSpPr>
                  <a:cxnSpLocks/>
                  <a:stCxn id="142" idx="4"/>
                  <a:endCxn id="140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57" name="Straight Arrow Connector 156">
                  <a:extLst>
                    <a:ext uri="{FF2B5EF4-FFF2-40B4-BE49-F238E27FC236}">
                      <a16:creationId xmlns:a16="http://schemas.microsoft.com/office/drawing/2014/main" xmlns="" id="{221E4939-F107-99A6-C23B-94395322849A}"/>
                    </a:ext>
                  </a:extLst>
                </p:cNvPr>
                <p:cNvCxnSpPr>
                  <a:cxnSpLocks/>
                  <a:stCxn id="143" idx="3"/>
                  <a:endCxn id="144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xmlns="" id="{38BC671A-A1C8-3F51-9F47-1CE533FE9E34}"/>
                  </a:ext>
                </a:extLst>
              </p:cNvPr>
              <p:cNvCxnSpPr>
                <a:cxnSpLocks/>
                <a:stCxn id="148" idx="6"/>
                <a:endCxn id="139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105" name="Group 308">
            <a:extLst>
              <a:ext uri="{FF2B5EF4-FFF2-40B4-BE49-F238E27FC236}">
                <a16:creationId xmlns:a16="http://schemas.microsoft.com/office/drawing/2014/main" xmlns="" id="{2BD86193-766E-B01D-C7A9-1FFEBBC3D0F8}"/>
              </a:ext>
            </a:extLst>
          </p:cNvPr>
          <p:cNvGrpSpPr/>
          <p:nvPr/>
        </p:nvGrpSpPr>
        <p:grpSpPr>
          <a:xfrm>
            <a:off x="5466012" y="5467420"/>
            <a:ext cx="2464692" cy="1969652"/>
            <a:chOff x="5273288" y="3572650"/>
            <a:chExt cx="1643128" cy="1313101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xmlns="" id="{9392E9C4-7511-5B4C-E1DB-517744FD0E6B}"/>
                </a:ext>
              </a:extLst>
            </p:cNvPr>
            <p:cNvSpPr/>
            <p:nvPr/>
          </p:nvSpPr>
          <p:spPr>
            <a:xfrm>
              <a:off x="5273288" y="3572650"/>
              <a:ext cx="1643128" cy="1313101"/>
            </a:xfrm>
            <a:prstGeom prst="ellipse">
              <a:avLst/>
            </a:prstGeom>
            <a:solidFill>
              <a:srgbClr val="AFFFE4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xmlns="" id="{A6012CC2-0426-4D0F-8B45-BC4CBED7C06D}"/>
                </a:ext>
              </a:extLst>
            </p:cNvPr>
            <p:cNvSpPr txBox="1"/>
            <p:nvPr/>
          </p:nvSpPr>
          <p:spPr>
            <a:xfrm>
              <a:off x="5471698" y="3707084"/>
              <a:ext cx="1276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Atmosphere</a:t>
              </a:r>
              <a:endParaRPr lang="en-US" sz="27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06" name="Group 159">
              <a:extLst>
                <a:ext uri="{FF2B5EF4-FFF2-40B4-BE49-F238E27FC236}">
                  <a16:creationId xmlns:a16="http://schemas.microsoft.com/office/drawing/2014/main" xmlns="" id="{EB67959D-42DF-E42E-0340-74ADE27DBEF1}"/>
                </a:ext>
              </a:extLst>
            </p:cNvPr>
            <p:cNvGrpSpPr/>
            <p:nvPr/>
          </p:nvGrpSpPr>
          <p:grpSpPr>
            <a:xfrm>
              <a:off x="5587953" y="4041917"/>
              <a:ext cx="1031816" cy="621878"/>
              <a:chOff x="8080911" y="2500452"/>
              <a:chExt cx="1031816" cy="621878"/>
            </a:xfrm>
            <a:solidFill>
              <a:schemeClr val="accent2">
                <a:lumMod val="60000"/>
                <a:lumOff val="40000"/>
              </a:schemeClr>
            </a:solidFill>
          </p:grpSpPr>
          <p:grpSp>
            <p:nvGrpSpPr>
              <p:cNvPr id="107" name="Group 160">
                <a:extLst>
                  <a:ext uri="{FF2B5EF4-FFF2-40B4-BE49-F238E27FC236}">
                    <a16:creationId xmlns:a16="http://schemas.microsoft.com/office/drawing/2014/main" xmlns="" id="{433895BC-C415-1A96-4625-3E3F023611E7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xmlns="" id="{446E1B80-755C-01DE-9342-D9BEB34317CA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xmlns="" id="{257C2B7B-B3DC-5DB6-488B-D7932F78259B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xmlns="" id="{AC26D9A6-9B5E-BC37-5CDA-DD65A09253E4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xmlns="" id="{5F259ECD-3BD2-838D-B017-7193B8A62D47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xmlns="" id="{5656DA74-A7A4-065E-50D6-6E2B95FC122C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xmlns="" id="{7C4103BA-4157-8385-F258-28E1407DF2EF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xmlns="" id="{B07E65DC-C99E-4CC2-FBAE-7C222F8FC870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xmlns="" id="{A700AF18-C618-BCE2-69A7-9B8F2DC20021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xmlns="" id="{84CE9A9A-345B-86F1-F26D-521F5482F6F1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xmlns="" id="{E5B30468-35A8-5A79-4252-E52AC287A524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173" name="Straight Arrow Connector 172">
                  <a:extLst>
                    <a:ext uri="{FF2B5EF4-FFF2-40B4-BE49-F238E27FC236}">
                      <a16:creationId xmlns:a16="http://schemas.microsoft.com/office/drawing/2014/main" xmlns="" id="{D3FB0B4B-8236-3879-D553-37833D4396E5}"/>
                    </a:ext>
                  </a:extLst>
                </p:cNvPr>
                <p:cNvCxnSpPr>
                  <a:cxnSpLocks/>
                  <a:stCxn id="172" idx="3"/>
                  <a:endCxn id="166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4" name="Straight Arrow Connector 173">
                  <a:extLst>
                    <a:ext uri="{FF2B5EF4-FFF2-40B4-BE49-F238E27FC236}">
                      <a16:creationId xmlns:a16="http://schemas.microsoft.com/office/drawing/2014/main" xmlns="" id="{49593CC9-4EBB-2AEF-527F-339012776437}"/>
                    </a:ext>
                  </a:extLst>
                </p:cNvPr>
                <p:cNvCxnSpPr>
                  <a:cxnSpLocks/>
                  <a:stCxn id="163" idx="3"/>
                  <a:endCxn id="165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xmlns="" id="{05C59060-DDA8-D59A-734C-03CE54BBB777}"/>
                    </a:ext>
                  </a:extLst>
                </p:cNvPr>
                <p:cNvCxnSpPr>
                  <a:cxnSpLocks/>
                  <a:stCxn id="163" idx="5"/>
                  <a:endCxn id="167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xmlns="" id="{263E02A2-6BB6-BDC9-26B4-0FD09DDD26EF}"/>
                    </a:ext>
                  </a:extLst>
                </p:cNvPr>
                <p:cNvCxnSpPr>
                  <a:cxnSpLocks/>
                  <a:stCxn id="167" idx="4"/>
                  <a:endCxn id="170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7" name="Straight Arrow Connector 176">
                  <a:extLst>
                    <a:ext uri="{FF2B5EF4-FFF2-40B4-BE49-F238E27FC236}">
                      <a16:creationId xmlns:a16="http://schemas.microsoft.com/office/drawing/2014/main" xmlns="" id="{BE2F3C54-661E-E5AB-D1F2-8E41880D63E8}"/>
                    </a:ext>
                  </a:extLst>
                </p:cNvPr>
                <p:cNvCxnSpPr>
                  <a:cxnSpLocks/>
                  <a:stCxn id="167" idx="5"/>
                  <a:endCxn id="171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8" name="Straight Arrow Connector 177">
                  <a:extLst>
                    <a:ext uri="{FF2B5EF4-FFF2-40B4-BE49-F238E27FC236}">
                      <a16:creationId xmlns:a16="http://schemas.microsoft.com/office/drawing/2014/main" xmlns="" id="{B42F99A9-6637-81CC-2458-80179EC5F37A}"/>
                    </a:ext>
                  </a:extLst>
                </p:cNvPr>
                <p:cNvCxnSpPr>
                  <a:cxnSpLocks/>
                  <a:stCxn id="165" idx="4"/>
                  <a:endCxn id="169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79" name="Straight Arrow Connector 178">
                  <a:extLst>
                    <a:ext uri="{FF2B5EF4-FFF2-40B4-BE49-F238E27FC236}">
                      <a16:creationId xmlns:a16="http://schemas.microsoft.com/office/drawing/2014/main" xmlns="" id="{510F5C0E-51CB-CAAE-39A5-108C1742A628}"/>
                    </a:ext>
                  </a:extLst>
                </p:cNvPr>
                <p:cNvCxnSpPr>
                  <a:cxnSpLocks/>
                  <a:stCxn id="166" idx="4"/>
                  <a:endCxn id="168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80" name="Straight Arrow Connector 179">
                  <a:extLst>
                    <a:ext uri="{FF2B5EF4-FFF2-40B4-BE49-F238E27FC236}">
                      <a16:creationId xmlns:a16="http://schemas.microsoft.com/office/drawing/2014/main" xmlns="" id="{7F3DA27D-E800-AE4F-5CF1-EF8456B9F669}"/>
                    </a:ext>
                  </a:extLst>
                </p:cNvPr>
                <p:cNvCxnSpPr>
                  <a:cxnSpLocks/>
                  <a:stCxn id="166" idx="4"/>
                  <a:endCxn id="164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181" name="Straight Arrow Connector 180">
                  <a:extLst>
                    <a:ext uri="{FF2B5EF4-FFF2-40B4-BE49-F238E27FC236}">
                      <a16:creationId xmlns:a16="http://schemas.microsoft.com/office/drawing/2014/main" xmlns="" id="{F58D0875-9963-00E4-ADA5-8BC8FBB25E33}"/>
                    </a:ext>
                  </a:extLst>
                </p:cNvPr>
                <p:cNvCxnSpPr>
                  <a:cxnSpLocks/>
                  <a:stCxn id="167" idx="3"/>
                  <a:endCxn id="168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xmlns="" id="{780E4491-8D33-87C7-18BC-07703ED28612}"/>
                  </a:ext>
                </a:extLst>
              </p:cNvPr>
              <p:cNvCxnSpPr>
                <a:cxnSpLocks/>
                <a:stCxn id="172" idx="6"/>
                <a:endCxn id="163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108" name="Group 492">
            <a:extLst>
              <a:ext uri="{FF2B5EF4-FFF2-40B4-BE49-F238E27FC236}">
                <a16:creationId xmlns:a16="http://schemas.microsoft.com/office/drawing/2014/main" xmlns="" id="{6ABC417B-A3F1-61C7-0028-B844E6561DAE}"/>
              </a:ext>
            </a:extLst>
          </p:cNvPr>
          <p:cNvGrpSpPr/>
          <p:nvPr/>
        </p:nvGrpSpPr>
        <p:grpSpPr>
          <a:xfrm>
            <a:off x="3348707" y="7421988"/>
            <a:ext cx="2401245" cy="2199285"/>
            <a:chOff x="2458351" y="4611842"/>
            <a:chExt cx="1600830" cy="1524268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xmlns="" id="{E0118207-D46E-68C5-A5CD-373AB5DE5496}"/>
                </a:ext>
              </a:extLst>
            </p:cNvPr>
            <p:cNvSpPr/>
            <p:nvPr/>
          </p:nvSpPr>
          <p:spPr>
            <a:xfrm>
              <a:off x="2458351" y="4611842"/>
              <a:ext cx="1600830" cy="152426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xmlns="" id="{95BBA53F-7615-F296-8F6F-4D3047E7BBFD}"/>
                </a:ext>
              </a:extLst>
            </p:cNvPr>
            <p:cNvSpPr txBox="1"/>
            <p:nvPr/>
          </p:nvSpPr>
          <p:spPr>
            <a:xfrm>
              <a:off x="2617452" y="4691712"/>
              <a:ext cx="12399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Military Equipment</a:t>
              </a:r>
            </a:p>
          </p:txBody>
        </p:sp>
        <p:grpSp>
          <p:nvGrpSpPr>
            <p:cNvPr id="111" name="Group 185">
              <a:extLst>
                <a:ext uri="{FF2B5EF4-FFF2-40B4-BE49-F238E27FC236}">
                  <a16:creationId xmlns:a16="http://schemas.microsoft.com/office/drawing/2014/main" xmlns="" id="{7B5D157A-1B2B-279E-E488-E610CE693A42}"/>
                </a:ext>
              </a:extLst>
            </p:cNvPr>
            <p:cNvGrpSpPr/>
            <p:nvPr/>
          </p:nvGrpSpPr>
          <p:grpSpPr>
            <a:xfrm>
              <a:off x="2742857" y="5267006"/>
              <a:ext cx="1031816" cy="621878"/>
              <a:chOff x="8080911" y="2500452"/>
              <a:chExt cx="1031816" cy="621878"/>
            </a:xfrm>
            <a:solidFill>
              <a:schemeClr val="accent5">
                <a:lumMod val="40000"/>
                <a:lumOff val="60000"/>
              </a:schemeClr>
            </a:solidFill>
          </p:grpSpPr>
          <p:grpSp>
            <p:nvGrpSpPr>
              <p:cNvPr id="113" name="Group 186">
                <a:extLst>
                  <a:ext uri="{FF2B5EF4-FFF2-40B4-BE49-F238E27FC236}">
                    <a16:creationId xmlns:a16="http://schemas.microsoft.com/office/drawing/2014/main" xmlns="" id="{6366CADB-C435-C9AD-B0D2-8A88335C22D6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xmlns="" id="{DA311EF7-5B52-6759-5117-1AA02C89502B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xmlns="" id="{8F47DC68-8512-0644-F19C-E7FF9B528517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xmlns="" id="{371870E9-F81F-8E3F-C787-1F86159A60D6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xmlns="" id="{FBE29766-86DC-97E5-D9A3-0D80AA04FCE1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xmlns="" id="{67513B46-FC49-D917-1526-37754AF34AB7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xmlns="" id="{FE8796F7-6C80-FB12-8F0D-B546AE26BE72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xmlns="" id="{0CD57F78-F930-6635-00B7-C05D4D9F222C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xmlns="" id="{1B996D33-FB72-B163-E59A-BA23F66C49B7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xmlns="" id="{A5C32F70-563A-A55F-56CE-9767B9FD196F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xmlns="" id="{807235B5-0D19-CB98-896D-2FAC1FF1A1DE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199" name="Straight Arrow Connector 198">
                  <a:extLst>
                    <a:ext uri="{FF2B5EF4-FFF2-40B4-BE49-F238E27FC236}">
                      <a16:creationId xmlns:a16="http://schemas.microsoft.com/office/drawing/2014/main" xmlns="" id="{7455A520-002E-3ED9-1319-64615C7DA2FE}"/>
                    </a:ext>
                  </a:extLst>
                </p:cNvPr>
                <p:cNvCxnSpPr>
                  <a:cxnSpLocks/>
                  <a:stCxn id="198" idx="3"/>
                  <a:endCxn id="192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xmlns="" id="{BEC3FD9F-B955-C5CA-C60C-D72756E427AD}"/>
                    </a:ext>
                  </a:extLst>
                </p:cNvPr>
                <p:cNvCxnSpPr>
                  <a:cxnSpLocks/>
                  <a:stCxn id="189" idx="3"/>
                  <a:endCxn id="191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1" name="Straight Arrow Connector 200">
                  <a:extLst>
                    <a:ext uri="{FF2B5EF4-FFF2-40B4-BE49-F238E27FC236}">
                      <a16:creationId xmlns:a16="http://schemas.microsoft.com/office/drawing/2014/main" xmlns="" id="{E890DB13-B785-CCDA-FB42-AF87883255D4}"/>
                    </a:ext>
                  </a:extLst>
                </p:cNvPr>
                <p:cNvCxnSpPr>
                  <a:cxnSpLocks/>
                  <a:stCxn id="189" idx="5"/>
                  <a:endCxn id="193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xmlns="" id="{D31F9BE0-B25B-1DE6-62DB-568305689834}"/>
                    </a:ext>
                  </a:extLst>
                </p:cNvPr>
                <p:cNvCxnSpPr>
                  <a:cxnSpLocks/>
                  <a:stCxn id="193" idx="4"/>
                  <a:endCxn id="196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3" name="Straight Arrow Connector 202">
                  <a:extLst>
                    <a:ext uri="{FF2B5EF4-FFF2-40B4-BE49-F238E27FC236}">
                      <a16:creationId xmlns:a16="http://schemas.microsoft.com/office/drawing/2014/main" xmlns="" id="{635570C3-0927-77D7-B06E-9B1508DFE1FF}"/>
                    </a:ext>
                  </a:extLst>
                </p:cNvPr>
                <p:cNvCxnSpPr>
                  <a:cxnSpLocks/>
                  <a:stCxn id="193" idx="5"/>
                  <a:endCxn id="197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4" name="Straight Arrow Connector 203">
                  <a:extLst>
                    <a:ext uri="{FF2B5EF4-FFF2-40B4-BE49-F238E27FC236}">
                      <a16:creationId xmlns:a16="http://schemas.microsoft.com/office/drawing/2014/main" xmlns="" id="{9B6C517D-DCD8-1A69-D08D-DD13D6DE10B0}"/>
                    </a:ext>
                  </a:extLst>
                </p:cNvPr>
                <p:cNvCxnSpPr>
                  <a:cxnSpLocks/>
                  <a:stCxn id="191" idx="4"/>
                  <a:endCxn id="195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xmlns="" id="{E05248AD-C660-005B-E35D-426D1FED4D84}"/>
                    </a:ext>
                  </a:extLst>
                </p:cNvPr>
                <p:cNvCxnSpPr>
                  <a:cxnSpLocks/>
                  <a:stCxn id="192" idx="4"/>
                  <a:endCxn id="194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xmlns="" id="{CBE7D635-2CA0-7605-614F-537F8E9496AD}"/>
                    </a:ext>
                  </a:extLst>
                </p:cNvPr>
                <p:cNvCxnSpPr>
                  <a:cxnSpLocks/>
                  <a:stCxn id="192" idx="4"/>
                  <a:endCxn id="190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07" name="Straight Arrow Connector 206">
                  <a:extLst>
                    <a:ext uri="{FF2B5EF4-FFF2-40B4-BE49-F238E27FC236}">
                      <a16:creationId xmlns:a16="http://schemas.microsoft.com/office/drawing/2014/main" xmlns="" id="{988A6A74-A67A-180F-BCCD-AD8A7E42DE36}"/>
                    </a:ext>
                  </a:extLst>
                </p:cNvPr>
                <p:cNvCxnSpPr>
                  <a:cxnSpLocks/>
                  <a:stCxn id="193" idx="3"/>
                  <a:endCxn id="194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xmlns="" id="{DA4ACD97-3DC2-F540-C835-050DF20CF7EC}"/>
                  </a:ext>
                </a:extLst>
              </p:cNvPr>
              <p:cNvCxnSpPr>
                <a:cxnSpLocks/>
                <a:stCxn id="198" idx="6"/>
                <a:endCxn id="189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115" name="Group 625">
            <a:extLst>
              <a:ext uri="{FF2B5EF4-FFF2-40B4-BE49-F238E27FC236}">
                <a16:creationId xmlns:a16="http://schemas.microsoft.com/office/drawing/2014/main" xmlns="" id="{55AFF456-8428-0866-2DDC-B1FA9D392511}"/>
              </a:ext>
            </a:extLst>
          </p:cNvPr>
          <p:cNvGrpSpPr/>
          <p:nvPr/>
        </p:nvGrpSpPr>
        <p:grpSpPr>
          <a:xfrm>
            <a:off x="12662961" y="5936021"/>
            <a:ext cx="2514600" cy="1761564"/>
            <a:chOff x="5029836" y="2103515"/>
            <a:chExt cx="1676400" cy="1174376"/>
          </a:xfrm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xmlns="" id="{723F4D65-0DCF-5684-1358-E9D162FD2F1F}"/>
                </a:ext>
              </a:extLst>
            </p:cNvPr>
            <p:cNvSpPr/>
            <p:nvPr/>
          </p:nvSpPr>
          <p:spPr>
            <a:xfrm>
              <a:off x="5029836" y="2103515"/>
              <a:ext cx="1676400" cy="1174376"/>
            </a:xfrm>
            <a:prstGeom prst="ellipse">
              <a:avLst/>
            </a:prstGeom>
            <a:solidFill>
              <a:srgbClr val="B7BA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xmlns="" id="{6BFBF43A-991B-A6EB-56D2-75B919EE1919}"/>
                </a:ext>
              </a:extLst>
            </p:cNvPr>
            <p:cNvSpPr txBox="1"/>
            <p:nvPr/>
          </p:nvSpPr>
          <p:spPr>
            <a:xfrm>
              <a:off x="5352665" y="2135936"/>
              <a:ext cx="9771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700" dirty="0">
                  <a:solidFill>
                    <a:prstClr val="black"/>
                  </a:solidFill>
                  <a:latin typeface="Calibri" panose="020F0502020204030204"/>
                </a:rPr>
                <a:t>Optics</a:t>
              </a:r>
            </a:p>
          </p:txBody>
        </p:sp>
        <p:grpSp>
          <p:nvGrpSpPr>
            <p:cNvPr id="136" name="Group 209">
              <a:extLst>
                <a:ext uri="{FF2B5EF4-FFF2-40B4-BE49-F238E27FC236}">
                  <a16:creationId xmlns:a16="http://schemas.microsoft.com/office/drawing/2014/main" xmlns="" id="{B24E3643-F5AF-7242-162F-AF7E7AE833D2}"/>
                </a:ext>
              </a:extLst>
            </p:cNvPr>
            <p:cNvGrpSpPr/>
            <p:nvPr/>
          </p:nvGrpSpPr>
          <p:grpSpPr>
            <a:xfrm>
              <a:off x="5352127" y="2496446"/>
              <a:ext cx="1031816" cy="621878"/>
              <a:chOff x="8080911" y="2500452"/>
              <a:chExt cx="1031816" cy="621878"/>
            </a:xfrm>
            <a:solidFill>
              <a:schemeClr val="bg2">
                <a:lumMod val="75000"/>
              </a:schemeClr>
            </a:solidFill>
          </p:grpSpPr>
          <p:grpSp>
            <p:nvGrpSpPr>
              <p:cNvPr id="137" name="Group 210">
                <a:extLst>
                  <a:ext uri="{FF2B5EF4-FFF2-40B4-BE49-F238E27FC236}">
                    <a16:creationId xmlns:a16="http://schemas.microsoft.com/office/drawing/2014/main" xmlns="" id="{36CCCD1D-0AB6-A98E-2A16-6885644B8CB3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xmlns="" id="{4844E59E-82D3-E344-773F-9E987235C5A3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xmlns="" id="{C5DB21C6-3306-504D-7F90-1EC4CC0F6D74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xmlns="" id="{67E6936B-F05E-9B7F-42C2-C3E3C2DF187B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xmlns="" id="{D8AFC89C-067C-AF5D-BCB7-9CE5DC357BC6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xmlns="" id="{32683364-6690-04E6-F149-342EE7AE5AEF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xmlns="" id="{7F572260-2443-C559-AE24-30062433AE90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xmlns="" id="{189CF323-5C20-9CE6-AD16-BA096AA26756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xmlns="" id="{CA17876C-9BA8-68F3-C3A2-F966AEAF57B0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xmlns="" id="{BFD72926-E440-B3C8-34E8-ABD676564C5A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xmlns="" id="{05418C6C-D756-90F7-C14C-B4449A2106B5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223" name="Straight Arrow Connector 222">
                  <a:extLst>
                    <a:ext uri="{FF2B5EF4-FFF2-40B4-BE49-F238E27FC236}">
                      <a16:creationId xmlns:a16="http://schemas.microsoft.com/office/drawing/2014/main" xmlns="" id="{92E760FE-BC41-EDFD-D393-CDD85CD4801F}"/>
                    </a:ext>
                  </a:extLst>
                </p:cNvPr>
                <p:cNvCxnSpPr>
                  <a:cxnSpLocks/>
                  <a:stCxn id="222" idx="3"/>
                  <a:endCxn id="216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4" name="Straight Arrow Connector 223">
                  <a:extLst>
                    <a:ext uri="{FF2B5EF4-FFF2-40B4-BE49-F238E27FC236}">
                      <a16:creationId xmlns:a16="http://schemas.microsoft.com/office/drawing/2014/main" xmlns="" id="{BE51F623-93C0-9EE9-18F8-FE5752687F91}"/>
                    </a:ext>
                  </a:extLst>
                </p:cNvPr>
                <p:cNvCxnSpPr>
                  <a:cxnSpLocks/>
                  <a:stCxn id="213" idx="3"/>
                  <a:endCxn id="215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5" name="Straight Arrow Connector 224">
                  <a:extLst>
                    <a:ext uri="{FF2B5EF4-FFF2-40B4-BE49-F238E27FC236}">
                      <a16:creationId xmlns:a16="http://schemas.microsoft.com/office/drawing/2014/main" xmlns="" id="{14C18A83-EBF4-9A2E-0DAD-761A4F1B772D}"/>
                    </a:ext>
                  </a:extLst>
                </p:cNvPr>
                <p:cNvCxnSpPr>
                  <a:cxnSpLocks/>
                  <a:stCxn id="213" idx="5"/>
                  <a:endCxn id="217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6" name="Straight Arrow Connector 225">
                  <a:extLst>
                    <a:ext uri="{FF2B5EF4-FFF2-40B4-BE49-F238E27FC236}">
                      <a16:creationId xmlns:a16="http://schemas.microsoft.com/office/drawing/2014/main" xmlns="" id="{E1EF7D64-9D45-3DE6-F3C7-EF47FE0C2806}"/>
                    </a:ext>
                  </a:extLst>
                </p:cNvPr>
                <p:cNvCxnSpPr>
                  <a:cxnSpLocks/>
                  <a:stCxn id="217" idx="4"/>
                  <a:endCxn id="220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7" name="Straight Arrow Connector 226">
                  <a:extLst>
                    <a:ext uri="{FF2B5EF4-FFF2-40B4-BE49-F238E27FC236}">
                      <a16:creationId xmlns:a16="http://schemas.microsoft.com/office/drawing/2014/main" xmlns="" id="{0002B83F-9D6A-9D88-E9C1-9E38ED256102}"/>
                    </a:ext>
                  </a:extLst>
                </p:cNvPr>
                <p:cNvCxnSpPr>
                  <a:cxnSpLocks/>
                  <a:stCxn id="217" idx="5"/>
                  <a:endCxn id="221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8" name="Straight Arrow Connector 227">
                  <a:extLst>
                    <a:ext uri="{FF2B5EF4-FFF2-40B4-BE49-F238E27FC236}">
                      <a16:creationId xmlns:a16="http://schemas.microsoft.com/office/drawing/2014/main" xmlns="" id="{D1A01B6B-6C12-9781-7C59-A425E2BF8C8C}"/>
                    </a:ext>
                  </a:extLst>
                </p:cNvPr>
                <p:cNvCxnSpPr>
                  <a:cxnSpLocks/>
                  <a:stCxn id="215" idx="4"/>
                  <a:endCxn id="219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29" name="Straight Arrow Connector 228">
                  <a:extLst>
                    <a:ext uri="{FF2B5EF4-FFF2-40B4-BE49-F238E27FC236}">
                      <a16:creationId xmlns:a16="http://schemas.microsoft.com/office/drawing/2014/main" xmlns="" id="{E06B7F68-588A-DC54-F290-70B201C1B382}"/>
                    </a:ext>
                  </a:extLst>
                </p:cNvPr>
                <p:cNvCxnSpPr>
                  <a:cxnSpLocks/>
                  <a:stCxn id="216" idx="4"/>
                  <a:endCxn id="218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30" name="Straight Arrow Connector 229">
                  <a:extLst>
                    <a:ext uri="{FF2B5EF4-FFF2-40B4-BE49-F238E27FC236}">
                      <a16:creationId xmlns:a16="http://schemas.microsoft.com/office/drawing/2014/main" xmlns="" id="{7C942F6B-2AB1-BF18-E5B6-84E1694BA1CE}"/>
                    </a:ext>
                  </a:extLst>
                </p:cNvPr>
                <p:cNvCxnSpPr>
                  <a:cxnSpLocks/>
                  <a:stCxn id="216" idx="4"/>
                  <a:endCxn id="214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31" name="Straight Arrow Connector 230">
                  <a:extLst>
                    <a:ext uri="{FF2B5EF4-FFF2-40B4-BE49-F238E27FC236}">
                      <a16:creationId xmlns:a16="http://schemas.microsoft.com/office/drawing/2014/main" xmlns="" id="{E67AC85D-4A37-23B9-6227-8F3824E4DE1E}"/>
                    </a:ext>
                  </a:extLst>
                </p:cNvPr>
                <p:cNvCxnSpPr>
                  <a:cxnSpLocks/>
                  <a:stCxn id="217" idx="3"/>
                  <a:endCxn id="218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xmlns="" id="{72BB9256-AB17-FFC3-9AB3-38312A636112}"/>
                  </a:ext>
                </a:extLst>
              </p:cNvPr>
              <p:cNvCxnSpPr>
                <a:cxnSpLocks/>
                <a:stCxn id="222" idx="6"/>
                <a:endCxn id="213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160" name="Group 279">
            <a:extLst>
              <a:ext uri="{FF2B5EF4-FFF2-40B4-BE49-F238E27FC236}">
                <a16:creationId xmlns:a16="http://schemas.microsoft.com/office/drawing/2014/main" xmlns="" id="{C3FB6B91-EEE9-6209-5575-C647D7737DC1}"/>
              </a:ext>
            </a:extLst>
          </p:cNvPr>
          <p:cNvGrpSpPr/>
          <p:nvPr/>
        </p:nvGrpSpPr>
        <p:grpSpPr>
          <a:xfrm>
            <a:off x="12366051" y="7859709"/>
            <a:ext cx="2514600" cy="1761564"/>
            <a:chOff x="6746281" y="4628489"/>
            <a:chExt cx="1676400" cy="1174376"/>
          </a:xfrm>
        </p:grpSpPr>
        <p:sp>
          <p:nvSpPr>
            <p:cNvPr id="254" name="Oval 253">
              <a:extLst>
                <a:ext uri="{FF2B5EF4-FFF2-40B4-BE49-F238E27FC236}">
                  <a16:creationId xmlns:a16="http://schemas.microsoft.com/office/drawing/2014/main" xmlns="" id="{0D9CC517-5192-350E-50F8-BFC24A638718}"/>
                </a:ext>
              </a:extLst>
            </p:cNvPr>
            <p:cNvSpPr/>
            <p:nvPr/>
          </p:nvSpPr>
          <p:spPr>
            <a:xfrm>
              <a:off x="6746281" y="4628489"/>
              <a:ext cx="1676400" cy="117437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xmlns="" id="{050AD6B7-3EEC-5B39-D191-E0014543682F}"/>
                </a:ext>
              </a:extLst>
            </p:cNvPr>
            <p:cNvSpPr txBox="1"/>
            <p:nvPr/>
          </p:nvSpPr>
          <p:spPr>
            <a:xfrm>
              <a:off x="7061999" y="4664812"/>
              <a:ext cx="10290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700" dirty="0">
                  <a:solidFill>
                    <a:prstClr val="black"/>
                  </a:solidFill>
                  <a:latin typeface="Calibri" panose="020F0502020204030204"/>
                </a:rPr>
                <a:t>Cameras</a:t>
              </a:r>
            </a:p>
          </p:txBody>
        </p:sp>
        <p:grpSp>
          <p:nvGrpSpPr>
            <p:cNvPr id="161" name="Group 231">
              <a:extLst>
                <a:ext uri="{FF2B5EF4-FFF2-40B4-BE49-F238E27FC236}">
                  <a16:creationId xmlns:a16="http://schemas.microsoft.com/office/drawing/2014/main" xmlns="" id="{67A33D95-EFCA-8103-BB5A-6D00DB387FE3}"/>
                </a:ext>
              </a:extLst>
            </p:cNvPr>
            <p:cNvGrpSpPr/>
            <p:nvPr/>
          </p:nvGrpSpPr>
          <p:grpSpPr>
            <a:xfrm>
              <a:off x="7062394" y="5040459"/>
              <a:ext cx="1031816" cy="621878"/>
              <a:chOff x="8080911" y="2500452"/>
              <a:chExt cx="1031816" cy="621878"/>
            </a:xfrm>
            <a:solidFill>
              <a:schemeClr val="bg2">
                <a:lumMod val="50000"/>
              </a:schemeClr>
            </a:solidFill>
          </p:grpSpPr>
          <p:grpSp>
            <p:nvGrpSpPr>
              <p:cNvPr id="186" name="Group 232">
                <a:extLst>
                  <a:ext uri="{FF2B5EF4-FFF2-40B4-BE49-F238E27FC236}">
                    <a16:creationId xmlns:a16="http://schemas.microsoft.com/office/drawing/2014/main" xmlns="" id="{A2602ABF-4995-119C-A68A-33241F122AD4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xmlns="" id="{19F4194B-310B-DEAD-B8BB-C4F2A407DEF5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xmlns="" id="{8970931A-39D0-4D5D-682A-75C826CDF4D9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xmlns="" id="{7E02BA6C-EEEB-0975-7749-787A7A1030E7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xmlns="" id="{69BD5567-5DFC-645B-3C58-D9F2B82E2FD0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xmlns="" id="{7BF6B0E2-94C9-F41D-7AA5-774CB57C8307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xmlns="" id="{BC0ED5E4-59FB-12F3-0624-6018123135AE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xmlns="" id="{FAAB4B97-CD78-C5D9-2B41-D5FAC648DC27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xmlns="" id="{BA3A1F2C-88D1-EADC-2895-B265A54AA30A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xmlns="" id="{0B8E5658-D0F9-2437-7C1B-7DE71D945E49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xmlns="" id="{DC63ACCB-0A77-B0B9-0EF1-1B5F37F0B3E8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245" name="Straight Arrow Connector 244">
                  <a:extLst>
                    <a:ext uri="{FF2B5EF4-FFF2-40B4-BE49-F238E27FC236}">
                      <a16:creationId xmlns:a16="http://schemas.microsoft.com/office/drawing/2014/main" xmlns="" id="{EE48AB8D-8558-E1EA-F8A3-3C5D033BFBCC}"/>
                    </a:ext>
                  </a:extLst>
                </p:cNvPr>
                <p:cNvCxnSpPr>
                  <a:cxnSpLocks/>
                  <a:stCxn id="244" idx="3"/>
                  <a:endCxn id="238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46" name="Straight Arrow Connector 245">
                  <a:extLst>
                    <a:ext uri="{FF2B5EF4-FFF2-40B4-BE49-F238E27FC236}">
                      <a16:creationId xmlns:a16="http://schemas.microsoft.com/office/drawing/2014/main" xmlns="" id="{59DCE01D-951A-122B-9A18-564293D990BC}"/>
                    </a:ext>
                  </a:extLst>
                </p:cNvPr>
                <p:cNvCxnSpPr>
                  <a:cxnSpLocks/>
                  <a:stCxn id="235" idx="3"/>
                  <a:endCxn id="237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47" name="Straight Arrow Connector 246">
                  <a:extLst>
                    <a:ext uri="{FF2B5EF4-FFF2-40B4-BE49-F238E27FC236}">
                      <a16:creationId xmlns:a16="http://schemas.microsoft.com/office/drawing/2014/main" xmlns="" id="{2E80395A-C5A6-67B4-E682-6BA4D2D6121D}"/>
                    </a:ext>
                  </a:extLst>
                </p:cNvPr>
                <p:cNvCxnSpPr>
                  <a:cxnSpLocks/>
                  <a:stCxn id="235" idx="5"/>
                  <a:endCxn id="239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48" name="Straight Arrow Connector 247">
                  <a:extLst>
                    <a:ext uri="{FF2B5EF4-FFF2-40B4-BE49-F238E27FC236}">
                      <a16:creationId xmlns:a16="http://schemas.microsoft.com/office/drawing/2014/main" xmlns="" id="{E98CA7BC-F12A-FB7A-CC01-C365BEF45EF9}"/>
                    </a:ext>
                  </a:extLst>
                </p:cNvPr>
                <p:cNvCxnSpPr>
                  <a:cxnSpLocks/>
                  <a:stCxn id="239" idx="4"/>
                  <a:endCxn id="242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49" name="Straight Arrow Connector 248">
                  <a:extLst>
                    <a:ext uri="{FF2B5EF4-FFF2-40B4-BE49-F238E27FC236}">
                      <a16:creationId xmlns:a16="http://schemas.microsoft.com/office/drawing/2014/main" xmlns="" id="{E7DBD142-A8D7-D070-B0AA-C0467F40478D}"/>
                    </a:ext>
                  </a:extLst>
                </p:cNvPr>
                <p:cNvCxnSpPr>
                  <a:cxnSpLocks/>
                  <a:stCxn id="239" idx="5"/>
                  <a:endCxn id="243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50" name="Straight Arrow Connector 249">
                  <a:extLst>
                    <a:ext uri="{FF2B5EF4-FFF2-40B4-BE49-F238E27FC236}">
                      <a16:creationId xmlns:a16="http://schemas.microsoft.com/office/drawing/2014/main" xmlns="" id="{622AFE83-662B-6540-667B-8D877010AACE}"/>
                    </a:ext>
                  </a:extLst>
                </p:cNvPr>
                <p:cNvCxnSpPr>
                  <a:cxnSpLocks/>
                  <a:stCxn id="237" idx="4"/>
                  <a:endCxn id="241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51" name="Straight Arrow Connector 250">
                  <a:extLst>
                    <a:ext uri="{FF2B5EF4-FFF2-40B4-BE49-F238E27FC236}">
                      <a16:creationId xmlns:a16="http://schemas.microsoft.com/office/drawing/2014/main" xmlns="" id="{C7CB1849-7CF4-303D-D987-1AAEADC435A5}"/>
                    </a:ext>
                  </a:extLst>
                </p:cNvPr>
                <p:cNvCxnSpPr>
                  <a:cxnSpLocks/>
                  <a:stCxn id="238" idx="4"/>
                  <a:endCxn id="240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52" name="Straight Arrow Connector 251">
                  <a:extLst>
                    <a:ext uri="{FF2B5EF4-FFF2-40B4-BE49-F238E27FC236}">
                      <a16:creationId xmlns:a16="http://schemas.microsoft.com/office/drawing/2014/main" xmlns="" id="{5D4E05D3-867C-0A76-17DE-29ACFF533800}"/>
                    </a:ext>
                  </a:extLst>
                </p:cNvPr>
                <p:cNvCxnSpPr>
                  <a:cxnSpLocks/>
                  <a:stCxn id="238" idx="4"/>
                  <a:endCxn id="236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53" name="Straight Arrow Connector 252">
                  <a:extLst>
                    <a:ext uri="{FF2B5EF4-FFF2-40B4-BE49-F238E27FC236}">
                      <a16:creationId xmlns:a16="http://schemas.microsoft.com/office/drawing/2014/main" xmlns="" id="{861F9BE4-9499-A909-F08E-4157FFEAB297}"/>
                    </a:ext>
                  </a:extLst>
                </p:cNvPr>
                <p:cNvCxnSpPr>
                  <a:cxnSpLocks/>
                  <a:stCxn id="239" idx="3"/>
                  <a:endCxn id="240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234" name="Straight Arrow Connector 233">
                <a:extLst>
                  <a:ext uri="{FF2B5EF4-FFF2-40B4-BE49-F238E27FC236}">
                    <a16:creationId xmlns:a16="http://schemas.microsoft.com/office/drawing/2014/main" xmlns="" id="{44650484-DA62-B5C5-71D5-1D3E0C033506}"/>
                  </a:ext>
                </a:extLst>
              </p:cNvPr>
              <p:cNvCxnSpPr>
                <a:cxnSpLocks/>
                <a:stCxn id="244" idx="6"/>
                <a:endCxn id="235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187" name="Group 617">
            <a:extLst>
              <a:ext uri="{FF2B5EF4-FFF2-40B4-BE49-F238E27FC236}">
                <a16:creationId xmlns:a16="http://schemas.microsoft.com/office/drawing/2014/main" xmlns="" id="{A8A95AC7-0BAC-FD3E-7175-7774BAC4ED9A}"/>
              </a:ext>
            </a:extLst>
          </p:cNvPr>
          <p:cNvGrpSpPr/>
          <p:nvPr/>
        </p:nvGrpSpPr>
        <p:grpSpPr>
          <a:xfrm>
            <a:off x="7586451" y="6744171"/>
            <a:ext cx="2514600" cy="1761564"/>
            <a:chOff x="6066839" y="1977082"/>
            <a:chExt cx="1676400" cy="1174376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xmlns="" id="{E62569B4-EC32-33E4-F09E-8FF60F2CCD30}"/>
                </a:ext>
              </a:extLst>
            </p:cNvPr>
            <p:cNvSpPr/>
            <p:nvPr/>
          </p:nvSpPr>
          <p:spPr>
            <a:xfrm>
              <a:off x="6066839" y="1977082"/>
              <a:ext cx="1676400" cy="1174376"/>
            </a:xfrm>
            <a:prstGeom prst="ellipse">
              <a:avLst/>
            </a:prstGeom>
            <a:solidFill>
              <a:srgbClr val="DCF0C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xmlns="" id="{FBB6CF55-7D3E-9F78-0F49-C0B7004478A5}"/>
                </a:ext>
              </a:extLst>
            </p:cNvPr>
            <p:cNvSpPr txBox="1"/>
            <p:nvPr/>
          </p:nvSpPr>
          <p:spPr>
            <a:xfrm>
              <a:off x="6230198" y="2022188"/>
              <a:ext cx="14147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Platforms</a:t>
              </a:r>
              <a:endParaRPr lang="en-US" sz="27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0" name="Group 255">
              <a:extLst>
                <a:ext uri="{FF2B5EF4-FFF2-40B4-BE49-F238E27FC236}">
                  <a16:creationId xmlns:a16="http://schemas.microsoft.com/office/drawing/2014/main" xmlns="" id="{44051973-7976-603A-F5B2-0AFC7382C234}"/>
                </a:ext>
              </a:extLst>
            </p:cNvPr>
            <p:cNvGrpSpPr/>
            <p:nvPr/>
          </p:nvGrpSpPr>
          <p:grpSpPr>
            <a:xfrm>
              <a:off x="6396592" y="2351954"/>
              <a:ext cx="1031816" cy="621878"/>
              <a:chOff x="8080911" y="2500452"/>
              <a:chExt cx="1031816" cy="621878"/>
            </a:xfrm>
            <a:solidFill>
              <a:srgbClr val="92D050"/>
            </a:solidFill>
          </p:grpSpPr>
          <p:grpSp>
            <p:nvGrpSpPr>
              <p:cNvPr id="211" name="Group 256">
                <a:extLst>
                  <a:ext uri="{FF2B5EF4-FFF2-40B4-BE49-F238E27FC236}">
                    <a16:creationId xmlns:a16="http://schemas.microsoft.com/office/drawing/2014/main" xmlns="" id="{962C3EDC-3CBA-C469-D2B6-DAAF09716F1B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xmlns="" id="{CBD9E647-6262-18BE-9941-74815299E1B4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xmlns="" id="{29640B58-CD2E-A100-BEB2-6B6EAA2D7272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xmlns="" id="{6C32DE3E-B5F9-D4D3-D756-C61BF075D479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xmlns="" id="{7D322B19-4869-2292-65F7-0E81EA82D95D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xmlns="" id="{0EBCD0AB-78B5-E4C4-B6A3-6F38998C04F6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xmlns="" id="{09532F9A-994A-C5B9-4CF7-5C4699A7E95F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xmlns="" id="{754378EA-1615-AC4A-F81A-A6F5333AC856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xmlns="" id="{882B80DB-73C5-3147-D4B9-E3F1E74C99A9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xmlns="" id="{8A40D398-940B-64B2-6390-645A45C6C5A0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xmlns="" id="{A6058C12-F64F-6808-78C3-BC902983A12E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269" name="Straight Arrow Connector 268">
                  <a:extLst>
                    <a:ext uri="{FF2B5EF4-FFF2-40B4-BE49-F238E27FC236}">
                      <a16:creationId xmlns:a16="http://schemas.microsoft.com/office/drawing/2014/main" xmlns="" id="{63E9C43A-ECC4-7013-CE72-A1E632A81574}"/>
                    </a:ext>
                  </a:extLst>
                </p:cNvPr>
                <p:cNvCxnSpPr>
                  <a:cxnSpLocks/>
                  <a:stCxn id="268" idx="3"/>
                  <a:endCxn id="262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0" name="Straight Arrow Connector 269">
                  <a:extLst>
                    <a:ext uri="{FF2B5EF4-FFF2-40B4-BE49-F238E27FC236}">
                      <a16:creationId xmlns:a16="http://schemas.microsoft.com/office/drawing/2014/main" xmlns="" id="{02BAC03F-C7FC-FA9B-A040-1D632AD96958}"/>
                    </a:ext>
                  </a:extLst>
                </p:cNvPr>
                <p:cNvCxnSpPr>
                  <a:cxnSpLocks/>
                  <a:stCxn id="259" idx="3"/>
                  <a:endCxn id="261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1" name="Straight Arrow Connector 270">
                  <a:extLst>
                    <a:ext uri="{FF2B5EF4-FFF2-40B4-BE49-F238E27FC236}">
                      <a16:creationId xmlns:a16="http://schemas.microsoft.com/office/drawing/2014/main" xmlns="" id="{1EC92CBF-E36C-7BDF-CFFD-CEE5A700CC18}"/>
                    </a:ext>
                  </a:extLst>
                </p:cNvPr>
                <p:cNvCxnSpPr>
                  <a:cxnSpLocks/>
                  <a:stCxn id="259" idx="5"/>
                  <a:endCxn id="263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2" name="Straight Arrow Connector 271">
                  <a:extLst>
                    <a:ext uri="{FF2B5EF4-FFF2-40B4-BE49-F238E27FC236}">
                      <a16:creationId xmlns:a16="http://schemas.microsoft.com/office/drawing/2014/main" xmlns="" id="{FD25E3B2-F1B4-4C99-FFA5-C8E45059474F}"/>
                    </a:ext>
                  </a:extLst>
                </p:cNvPr>
                <p:cNvCxnSpPr>
                  <a:cxnSpLocks/>
                  <a:stCxn id="263" idx="4"/>
                  <a:endCxn id="266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3" name="Straight Arrow Connector 272">
                  <a:extLst>
                    <a:ext uri="{FF2B5EF4-FFF2-40B4-BE49-F238E27FC236}">
                      <a16:creationId xmlns:a16="http://schemas.microsoft.com/office/drawing/2014/main" xmlns="" id="{602364E4-9AC2-B4AF-4199-C48796E026D5}"/>
                    </a:ext>
                  </a:extLst>
                </p:cNvPr>
                <p:cNvCxnSpPr>
                  <a:cxnSpLocks/>
                  <a:stCxn id="263" idx="5"/>
                  <a:endCxn id="267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4" name="Straight Arrow Connector 273">
                  <a:extLst>
                    <a:ext uri="{FF2B5EF4-FFF2-40B4-BE49-F238E27FC236}">
                      <a16:creationId xmlns:a16="http://schemas.microsoft.com/office/drawing/2014/main" xmlns="" id="{1D47B68F-B1EC-B643-ACD8-652E1378FD65}"/>
                    </a:ext>
                  </a:extLst>
                </p:cNvPr>
                <p:cNvCxnSpPr>
                  <a:cxnSpLocks/>
                  <a:stCxn id="261" idx="4"/>
                  <a:endCxn id="265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5" name="Straight Arrow Connector 274">
                  <a:extLst>
                    <a:ext uri="{FF2B5EF4-FFF2-40B4-BE49-F238E27FC236}">
                      <a16:creationId xmlns:a16="http://schemas.microsoft.com/office/drawing/2014/main" xmlns="" id="{AE91C759-324C-8223-34DD-4FD532C8636A}"/>
                    </a:ext>
                  </a:extLst>
                </p:cNvPr>
                <p:cNvCxnSpPr>
                  <a:cxnSpLocks/>
                  <a:stCxn id="262" idx="4"/>
                  <a:endCxn id="264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6" name="Straight Arrow Connector 275">
                  <a:extLst>
                    <a:ext uri="{FF2B5EF4-FFF2-40B4-BE49-F238E27FC236}">
                      <a16:creationId xmlns:a16="http://schemas.microsoft.com/office/drawing/2014/main" xmlns="" id="{949158CF-4E13-E4EA-DFFC-C422110ED417}"/>
                    </a:ext>
                  </a:extLst>
                </p:cNvPr>
                <p:cNvCxnSpPr>
                  <a:cxnSpLocks/>
                  <a:stCxn id="262" idx="4"/>
                  <a:endCxn id="260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7" name="Straight Arrow Connector 276">
                  <a:extLst>
                    <a:ext uri="{FF2B5EF4-FFF2-40B4-BE49-F238E27FC236}">
                      <a16:creationId xmlns:a16="http://schemas.microsoft.com/office/drawing/2014/main" xmlns="" id="{C9FA9640-9226-EFDE-352C-899B6E7CFBAD}"/>
                    </a:ext>
                  </a:extLst>
                </p:cNvPr>
                <p:cNvCxnSpPr>
                  <a:cxnSpLocks/>
                  <a:stCxn id="263" idx="3"/>
                  <a:endCxn id="264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xmlns="" id="{94FA66B2-98ED-D8AA-17A1-032C6926B129}"/>
                  </a:ext>
                </a:extLst>
              </p:cNvPr>
              <p:cNvCxnSpPr>
                <a:cxnSpLocks/>
                <a:stCxn id="268" idx="6"/>
                <a:endCxn id="259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232" name="Group 618">
            <a:extLst>
              <a:ext uri="{FF2B5EF4-FFF2-40B4-BE49-F238E27FC236}">
                <a16:creationId xmlns:a16="http://schemas.microsoft.com/office/drawing/2014/main" xmlns="" id="{B6712B9F-FF62-9EBA-0169-EA5FD3A4738B}"/>
              </a:ext>
            </a:extLst>
          </p:cNvPr>
          <p:cNvGrpSpPr/>
          <p:nvPr/>
        </p:nvGrpSpPr>
        <p:grpSpPr>
          <a:xfrm>
            <a:off x="15154337" y="8340566"/>
            <a:ext cx="2514600" cy="1761564"/>
            <a:chOff x="8816159" y="3331754"/>
            <a:chExt cx="1676400" cy="1174376"/>
          </a:xfrm>
        </p:grpSpPr>
        <p:grpSp>
          <p:nvGrpSpPr>
            <p:cNvPr id="233" name="Group 283">
              <a:extLst>
                <a:ext uri="{FF2B5EF4-FFF2-40B4-BE49-F238E27FC236}">
                  <a16:creationId xmlns:a16="http://schemas.microsoft.com/office/drawing/2014/main" xmlns="" id="{83611836-D55C-3752-0D77-D8CAB9BEDAB2}"/>
                </a:ext>
              </a:extLst>
            </p:cNvPr>
            <p:cNvGrpSpPr/>
            <p:nvPr/>
          </p:nvGrpSpPr>
          <p:grpSpPr>
            <a:xfrm>
              <a:off x="8816159" y="3331754"/>
              <a:ext cx="1676400" cy="1174376"/>
              <a:chOff x="9473254" y="2240516"/>
              <a:chExt cx="1676400" cy="1174376"/>
            </a:xfrm>
          </p:grpSpPr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xmlns="" id="{863B530C-CCC9-C9A9-6A07-FF947F486384}"/>
                  </a:ext>
                </a:extLst>
              </p:cNvPr>
              <p:cNvSpPr/>
              <p:nvPr/>
            </p:nvSpPr>
            <p:spPr>
              <a:xfrm>
                <a:off x="9473254" y="2240516"/>
                <a:ext cx="1676400" cy="1174376"/>
              </a:xfrm>
              <a:prstGeom prst="ellipse">
                <a:avLst/>
              </a:prstGeom>
              <a:solidFill>
                <a:srgbClr val="CFAF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xmlns="" id="{2D3E16C9-6BE0-EB67-2BCE-11E1DE0679E8}"/>
                  </a:ext>
                </a:extLst>
              </p:cNvPr>
              <p:cNvSpPr txBox="1"/>
              <p:nvPr/>
            </p:nvSpPr>
            <p:spPr>
              <a:xfrm>
                <a:off x="9832127" y="2249848"/>
                <a:ext cx="9727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700" dirty="0">
                    <a:solidFill>
                      <a:prstClr val="black"/>
                    </a:solidFill>
                    <a:latin typeface="Calibri" panose="020F0502020204030204"/>
                  </a:rPr>
                  <a:t>Imagery</a:t>
                </a:r>
              </a:p>
            </p:txBody>
          </p:sp>
        </p:grpSp>
        <p:grpSp>
          <p:nvGrpSpPr>
            <p:cNvPr id="256" name="Group 286">
              <a:extLst>
                <a:ext uri="{FF2B5EF4-FFF2-40B4-BE49-F238E27FC236}">
                  <a16:creationId xmlns:a16="http://schemas.microsoft.com/office/drawing/2014/main" xmlns="" id="{822D1933-6CC8-7F7B-2E9E-976F4EC69179}"/>
                </a:ext>
              </a:extLst>
            </p:cNvPr>
            <p:cNvGrpSpPr/>
            <p:nvPr/>
          </p:nvGrpSpPr>
          <p:grpSpPr>
            <a:xfrm>
              <a:off x="9138451" y="3727657"/>
              <a:ext cx="1031816" cy="621878"/>
              <a:chOff x="8080911" y="2500452"/>
              <a:chExt cx="1031816" cy="621878"/>
            </a:xfrm>
            <a:solidFill>
              <a:srgbClr val="6600CC"/>
            </a:solidFill>
          </p:grpSpPr>
          <p:grpSp>
            <p:nvGrpSpPr>
              <p:cNvPr id="257" name="Group 287">
                <a:extLst>
                  <a:ext uri="{FF2B5EF4-FFF2-40B4-BE49-F238E27FC236}">
                    <a16:creationId xmlns:a16="http://schemas.microsoft.com/office/drawing/2014/main" xmlns="" id="{DD400866-5D84-1449-DF2E-CEEFCF0C842D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xmlns="" id="{897D9E70-17EE-EA6D-205E-1E44ECB895F1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xmlns="" id="{A5572430-A514-2686-53EC-72CEE89AE03C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xmlns="" id="{78A68096-73CC-D19C-4243-C3C4A44B7454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xmlns="" id="{D27C99D5-7A44-821A-946C-C55926B32976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xmlns="" id="{8007A2D5-8726-9795-6E83-31AB01B33F7E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xmlns="" id="{5A89D960-D504-3D18-94BC-A1630E69CCC2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xmlns="" id="{15CC4080-FBB0-8F8C-1ABD-3FF590CEAFF9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xmlns="" id="{9D587A84-0CFF-29B0-5E9E-D6FD83ABD5F4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xmlns="" id="{E9257EBA-715E-D9B3-195E-857415B55B12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xmlns="" id="{2617A92F-367D-6577-5B27-C58DC5F99828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300" name="Straight Arrow Connector 299">
                  <a:extLst>
                    <a:ext uri="{FF2B5EF4-FFF2-40B4-BE49-F238E27FC236}">
                      <a16:creationId xmlns:a16="http://schemas.microsoft.com/office/drawing/2014/main" xmlns="" id="{85E65979-4947-A0A6-4DB3-1FE5ADFC25BA}"/>
                    </a:ext>
                  </a:extLst>
                </p:cNvPr>
                <p:cNvCxnSpPr>
                  <a:cxnSpLocks/>
                  <a:stCxn id="299" idx="3"/>
                  <a:endCxn id="293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1" name="Straight Arrow Connector 300">
                  <a:extLst>
                    <a:ext uri="{FF2B5EF4-FFF2-40B4-BE49-F238E27FC236}">
                      <a16:creationId xmlns:a16="http://schemas.microsoft.com/office/drawing/2014/main" xmlns="" id="{1E1621A1-ABAF-52B6-84AE-91602A5193C2}"/>
                    </a:ext>
                  </a:extLst>
                </p:cNvPr>
                <p:cNvCxnSpPr>
                  <a:cxnSpLocks/>
                  <a:stCxn id="290" idx="3"/>
                  <a:endCxn id="292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2" name="Straight Arrow Connector 301">
                  <a:extLst>
                    <a:ext uri="{FF2B5EF4-FFF2-40B4-BE49-F238E27FC236}">
                      <a16:creationId xmlns:a16="http://schemas.microsoft.com/office/drawing/2014/main" xmlns="" id="{D256D611-2B3A-B91A-5206-612B986A6EDB}"/>
                    </a:ext>
                  </a:extLst>
                </p:cNvPr>
                <p:cNvCxnSpPr>
                  <a:cxnSpLocks/>
                  <a:stCxn id="290" idx="5"/>
                  <a:endCxn id="294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3" name="Straight Arrow Connector 302">
                  <a:extLst>
                    <a:ext uri="{FF2B5EF4-FFF2-40B4-BE49-F238E27FC236}">
                      <a16:creationId xmlns:a16="http://schemas.microsoft.com/office/drawing/2014/main" xmlns="" id="{6663AF7C-E570-59EC-4190-3D271D57D00A}"/>
                    </a:ext>
                  </a:extLst>
                </p:cNvPr>
                <p:cNvCxnSpPr>
                  <a:cxnSpLocks/>
                  <a:stCxn id="294" idx="4"/>
                  <a:endCxn id="297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4" name="Straight Arrow Connector 303">
                  <a:extLst>
                    <a:ext uri="{FF2B5EF4-FFF2-40B4-BE49-F238E27FC236}">
                      <a16:creationId xmlns:a16="http://schemas.microsoft.com/office/drawing/2014/main" xmlns="" id="{65194581-7934-1935-0A22-5C7E3EBFF21F}"/>
                    </a:ext>
                  </a:extLst>
                </p:cNvPr>
                <p:cNvCxnSpPr>
                  <a:cxnSpLocks/>
                  <a:stCxn id="294" idx="5"/>
                  <a:endCxn id="298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5" name="Straight Arrow Connector 304">
                  <a:extLst>
                    <a:ext uri="{FF2B5EF4-FFF2-40B4-BE49-F238E27FC236}">
                      <a16:creationId xmlns:a16="http://schemas.microsoft.com/office/drawing/2014/main" xmlns="" id="{2BFDF388-A645-85C9-98C5-C0B55AA6E0AB}"/>
                    </a:ext>
                  </a:extLst>
                </p:cNvPr>
                <p:cNvCxnSpPr>
                  <a:cxnSpLocks/>
                  <a:stCxn id="292" idx="4"/>
                  <a:endCxn id="296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6" name="Straight Arrow Connector 305">
                  <a:extLst>
                    <a:ext uri="{FF2B5EF4-FFF2-40B4-BE49-F238E27FC236}">
                      <a16:creationId xmlns:a16="http://schemas.microsoft.com/office/drawing/2014/main" xmlns="" id="{F69EDAFE-D787-B9A9-9F48-86AE0A47B079}"/>
                    </a:ext>
                  </a:extLst>
                </p:cNvPr>
                <p:cNvCxnSpPr>
                  <a:cxnSpLocks/>
                  <a:stCxn id="293" idx="4"/>
                  <a:endCxn id="295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7" name="Straight Arrow Connector 306">
                  <a:extLst>
                    <a:ext uri="{FF2B5EF4-FFF2-40B4-BE49-F238E27FC236}">
                      <a16:creationId xmlns:a16="http://schemas.microsoft.com/office/drawing/2014/main" xmlns="" id="{53011A5B-5249-1B4C-ABBA-E77889CA256A}"/>
                    </a:ext>
                  </a:extLst>
                </p:cNvPr>
                <p:cNvCxnSpPr>
                  <a:cxnSpLocks/>
                  <a:stCxn id="293" idx="4"/>
                  <a:endCxn id="291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8" name="Straight Arrow Connector 307">
                  <a:extLst>
                    <a:ext uri="{FF2B5EF4-FFF2-40B4-BE49-F238E27FC236}">
                      <a16:creationId xmlns:a16="http://schemas.microsoft.com/office/drawing/2014/main" xmlns="" id="{554B82A9-406C-5231-5037-5CA5F2B43817}"/>
                    </a:ext>
                  </a:extLst>
                </p:cNvPr>
                <p:cNvCxnSpPr>
                  <a:cxnSpLocks/>
                  <a:stCxn id="294" idx="3"/>
                  <a:endCxn id="295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xmlns="" id="{15554C37-28ED-3A47-6A2E-FE7C3DB5B0EE}"/>
                  </a:ext>
                </a:extLst>
              </p:cNvPr>
              <p:cNvCxnSpPr>
                <a:cxnSpLocks/>
                <a:stCxn id="299" idx="6"/>
                <a:endCxn id="290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280" name="Group 336">
            <a:extLst>
              <a:ext uri="{FF2B5EF4-FFF2-40B4-BE49-F238E27FC236}">
                <a16:creationId xmlns:a16="http://schemas.microsoft.com/office/drawing/2014/main" xmlns="" id="{CCFEE6D7-671A-6489-1EE0-30B4E7FD5C73}"/>
              </a:ext>
            </a:extLst>
          </p:cNvPr>
          <p:cNvGrpSpPr/>
          <p:nvPr/>
        </p:nvGrpSpPr>
        <p:grpSpPr>
          <a:xfrm>
            <a:off x="733716" y="7758677"/>
            <a:ext cx="2514600" cy="2089239"/>
            <a:chOff x="743887" y="4609312"/>
            <a:chExt cx="1676400" cy="1392826"/>
          </a:xfrm>
        </p:grpSpPr>
        <p:grpSp>
          <p:nvGrpSpPr>
            <p:cNvPr id="281" name="Group 333">
              <a:extLst>
                <a:ext uri="{FF2B5EF4-FFF2-40B4-BE49-F238E27FC236}">
                  <a16:creationId xmlns:a16="http://schemas.microsoft.com/office/drawing/2014/main" xmlns="" id="{89962FD6-2AFF-C57F-5F3E-9EBCA5583F7F}"/>
                </a:ext>
              </a:extLst>
            </p:cNvPr>
            <p:cNvGrpSpPr/>
            <p:nvPr/>
          </p:nvGrpSpPr>
          <p:grpSpPr>
            <a:xfrm>
              <a:off x="743887" y="4609312"/>
              <a:ext cx="1676400" cy="1392826"/>
              <a:chOff x="9473254" y="2022066"/>
              <a:chExt cx="1676400" cy="1392826"/>
            </a:xfrm>
          </p:grpSpPr>
          <p:sp>
            <p:nvSpPr>
              <p:cNvPr id="335" name="Oval 334">
                <a:extLst>
                  <a:ext uri="{FF2B5EF4-FFF2-40B4-BE49-F238E27FC236}">
                    <a16:creationId xmlns:a16="http://schemas.microsoft.com/office/drawing/2014/main" xmlns="" id="{B16A6297-2212-3A69-8D72-830591D82E75}"/>
                  </a:ext>
                </a:extLst>
              </p:cNvPr>
              <p:cNvSpPr/>
              <p:nvPr/>
            </p:nvSpPr>
            <p:spPr>
              <a:xfrm>
                <a:off x="9473254" y="2022066"/>
                <a:ext cx="1676400" cy="1392826"/>
              </a:xfrm>
              <a:prstGeom prst="ellipse">
                <a:avLst/>
              </a:prstGeom>
              <a:solidFill>
                <a:srgbClr val="FFB9B9"/>
              </a:solidFill>
              <a:ln w="952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xmlns="" id="{367F405C-465B-1FD4-4D4E-CCB3E86C78E8}"/>
                  </a:ext>
                </a:extLst>
              </p:cNvPr>
              <p:cNvSpPr txBox="1"/>
              <p:nvPr/>
            </p:nvSpPr>
            <p:spPr>
              <a:xfrm>
                <a:off x="9584039" y="2074672"/>
                <a:ext cx="141471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Terrestrial Features</a:t>
                </a:r>
              </a:p>
            </p:txBody>
          </p:sp>
        </p:grpSp>
        <p:grpSp>
          <p:nvGrpSpPr>
            <p:cNvPr id="282" name="Group 311">
              <a:extLst>
                <a:ext uri="{FF2B5EF4-FFF2-40B4-BE49-F238E27FC236}">
                  <a16:creationId xmlns:a16="http://schemas.microsoft.com/office/drawing/2014/main" xmlns="" id="{4F9192DD-3658-5D7A-6BB5-18999417416D}"/>
                </a:ext>
              </a:extLst>
            </p:cNvPr>
            <p:cNvGrpSpPr/>
            <p:nvPr/>
          </p:nvGrpSpPr>
          <p:grpSpPr>
            <a:xfrm>
              <a:off x="1078369" y="5205370"/>
              <a:ext cx="1031816" cy="621878"/>
              <a:chOff x="8080911" y="2500452"/>
              <a:chExt cx="1031816" cy="621878"/>
            </a:xfrm>
            <a:solidFill>
              <a:srgbClr val="C00000"/>
            </a:solidFill>
          </p:grpSpPr>
          <p:grpSp>
            <p:nvGrpSpPr>
              <p:cNvPr id="283" name="Group 312">
                <a:extLst>
                  <a:ext uri="{FF2B5EF4-FFF2-40B4-BE49-F238E27FC236}">
                    <a16:creationId xmlns:a16="http://schemas.microsoft.com/office/drawing/2014/main" xmlns="" id="{4411AF23-5467-7EAE-8EC6-3BF2ED1808B9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xmlns="" id="{F14BEE6D-8FFD-A7A4-73C5-B708E7A7E991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xmlns="" id="{664D6012-025A-2A81-A234-F35A3C363C7C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xmlns="" id="{A5788C25-0271-5D4B-3199-A07733B3C88C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xmlns="" id="{458F1510-C34F-6281-00F0-B436DEE568AC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xmlns="" id="{C5861C98-8D8E-5CFE-2968-1FFF9A656539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xmlns="" id="{A5DB7815-287F-798F-C8A5-099240F25E01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xmlns="" id="{6E921DF8-C93F-EE16-E2F7-34031360D428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xmlns="" id="{51052A22-388C-C7AB-59B4-5561D89CC90C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xmlns="" id="{32379746-6BFD-CB85-B049-E302FC5E9B69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xmlns="" id="{F2881555-AC82-5504-2621-1BCB47D38E03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325" name="Straight Arrow Connector 324">
                  <a:extLst>
                    <a:ext uri="{FF2B5EF4-FFF2-40B4-BE49-F238E27FC236}">
                      <a16:creationId xmlns:a16="http://schemas.microsoft.com/office/drawing/2014/main" xmlns="" id="{F6CB5334-A7F3-51B5-77BF-745129DAD369}"/>
                    </a:ext>
                  </a:extLst>
                </p:cNvPr>
                <p:cNvCxnSpPr>
                  <a:cxnSpLocks/>
                  <a:stCxn id="324" idx="3"/>
                  <a:endCxn id="318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26" name="Straight Arrow Connector 325">
                  <a:extLst>
                    <a:ext uri="{FF2B5EF4-FFF2-40B4-BE49-F238E27FC236}">
                      <a16:creationId xmlns:a16="http://schemas.microsoft.com/office/drawing/2014/main" xmlns="" id="{39991E09-0114-F30C-382D-4EB377539CDE}"/>
                    </a:ext>
                  </a:extLst>
                </p:cNvPr>
                <p:cNvCxnSpPr>
                  <a:cxnSpLocks/>
                  <a:stCxn id="315" idx="3"/>
                  <a:endCxn id="317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27" name="Straight Arrow Connector 326">
                  <a:extLst>
                    <a:ext uri="{FF2B5EF4-FFF2-40B4-BE49-F238E27FC236}">
                      <a16:creationId xmlns:a16="http://schemas.microsoft.com/office/drawing/2014/main" xmlns="" id="{0F9387D5-6880-8576-ECE7-EC60C0936610}"/>
                    </a:ext>
                  </a:extLst>
                </p:cNvPr>
                <p:cNvCxnSpPr>
                  <a:cxnSpLocks/>
                  <a:stCxn id="315" idx="5"/>
                  <a:endCxn id="319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28" name="Straight Arrow Connector 327">
                  <a:extLst>
                    <a:ext uri="{FF2B5EF4-FFF2-40B4-BE49-F238E27FC236}">
                      <a16:creationId xmlns:a16="http://schemas.microsoft.com/office/drawing/2014/main" xmlns="" id="{578DF5E9-467B-DDF6-B46F-13EFB1F0F160}"/>
                    </a:ext>
                  </a:extLst>
                </p:cNvPr>
                <p:cNvCxnSpPr>
                  <a:cxnSpLocks/>
                  <a:stCxn id="319" idx="4"/>
                  <a:endCxn id="322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29" name="Straight Arrow Connector 328">
                  <a:extLst>
                    <a:ext uri="{FF2B5EF4-FFF2-40B4-BE49-F238E27FC236}">
                      <a16:creationId xmlns:a16="http://schemas.microsoft.com/office/drawing/2014/main" xmlns="" id="{960184C1-B672-8CBC-C437-DDA0D50D767B}"/>
                    </a:ext>
                  </a:extLst>
                </p:cNvPr>
                <p:cNvCxnSpPr>
                  <a:cxnSpLocks/>
                  <a:stCxn id="319" idx="5"/>
                  <a:endCxn id="323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30" name="Straight Arrow Connector 329">
                  <a:extLst>
                    <a:ext uri="{FF2B5EF4-FFF2-40B4-BE49-F238E27FC236}">
                      <a16:creationId xmlns:a16="http://schemas.microsoft.com/office/drawing/2014/main" xmlns="" id="{4852A4EE-0EF4-FBB5-AAFD-F1777D305AF1}"/>
                    </a:ext>
                  </a:extLst>
                </p:cNvPr>
                <p:cNvCxnSpPr>
                  <a:cxnSpLocks/>
                  <a:stCxn id="317" idx="4"/>
                  <a:endCxn id="321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31" name="Straight Arrow Connector 330">
                  <a:extLst>
                    <a:ext uri="{FF2B5EF4-FFF2-40B4-BE49-F238E27FC236}">
                      <a16:creationId xmlns:a16="http://schemas.microsoft.com/office/drawing/2014/main" xmlns="" id="{B9A65F8E-7A4F-4E2B-4B33-6DEF96E2D098}"/>
                    </a:ext>
                  </a:extLst>
                </p:cNvPr>
                <p:cNvCxnSpPr>
                  <a:cxnSpLocks/>
                  <a:stCxn id="318" idx="4"/>
                  <a:endCxn id="320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32" name="Straight Arrow Connector 331">
                  <a:extLst>
                    <a:ext uri="{FF2B5EF4-FFF2-40B4-BE49-F238E27FC236}">
                      <a16:creationId xmlns:a16="http://schemas.microsoft.com/office/drawing/2014/main" xmlns="" id="{F615E041-1345-07AB-EF29-01438BA19EDA}"/>
                    </a:ext>
                  </a:extLst>
                </p:cNvPr>
                <p:cNvCxnSpPr>
                  <a:cxnSpLocks/>
                  <a:stCxn id="318" idx="4"/>
                  <a:endCxn id="316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33" name="Straight Arrow Connector 332">
                  <a:extLst>
                    <a:ext uri="{FF2B5EF4-FFF2-40B4-BE49-F238E27FC236}">
                      <a16:creationId xmlns:a16="http://schemas.microsoft.com/office/drawing/2014/main" xmlns="" id="{62DC4226-1432-354D-95F9-D6593230E53B}"/>
                    </a:ext>
                  </a:extLst>
                </p:cNvPr>
                <p:cNvCxnSpPr>
                  <a:cxnSpLocks/>
                  <a:stCxn id="319" idx="3"/>
                  <a:endCxn id="320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314" name="Straight Arrow Connector 313">
                <a:extLst>
                  <a:ext uri="{FF2B5EF4-FFF2-40B4-BE49-F238E27FC236}">
                    <a16:creationId xmlns:a16="http://schemas.microsoft.com/office/drawing/2014/main" xmlns="" id="{BD11969A-9556-5BDA-4A14-2F1CBD0B95EF}"/>
                  </a:ext>
                </a:extLst>
              </p:cNvPr>
              <p:cNvCxnSpPr>
                <a:cxnSpLocks/>
                <a:stCxn id="324" idx="6"/>
                <a:endCxn id="315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grpSp>
        <p:nvGrpSpPr>
          <p:cNvPr id="284" name="Group 31">
            <a:extLst>
              <a:ext uri="{FF2B5EF4-FFF2-40B4-BE49-F238E27FC236}">
                <a16:creationId xmlns:a16="http://schemas.microsoft.com/office/drawing/2014/main" xmlns="" id="{9F0D9DD4-D4F9-7EE2-06F3-68D10910FF9D}"/>
              </a:ext>
            </a:extLst>
          </p:cNvPr>
          <p:cNvGrpSpPr/>
          <p:nvPr/>
        </p:nvGrpSpPr>
        <p:grpSpPr>
          <a:xfrm>
            <a:off x="15393387" y="6239487"/>
            <a:ext cx="2514600" cy="1910667"/>
            <a:chOff x="9945007" y="1831011"/>
            <a:chExt cx="1676400" cy="127377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627C473B-098C-AD98-E419-04C2C916E13F}"/>
                </a:ext>
              </a:extLst>
            </p:cNvPr>
            <p:cNvSpPr/>
            <p:nvPr/>
          </p:nvSpPr>
          <p:spPr>
            <a:xfrm>
              <a:off x="9945007" y="1831011"/>
              <a:ext cx="1676400" cy="1273778"/>
            </a:xfrm>
            <a:prstGeom prst="ellipse">
              <a:avLst/>
            </a:prstGeom>
            <a:solidFill>
              <a:srgbClr val="FEE6D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>
                <a:defRPr/>
              </a:pPr>
              <a:endParaRPr lang="en-US" sz="27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9E0B262-98DE-1E31-4357-B5B0A1A5C7A1}"/>
                </a:ext>
              </a:extLst>
            </p:cNvPr>
            <p:cNvSpPr txBox="1"/>
            <p:nvPr/>
          </p:nvSpPr>
          <p:spPr>
            <a:xfrm>
              <a:off x="9992239" y="2016956"/>
              <a:ext cx="1616997" cy="30777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 defTabSz="13716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Sensor Models</a:t>
              </a:r>
            </a:p>
          </p:txBody>
        </p:sp>
        <p:grpSp>
          <p:nvGrpSpPr>
            <p:cNvPr id="287" name="Group 8">
              <a:extLst>
                <a:ext uri="{FF2B5EF4-FFF2-40B4-BE49-F238E27FC236}">
                  <a16:creationId xmlns:a16="http://schemas.microsoft.com/office/drawing/2014/main" xmlns="" id="{576EA0C6-9E56-E24A-E74E-77B8C675B1E0}"/>
                </a:ext>
              </a:extLst>
            </p:cNvPr>
            <p:cNvGrpSpPr/>
            <p:nvPr/>
          </p:nvGrpSpPr>
          <p:grpSpPr>
            <a:xfrm>
              <a:off x="10290103" y="2317534"/>
              <a:ext cx="1031816" cy="621878"/>
              <a:chOff x="8080911" y="2500452"/>
              <a:chExt cx="1031816" cy="621878"/>
            </a:xfrm>
            <a:solidFill>
              <a:srgbClr val="00B0F0"/>
            </a:solidFill>
          </p:grpSpPr>
          <p:grpSp>
            <p:nvGrpSpPr>
              <p:cNvPr id="288" name="Group 9">
                <a:extLst>
                  <a:ext uri="{FF2B5EF4-FFF2-40B4-BE49-F238E27FC236}">
                    <a16:creationId xmlns:a16="http://schemas.microsoft.com/office/drawing/2014/main" xmlns="" id="{DDB7BEBC-0D67-9DAB-024F-7905F3F2D8C2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xmlns="" id="{279FAB8B-D079-6333-C7CE-061E69107CE8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xmlns="" id="{335C8DEB-FAFC-3672-90B8-55EB50AF280B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xmlns="" id="{B0F3C859-FA1D-338B-8AAE-E575AB5D7F2A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xmlns="" id="{F486FE5D-9355-E639-5B4E-5254D59E87AB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xmlns="" id="{046E0ABD-45E7-C63B-572A-341C1373358D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xmlns="" id="{70E6F6E3-ED4E-4426-4EA0-8BFF15F2A562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xmlns="" id="{52A971D9-8CBF-593F-DAA1-75FDAD4E623A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xmlns="" id="{66BFFB04-16AA-3D78-9AFD-CB67CD1F9C83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xmlns="" id="{2302C8D3-8906-AC21-B277-C8C711017B11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xmlns="" id="{E2129C70-A3CD-FEB9-C7E5-2A0A0EF6987E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grpFill/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xmlns="" id="{F18DD90E-C59D-2675-C796-4D14F9556154}"/>
                    </a:ext>
                  </a:extLst>
                </p:cNvPr>
                <p:cNvCxnSpPr>
                  <a:cxnSpLocks/>
                  <a:stCxn id="21" idx="3"/>
                  <a:endCxn id="15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xmlns="" id="{8CE91E4F-D285-4A8A-7B11-E953064BACDA}"/>
                    </a:ext>
                  </a:extLst>
                </p:cNvPr>
                <p:cNvCxnSpPr>
                  <a:cxnSpLocks/>
                  <a:stCxn id="12" idx="3"/>
                  <a:endCxn id="14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xmlns="" id="{17357BC3-D42B-B2D9-6723-9D00027C7C84}"/>
                    </a:ext>
                  </a:extLst>
                </p:cNvPr>
                <p:cNvCxnSpPr>
                  <a:cxnSpLocks/>
                  <a:stCxn id="12" idx="5"/>
                  <a:endCxn id="16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xmlns="" id="{DBBFB125-9A98-A38F-8BB9-4E78BDED93E6}"/>
                    </a:ext>
                  </a:extLst>
                </p:cNvPr>
                <p:cNvCxnSpPr>
                  <a:cxnSpLocks/>
                  <a:stCxn id="16" idx="4"/>
                  <a:endCxn id="19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xmlns="" id="{3567C1E0-03A1-9CFA-0741-AC406D94C24C}"/>
                    </a:ext>
                  </a:extLst>
                </p:cNvPr>
                <p:cNvCxnSpPr>
                  <a:cxnSpLocks/>
                  <a:stCxn id="16" idx="5"/>
                  <a:endCxn id="20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xmlns="" id="{88EBD870-D5AE-503C-BE7B-5CBF3405F967}"/>
                    </a:ext>
                  </a:extLst>
                </p:cNvPr>
                <p:cNvCxnSpPr>
                  <a:cxnSpLocks/>
                  <a:stCxn id="14" idx="4"/>
                  <a:endCxn id="18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xmlns="" id="{CC6452D6-6D80-1CD5-98EE-D9631B05A83C}"/>
                    </a:ext>
                  </a:extLst>
                </p:cNvPr>
                <p:cNvCxnSpPr>
                  <a:cxnSpLocks/>
                  <a:stCxn id="15" idx="4"/>
                  <a:endCxn id="17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xmlns="" id="{1467BA2E-8983-4DDC-2CCA-1EFAC7B6D62B}"/>
                    </a:ext>
                  </a:extLst>
                </p:cNvPr>
                <p:cNvCxnSpPr>
                  <a:cxnSpLocks/>
                  <a:stCxn id="15" idx="4"/>
                  <a:endCxn id="13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xmlns="" id="{8D659F9F-2EF6-9FAB-99FA-652259E7D0CE}"/>
                    </a:ext>
                  </a:extLst>
                </p:cNvPr>
                <p:cNvCxnSpPr>
                  <a:cxnSpLocks/>
                  <a:stCxn id="16" idx="3"/>
                  <a:endCxn id="17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xmlns="" id="{11A38A46-0C8F-9F49-9E6F-CCB85B4A7609}"/>
                  </a:ext>
                </a:extLst>
              </p:cNvPr>
              <p:cNvCxnSpPr>
                <a:cxnSpLocks/>
                <a:stCxn id="21" idx="6"/>
                <a:endCxn id="12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  <p:sp>
        <p:nvSpPr>
          <p:cNvPr id="510" name="Rectangle: Rounded Corners 509">
            <a:extLst>
              <a:ext uri="{FF2B5EF4-FFF2-40B4-BE49-F238E27FC236}">
                <a16:creationId xmlns:a16="http://schemas.microsoft.com/office/drawing/2014/main" xmlns="" id="{78C62BDF-8111-D9BC-E0E5-E0350E39402D}"/>
              </a:ext>
            </a:extLst>
          </p:cNvPr>
          <p:cNvSpPr/>
          <p:nvPr/>
        </p:nvSpPr>
        <p:spPr>
          <a:xfrm>
            <a:off x="107881" y="2066255"/>
            <a:ext cx="18072242" cy="12314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9" name="Picture 498">
            <a:extLst>
              <a:ext uri="{FF2B5EF4-FFF2-40B4-BE49-F238E27FC236}">
                <a16:creationId xmlns:a16="http://schemas.microsoft.com/office/drawing/2014/main" xmlns="" id="{5B396CD1-2BC7-0C9E-F962-2E98D64D9AA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1157" y="2118102"/>
            <a:ext cx="1590930" cy="1146795"/>
          </a:xfrm>
          <a:prstGeom prst="rect">
            <a:avLst/>
          </a:prstGeom>
        </p:spPr>
      </p:pic>
      <p:pic>
        <p:nvPicPr>
          <p:cNvPr id="500" name="Picture 499">
            <a:extLst>
              <a:ext uri="{FF2B5EF4-FFF2-40B4-BE49-F238E27FC236}">
                <a16:creationId xmlns:a16="http://schemas.microsoft.com/office/drawing/2014/main" xmlns="" id="{59F607C3-CA59-8A0B-8ECC-06536DF87C1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02827" y="2118102"/>
            <a:ext cx="1590932" cy="1146795"/>
          </a:xfrm>
          <a:prstGeom prst="rect">
            <a:avLst/>
          </a:prstGeom>
        </p:spPr>
      </p:pic>
      <p:pic>
        <p:nvPicPr>
          <p:cNvPr id="501" name="Picture 500">
            <a:extLst>
              <a:ext uri="{FF2B5EF4-FFF2-40B4-BE49-F238E27FC236}">
                <a16:creationId xmlns:a16="http://schemas.microsoft.com/office/drawing/2014/main" xmlns="" id="{8B143443-0403-84EB-26E8-70F67E6BC20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24498" y="2118102"/>
            <a:ext cx="1590932" cy="1146795"/>
          </a:xfrm>
          <a:prstGeom prst="rect">
            <a:avLst/>
          </a:prstGeom>
        </p:spPr>
      </p:pic>
      <p:pic>
        <p:nvPicPr>
          <p:cNvPr id="502" name="Picture 501">
            <a:extLst>
              <a:ext uri="{FF2B5EF4-FFF2-40B4-BE49-F238E27FC236}">
                <a16:creationId xmlns:a16="http://schemas.microsoft.com/office/drawing/2014/main" xmlns="" id="{B6C9CC81-32C5-2444-16F8-B4A9873A9F7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46169" y="2118102"/>
            <a:ext cx="1590932" cy="1146795"/>
          </a:xfrm>
          <a:prstGeom prst="rect">
            <a:avLst/>
          </a:prstGeom>
        </p:spPr>
      </p:pic>
      <p:pic>
        <p:nvPicPr>
          <p:cNvPr id="503" name="Picture 502">
            <a:extLst>
              <a:ext uri="{FF2B5EF4-FFF2-40B4-BE49-F238E27FC236}">
                <a16:creationId xmlns:a16="http://schemas.microsoft.com/office/drawing/2014/main" xmlns="" id="{0B984CFE-DD7D-201F-5093-3920949D454D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667840" y="2118102"/>
            <a:ext cx="1590932" cy="1146795"/>
          </a:xfrm>
          <a:prstGeom prst="rect">
            <a:avLst/>
          </a:prstGeom>
        </p:spPr>
      </p:pic>
      <p:pic>
        <p:nvPicPr>
          <p:cNvPr id="504" name="Picture 503">
            <a:extLst>
              <a:ext uri="{FF2B5EF4-FFF2-40B4-BE49-F238E27FC236}">
                <a16:creationId xmlns:a16="http://schemas.microsoft.com/office/drawing/2014/main" xmlns="" id="{6495A60D-622E-160D-A6BB-9974AE6572F1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289510" y="2118101"/>
            <a:ext cx="1590933" cy="1146797"/>
          </a:xfrm>
          <a:prstGeom prst="rect">
            <a:avLst/>
          </a:prstGeom>
        </p:spPr>
      </p:pic>
      <p:pic>
        <p:nvPicPr>
          <p:cNvPr id="505" name="Picture 504">
            <a:extLst>
              <a:ext uri="{FF2B5EF4-FFF2-40B4-BE49-F238E27FC236}">
                <a16:creationId xmlns:a16="http://schemas.microsoft.com/office/drawing/2014/main" xmlns="" id="{5B90B6F7-5116-D4E5-734A-16E387009B7D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911183" y="2118101"/>
            <a:ext cx="1590933" cy="1146797"/>
          </a:xfrm>
          <a:prstGeom prst="rect">
            <a:avLst/>
          </a:prstGeom>
        </p:spPr>
      </p:pic>
      <p:pic>
        <p:nvPicPr>
          <p:cNvPr id="506" name="Picture 505">
            <a:extLst>
              <a:ext uri="{FF2B5EF4-FFF2-40B4-BE49-F238E27FC236}">
                <a16:creationId xmlns:a16="http://schemas.microsoft.com/office/drawing/2014/main" xmlns="" id="{E9095FAD-6AD2-831E-B325-062248D6D10D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1532855" y="2090411"/>
            <a:ext cx="1629345" cy="1174487"/>
          </a:xfrm>
          <a:prstGeom prst="rect">
            <a:avLst/>
          </a:prstGeom>
        </p:spPr>
      </p:pic>
      <p:pic>
        <p:nvPicPr>
          <p:cNvPr id="507" name="Picture 506">
            <a:extLst>
              <a:ext uri="{FF2B5EF4-FFF2-40B4-BE49-F238E27FC236}">
                <a16:creationId xmlns:a16="http://schemas.microsoft.com/office/drawing/2014/main" xmlns="" id="{C5898187-BDA5-EAC3-FEC9-CC4C581B4319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3192940" y="2090411"/>
            <a:ext cx="1629345" cy="1174487"/>
          </a:xfrm>
          <a:prstGeom prst="rect">
            <a:avLst/>
          </a:prstGeom>
        </p:spPr>
      </p:pic>
      <p:pic>
        <p:nvPicPr>
          <p:cNvPr id="508" name="Picture 507">
            <a:extLst>
              <a:ext uri="{FF2B5EF4-FFF2-40B4-BE49-F238E27FC236}">
                <a16:creationId xmlns:a16="http://schemas.microsoft.com/office/drawing/2014/main" xmlns="" id="{E7D109AE-1F7D-DE18-0F13-E82E13AFE856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4853024" y="2105471"/>
            <a:ext cx="1608453" cy="1159427"/>
          </a:xfrm>
          <a:prstGeom prst="rect">
            <a:avLst/>
          </a:prstGeom>
        </p:spPr>
      </p:pic>
      <p:pic>
        <p:nvPicPr>
          <p:cNvPr id="509" name="Picture 508">
            <a:extLst>
              <a:ext uri="{FF2B5EF4-FFF2-40B4-BE49-F238E27FC236}">
                <a16:creationId xmlns:a16="http://schemas.microsoft.com/office/drawing/2014/main" xmlns="" id="{B59ECD88-6808-33F2-C76B-712305D7C2A1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6492211" y="2105471"/>
            <a:ext cx="1608453" cy="1159427"/>
          </a:xfrm>
          <a:prstGeom prst="rect">
            <a:avLst/>
          </a:prstGeom>
        </p:spPr>
      </p:pic>
      <p:sp>
        <p:nvSpPr>
          <p:cNvPr id="110" name="Arrow: Down 109">
            <a:extLst>
              <a:ext uri="{FF2B5EF4-FFF2-40B4-BE49-F238E27FC236}">
                <a16:creationId xmlns:a16="http://schemas.microsoft.com/office/drawing/2014/main" xmlns="" id="{9B957C33-B9CB-A3A9-8B56-97EC0CB65540}"/>
              </a:ext>
            </a:extLst>
          </p:cNvPr>
          <p:cNvSpPr/>
          <p:nvPr/>
        </p:nvSpPr>
        <p:spPr>
          <a:xfrm rot="10800000">
            <a:off x="7892939" y="3313019"/>
            <a:ext cx="839541" cy="693903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/>
          <a:p>
            <a:pPr algn="ctr" defTabSz="1371600"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9" name="Group 32">
            <a:extLst>
              <a:ext uri="{FF2B5EF4-FFF2-40B4-BE49-F238E27FC236}">
                <a16:creationId xmlns:a16="http://schemas.microsoft.com/office/drawing/2014/main" xmlns="" id="{74022255-26F6-4363-B553-5F94D8825EC8}"/>
              </a:ext>
            </a:extLst>
          </p:cNvPr>
          <p:cNvGrpSpPr/>
          <p:nvPr/>
        </p:nvGrpSpPr>
        <p:grpSpPr>
          <a:xfrm>
            <a:off x="5785444" y="8128833"/>
            <a:ext cx="2527931" cy="1761564"/>
            <a:chOff x="2397248" y="5049172"/>
            <a:chExt cx="1443412" cy="1174376"/>
          </a:xfrm>
        </p:grpSpPr>
        <p:grpSp>
          <p:nvGrpSpPr>
            <p:cNvPr id="310" name="Group 33">
              <a:extLst>
                <a:ext uri="{FF2B5EF4-FFF2-40B4-BE49-F238E27FC236}">
                  <a16:creationId xmlns:a16="http://schemas.microsoft.com/office/drawing/2014/main" xmlns="" id="{BC3D9B55-79D4-6720-23BD-1F3B774212FA}"/>
                </a:ext>
              </a:extLst>
            </p:cNvPr>
            <p:cNvGrpSpPr/>
            <p:nvPr/>
          </p:nvGrpSpPr>
          <p:grpSpPr>
            <a:xfrm>
              <a:off x="2397248" y="5049172"/>
              <a:ext cx="1443412" cy="1174376"/>
              <a:chOff x="9577328" y="2284570"/>
              <a:chExt cx="1443412" cy="1174376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xmlns="" id="{4C4A235B-AACE-5B34-7F13-967D5BE08257}"/>
                  </a:ext>
                </a:extLst>
              </p:cNvPr>
              <p:cNvSpPr/>
              <p:nvPr/>
            </p:nvSpPr>
            <p:spPr>
              <a:xfrm>
                <a:off x="9577328" y="2284570"/>
                <a:ext cx="1443412" cy="117437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371600">
                  <a:defRPr/>
                </a:pPr>
                <a:endParaRPr lang="en-US" sz="27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9" name="TextBox 478">
                <a:extLst>
                  <a:ext uri="{FF2B5EF4-FFF2-40B4-BE49-F238E27FC236}">
                    <a16:creationId xmlns:a16="http://schemas.microsoft.com/office/drawing/2014/main" xmlns="" id="{01F4A2EB-295E-1A14-EB41-7599263046FD}"/>
                  </a:ext>
                </a:extLst>
              </p:cNvPr>
              <p:cNvSpPr txBox="1"/>
              <p:nvPr/>
            </p:nvSpPr>
            <p:spPr>
              <a:xfrm>
                <a:off x="9775807" y="2309259"/>
                <a:ext cx="10464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Radiometry</a:t>
                </a:r>
                <a:endParaRPr lang="en-US" sz="27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311" name="Group 35">
              <a:extLst>
                <a:ext uri="{FF2B5EF4-FFF2-40B4-BE49-F238E27FC236}">
                  <a16:creationId xmlns:a16="http://schemas.microsoft.com/office/drawing/2014/main" xmlns="" id="{1A705805-E7EF-625F-5871-414A8D87102C}"/>
                </a:ext>
              </a:extLst>
            </p:cNvPr>
            <p:cNvGrpSpPr/>
            <p:nvPr/>
          </p:nvGrpSpPr>
          <p:grpSpPr>
            <a:xfrm>
              <a:off x="2595990" y="5406228"/>
              <a:ext cx="1031816" cy="621878"/>
              <a:chOff x="8080911" y="2500452"/>
              <a:chExt cx="1031816" cy="621878"/>
            </a:xfrm>
            <a:solidFill>
              <a:srgbClr val="FF0000"/>
            </a:solidFill>
          </p:grpSpPr>
          <p:grpSp>
            <p:nvGrpSpPr>
              <p:cNvPr id="312" name="Group 36">
                <a:extLst>
                  <a:ext uri="{FF2B5EF4-FFF2-40B4-BE49-F238E27FC236}">
                    <a16:creationId xmlns:a16="http://schemas.microsoft.com/office/drawing/2014/main" xmlns="" id="{2BC7DEFC-817E-229E-1291-2332F92D6C81}"/>
                  </a:ext>
                </a:extLst>
              </p:cNvPr>
              <p:cNvGrpSpPr/>
              <p:nvPr/>
            </p:nvGrpSpPr>
            <p:grpSpPr>
              <a:xfrm>
                <a:off x="8080911" y="2500452"/>
                <a:ext cx="1031816" cy="621878"/>
                <a:chOff x="5879509" y="1332989"/>
                <a:chExt cx="1031816" cy="621878"/>
              </a:xfrm>
              <a:grpFill/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xmlns="" id="{A9639A6F-DEFE-8093-D6B9-583D9B4231B3}"/>
                    </a:ext>
                  </a:extLst>
                </p:cNvPr>
                <p:cNvSpPr/>
                <p:nvPr/>
              </p:nvSpPr>
              <p:spPr>
                <a:xfrm>
                  <a:off x="6402473" y="1337905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xmlns="" id="{C8BD4A5D-0145-01A3-821C-E77314ED8A1A}"/>
                    </a:ext>
                  </a:extLst>
                </p:cNvPr>
                <p:cNvSpPr/>
                <p:nvPr/>
              </p:nvSpPr>
              <p:spPr>
                <a:xfrm>
                  <a:off x="5884107" y="1858983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xmlns="" id="{145BE69D-6421-7BB3-E314-4503C23085F0}"/>
                    </a:ext>
                  </a:extLst>
                </p:cNvPr>
                <p:cNvSpPr/>
                <p:nvPr/>
              </p:nvSpPr>
              <p:spPr>
                <a:xfrm>
                  <a:off x="6205594" y="1558896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xmlns="" id="{1D4B72E4-FB24-85D9-2258-998493CA912D}"/>
                    </a:ext>
                  </a:extLst>
                </p:cNvPr>
                <p:cNvSpPr/>
                <p:nvPr/>
              </p:nvSpPr>
              <p:spPr>
                <a:xfrm>
                  <a:off x="5879509" y="1545385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xmlns="" id="{6F19F290-9811-99D6-88DD-6EF11F345E1F}"/>
                    </a:ext>
                  </a:extLst>
                </p:cNvPr>
                <p:cNvSpPr/>
                <p:nvPr/>
              </p:nvSpPr>
              <p:spPr>
                <a:xfrm>
                  <a:off x="6477353" y="1558896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xmlns="" id="{4007BB6B-4F36-6A1C-5EBE-701773DBEBB3}"/>
                    </a:ext>
                  </a:extLst>
                </p:cNvPr>
                <p:cNvSpPr/>
                <p:nvPr/>
              </p:nvSpPr>
              <p:spPr>
                <a:xfrm>
                  <a:off x="6101480" y="1742757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xmlns="" id="{CBBDF87F-16F2-A053-ED3D-3BB21F488E42}"/>
                    </a:ext>
                  </a:extLst>
                </p:cNvPr>
                <p:cNvSpPr/>
                <p:nvPr/>
              </p:nvSpPr>
              <p:spPr>
                <a:xfrm>
                  <a:off x="6327691" y="1867286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xmlns="" id="{EEFD38A7-C2B7-684A-049B-73FE6738FA19}"/>
                    </a:ext>
                  </a:extLst>
                </p:cNvPr>
                <p:cNvSpPr/>
                <p:nvPr/>
              </p:nvSpPr>
              <p:spPr>
                <a:xfrm>
                  <a:off x="6521887" y="1777401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xmlns="" id="{BC562EC6-D125-53CC-EA88-F5B1A459C973}"/>
                    </a:ext>
                  </a:extLst>
                </p:cNvPr>
                <p:cNvSpPr/>
                <p:nvPr/>
              </p:nvSpPr>
              <p:spPr>
                <a:xfrm>
                  <a:off x="6745672" y="1872384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xmlns="" id="{B120DA16-4EB6-31F5-6A3F-DA9B71C31AC2}"/>
                    </a:ext>
                  </a:extLst>
                </p:cNvPr>
                <p:cNvSpPr/>
                <p:nvPr/>
              </p:nvSpPr>
              <p:spPr>
                <a:xfrm>
                  <a:off x="6080804" y="1332989"/>
                  <a:ext cx="165653" cy="82483"/>
                </a:xfrm>
                <a:prstGeom prst="ellipse">
                  <a:avLst/>
                </a:prstGeom>
                <a:solidFill>
                  <a:schemeClr val="bg1"/>
                </a:solidFill>
                <a:ln w="25400" cap="flat" cmpd="sng" algn="ctr">
                  <a:solidFill>
                    <a:srgbClr val="1E4D7C">
                      <a:shade val="1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defTabSz="1371600">
                    <a:defRPr/>
                  </a:pPr>
                  <a:endParaRPr lang="en-US" sz="2700" kern="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xmlns="" id="{F2A14944-1444-FDF7-402C-72E4278375D8}"/>
                    </a:ext>
                  </a:extLst>
                </p:cNvPr>
                <p:cNvCxnSpPr>
                  <a:cxnSpLocks/>
                  <a:stCxn id="48" idx="3"/>
                  <a:endCxn id="42" idx="0"/>
                </p:cNvCxnSpPr>
                <p:nvPr/>
              </p:nvCxnSpPr>
              <p:spPr>
                <a:xfrm flipH="1">
                  <a:off x="5962336" y="1403393"/>
                  <a:ext cx="142727" cy="14199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xmlns="" id="{18450730-D417-8717-4F4D-FCDD7EEAB2DB}"/>
                    </a:ext>
                  </a:extLst>
                </p:cNvPr>
                <p:cNvCxnSpPr>
                  <a:cxnSpLocks/>
                  <a:stCxn id="39" idx="3"/>
                  <a:endCxn id="41" idx="0"/>
                </p:cNvCxnSpPr>
                <p:nvPr/>
              </p:nvCxnSpPr>
              <p:spPr>
                <a:xfrm flipH="1">
                  <a:off x="6288421" y="1408309"/>
                  <a:ext cx="138311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xmlns="" id="{0491E584-7333-3711-1943-F80B1FD8579C}"/>
                    </a:ext>
                  </a:extLst>
                </p:cNvPr>
                <p:cNvCxnSpPr>
                  <a:cxnSpLocks/>
                  <a:stCxn id="39" idx="5"/>
                  <a:endCxn id="43" idx="0"/>
                </p:cNvCxnSpPr>
                <p:nvPr/>
              </p:nvCxnSpPr>
              <p:spPr>
                <a:xfrm>
                  <a:off x="6543867" y="1408309"/>
                  <a:ext cx="16313" cy="15058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xmlns="" id="{ED10C23C-1B4F-337B-0B7E-B609330D6EA3}"/>
                    </a:ext>
                  </a:extLst>
                </p:cNvPr>
                <p:cNvCxnSpPr>
                  <a:cxnSpLocks/>
                  <a:stCxn id="43" idx="4"/>
                  <a:endCxn id="46" idx="0"/>
                </p:cNvCxnSpPr>
                <p:nvPr/>
              </p:nvCxnSpPr>
              <p:spPr>
                <a:xfrm>
                  <a:off x="6560180" y="1641379"/>
                  <a:ext cx="44534" cy="136022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xmlns="" id="{6C73A8F7-4E5E-3B0F-2B9D-EEE3219A2936}"/>
                    </a:ext>
                  </a:extLst>
                </p:cNvPr>
                <p:cNvCxnSpPr>
                  <a:cxnSpLocks/>
                  <a:stCxn id="43" idx="5"/>
                  <a:endCxn id="47" idx="0"/>
                </p:cNvCxnSpPr>
                <p:nvPr/>
              </p:nvCxnSpPr>
              <p:spPr>
                <a:xfrm>
                  <a:off x="6618747" y="1629300"/>
                  <a:ext cx="209752" cy="243084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xmlns="" id="{0E5AFFDF-EC43-47EB-D45E-22D87BD8009F}"/>
                    </a:ext>
                  </a:extLst>
                </p:cNvPr>
                <p:cNvCxnSpPr>
                  <a:cxnSpLocks/>
                  <a:stCxn id="41" idx="4"/>
                  <a:endCxn id="45" idx="0"/>
                </p:cNvCxnSpPr>
                <p:nvPr/>
              </p:nvCxnSpPr>
              <p:spPr>
                <a:xfrm>
                  <a:off x="6288421" y="1641379"/>
                  <a:ext cx="122097" cy="225907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xmlns="" id="{159A7703-86D6-D478-7A35-BDAF84FFDCE2}"/>
                    </a:ext>
                  </a:extLst>
                </p:cNvPr>
                <p:cNvCxnSpPr>
                  <a:cxnSpLocks/>
                  <a:stCxn id="42" idx="4"/>
                  <a:endCxn id="44" idx="1"/>
                </p:cNvCxnSpPr>
                <p:nvPr/>
              </p:nvCxnSpPr>
              <p:spPr>
                <a:xfrm>
                  <a:off x="5962336" y="1627868"/>
                  <a:ext cx="163403" cy="126968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xmlns="" id="{31F58B4C-7FC9-A17E-518B-C39D16BEBEDC}"/>
                    </a:ext>
                  </a:extLst>
                </p:cNvPr>
                <p:cNvCxnSpPr>
                  <a:cxnSpLocks/>
                  <a:stCxn id="42" idx="4"/>
                  <a:endCxn id="40" idx="0"/>
                </p:cNvCxnSpPr>
                <p:nvPr/>
              </p:nvCxnSpPr>
              <p:spPr>
                <a:xfrm>
                  <a:off x="5962336" y="1627868"/>
                  <a:ext cx="4598" cy="231115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xmlns="" id="{68B5B06B-2838-4FDB-AEFB-0DA284E6EE11}"/>
                    </a:ext>
                  </a:extLst>
                </p:cNvPr>
                <p:cNvCxnSpPr>
                  <a:cxnSpLocks/>
                  <a:stCxn id="43" idx="3"/>
                  <a:endCxn id="44" idx="7"/>
                </p:cNvCxnSpPr>
                <p:nvPr/>
              </p:nvCxnSpPr>
              <p:spPr>
                <a:xfrm flipH="1">
                  <a:off x="6242874" y="1629300"/>
                  <a:ext cx="258738" cy="125536"/>
                </a:xfrm>
                <a:prstGeom prst="straightConnector1">
                  <a:avLst/>
                </a:prstGeom>
                <a:grpFill/>
                <a:ln w="9525" cap="flat" cmpd="sng" algn="ctr">
                  <a:solidFill>
                    <a:srgbClr val="1E4D7C">
                      <a:shade val="95000"/>
                      <a:satMod val="105000"/>
                    </a:srgbClr>
                  </a:solidFill>
                  <a:prstDash val="solid"/>
                  <a:tailEnd type="triangle"/>
                </a:ln>
                <a:effectLst/>
              </p:spPr>
            </p:cxnSp>
          </p:grp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xmlns="" id="{2F46B7BC-A7E3-39B6-B86A-5E6C9530FFB2}"/>
                  </a:ext>
                </a:extLst>
              </p:cNvPr>
              <p:cNvCxnSpPr>
                <a:cxnSpLocks/>
                <a:stCxn id="48" idx="6"/>
                <a:endCxn id="39" idx="2"/>
              </p:cNvCxnSpPr>
              <p:nvPr/>
            </p:nvCxnSpPr>
            <p:spPr>
              <a:xfrm>
                <a:off x="8447859" y="2541694"/>
                <a:ext cx="156016" cy="4916"/>
              </a:xfrm>
              <a:prstGeom prst="straightConnector1">
                <a:avLst/>
              </a:prstGeom>
              <a:grpFill/>
              <a:ln w="9525" cap="flat" cmpd="sng" algn="ctr">
                <a:solidFill>
                  <a:srgbClr val="1E4D7C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xmlns="" val="395447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 animBg="1"/>
      <p:bldP spid="444" grpId="0"/>
      <p:bldP spid="496" grpId="0"/>
      <p:bldP spid="498" grpId="0" animBg="1"/>
      <p:bldP spid="65" grpId="0"/>
      <p:bldP spid="510" grpId="0" animBg="1"/>
      <p:bldP spid="1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6"/>
          </p:nvPr>
        </p:nvSpPr>
        <p:spPr>
          <a:xfrm>
            <a:off x="13944600" y="2322444"/>
            <a:ext cx="3491836" cy="6853503"/>
          </a:xfrm>
        </p:spPr>
        <p:txBody>
          <a:bodyPr/>
          <a:lstStyle/>
          <a:p>
            <a:r>
              <a:rPr lang="es-ES" dirty="0" err="1" smtClean="0"/>
              <a:t>Turtle</a:t>
            </a:r>
            <a:r>
              <a:rPr lang="es-ES" dirty="0" smtClean="0"/>
              <a:t> </a:t>
            </a:r>
            <a:r>
              <a:rPr lang="es-ES" dirty="0" err="1" smtClean="0"/>
              <a:t>interpretation</a:t>
            </a:r>
            <a:r>
              <a:rPr lang="es-ES" dirty="0" smtClean="0"/>
              <a:t>:</a:t>
            </a:r>
          </a:p>
          <a:p>
            <a:endParaRPr lang="es-ES" dirty="0" smtClean="0"/>
          </a:p>
          <a:p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Javascript</a:t>
            </a:r>
            <a:r>
              <a:rPr lang="es-ES" dirty="0" smtClean="0"/>
              <a:t> </a:t>
            </a:r>
            <a:r>
              <a:rPr lang="es-ES" dirty="0" err="1" smtClean="0"/>
              <a:t>library</a:t>
            </a:r>
            <a:r>
              <a:rPr lang="es-ES" dirty="0" smtClean="0"/>
              <a:t> </a:t>
            </a:r>
            <a:r>
              <a:rPr lang="es-ES" dirty="0" err="1" smtClean="0"/>
              <a:t>designed</a:t>
            </a:r>
            <a:r>
              <a:rPr lang="es-ES" dirty="0" smtClean="0"/>
              <a:t> </a:t>
            </a:r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Seek</a:t>
            </a:r>
            <a:r>
              <a:rPr lang="es-ES" dirty="0" smtClean="0"/>
              <a:t> </a:t>
            </a:r>
            <a:r>
              <a:rPr lang="es-ES" dirty="0" err="1" smtClean="0"/>
              <a:t>Optimized</a:t>
            </a:r>
            <a:r>
              <a:rPr lang="es-ES" dirty="0" smtClean="0"/>
              <a:t> HEIF in browsers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62100"/>
            <a:ext cx="13582702" cy="784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173199" y="3619500"/>
            <a:ext cx="307611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287000" y="5981700"/>
            <a:ext cx="756458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2B8A4395-19E6-60A6-03CF-8026CD2C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168" y="5981700"/>
            <a:ext cx="12934631" cy="3301612"/>
          </a:xfrm>
        </p:spPr>
        <p:txBody>
          <a:bodyPr/>
          <a:lstStyle/>
          <a:p>
            <a:r>
              <a:rPr lang="en-US" dirty="0" err="1" smtClean="0"/>
              <a:t>GeoHEIF</a:t>
            </a:r>
            <a:r>
              <a:rPr lang="en-US" dirty="0" smtClean="0"/>
              <a:t> </a:t>
            </a:r>
            <a:r>
              <a:rPr lang="en-US" dirty="0" smtClean="0"/>
              <a:t>SWG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48002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2DBEFDD7-FA45-5869-6AFF-DA22D6ED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5A2CF67D-5669-880B-3EAE-C14D5B5C8B58}"/>
              </a:ext>
            </a:extLst>
          </p:cNvPr>
          <p:cNvGrpSpPr/>
          <p:nvPr/>
        </p:nvGrpSpPr>
        <p:grpSpPr>
          <a:xfrm>
            <a:off x="457200" y="1866900"/>
            <a:ext cx="15011400" cy="6705600"/>
            <a:chOff x="2712081" y="856223"/>
            <a:chExt cx="8914546" cy="42433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355FACCA-EC8E-26F6-9989-4F2A8DA90E1B}"/>
                </a:ext>
              </a:extLst>
            </p:cNvPr>
            <p:cNvGrpSpPr/>
            <p:nvPr/>
          </p:nvGrpSpPr>
          <p:grpSpPr>
            <a:xfrm>
              <a:off x="2712081" y="856223"/>
              <a:ext cx="6477943" cy="4201536"/>
              <a:chOff x="2712081" y="856223"/>
              <a:chExt cx="6477943" cy="42015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xmlns="" id="{EAA60A05-12BC-D3E4-34A5-88F84FD14128}"/>
                  </a:ext>
                </a:extLst>
              </p:cNvPr>
              <p:cNvGrpSpPr/>
              <p:nvPr/>
            </p:nvGrpSpPr>
            <p:grpSpPr>
              <a:xfrm>
                <a:off x="3028233" y="1298817"/>
                <a:ext cx="6161791" cy="3425020"/>
                <a:chOff x="1803894" y="1697653"/>
                <a:chExt cx="6395794" cy="3555091"/>
              </a:xfrm>
            </p:grpSpPr>
            <p:sp>
              <p:nvSpPr>
                <p:cNvPr id="111" name="Freeform: Shape 346">
                  <a:extLst>
                    <a:ext uri="{FF2B5EF4-FFF2-40B4-BE49-F238E27FC236}">
                      <a16:creationId xmlns:a16="http://schemas.microsoft.com/office/drawing/2014/main" xmlns="" id="{C015091E-489F-9A6A-F487-F672A4300123}"/>
                    </a:ext>
                  </a:extLst>
                </p:cNvPr>
                <p:cNvSpPr/>
                <p:nvPr/>
              </p:nvSpPr>
              <p:spPr>
                <a:xfrm rot="773215">
                  <a:off x="3119833" y="1702503"/>
                  <a:ext cx="1385068" cy="471347"/>
                </a:xfrm>
                <a:custGeom>
                  <a:avLst/>
                  <a:gdLst>
                    <a:gd name="connsiteX0" fmla="*/ 464458 w 1385068"/>
                    <a:gd name="connsiteY0" fmla="*/ 45090 h 471347"/>
                    <a:gd name="connsiteX1" fmla="*/ 1336830 w 1385068"/>
                    <a:gd name="connsiteY1" fmla="*/ 65226 h 471347"/>
                    <a:gd name="connsiteX2" fmla="*/ 1385068 w 1385068"/>
                    <a:gd name="connsiteY2" fmla="*/ 81266 h 471347"/>
                    <a:gd name="connsiteX3" fmla="*/ 1281261 w 1385068"/>
                    <a:gd name="connsiteY3" fmla="*/ 206027 h 471347"/>
                    <a:gd name="connsiteX4" fmla="*/ 1308350 w 1385068"/>
                    <a:gd name="connsiteY4" fmla="*/ 352553 h 471347"/>
                    <a:gd name="connsiteX5" fmla="*/ 1261122 w 1385068"/>
                    <a:gd name="connsiteY5" fmla="*/ 336850 h 471347"/>
                    <a:gd name="connsiteX6" fmla="*/ 527334 w 1385068"/>
                    <a:gd name="connsiteY6" fmla="*/ 319912 h 471347"/>
                    <a:gd name="connsiteX7" fmla="*/ 240837 w 1385068"/>
                    <a:gd name="connsiteY7" fmla="*/ 416570 h 471347"/>
                    <a:gd name="connsiteX8" fmla="*/ 134742 w 1385068"/>
                    <a:gd name="connsiteY8" fmla="*/ 471347 h 471347"/>
                    <a:gd name="connsiteX9" fmla="*/ 9675 w 1385068"/>
                    <a:gd name="connsiteY9" fmla="*/ 379777 h 471347"/>
                    <a:gd name="connsiteX10" fmla="*/ 0 w 1385068"/>
                    <a:gd name="connsiteY10" fmla="*/ 223947 h 471347"/>
                    <a:gd name="connsiteX11" fmla="*/ 123852 w 1385068"/>
                    <a:gd name="connsiteY11" fmla="*/ 160004 h 471347"/>
                    <a:gd name="connsiteX12" fmla="*/ 464458 w 1385068"/>
                    <a:gd name="connsiteY12" fmla="*/ 45090 h 47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85068" h="471347">
                      <a:moveTo>
                        <a:pt x="464458" y="45090"/>
                      </a:moveTo>
                      <a:cubicBezTo>
                        <a:pt x="763030" y="-23221"/>
                        <a:pt x="1061241" y="-11851"/>
                        <a:pt x="1336830" y="65226"/>
                      </a:cubicBezTo>
                      <a:lnTo>
                        <a:pt x="1385068" y="81266"/>
                      </a:lnTo>
                      <a:lnTo>
                        <a:pt x="1281261" y="206027"/>
                      </a:lnTo>
                      <a:lnTo>
                        <a:pt x="1308350" y="352553"/>
                      </a:lnTo>
                      <a:lnTo>
                        <a:pt x="1261122" y="336850"/>
                      </a:lnTo>
                      <a:cubicBezTo>
                        <a:pt x="1029313" y="272016"/>
                        <a:pt x="778475" y="262453"/>
                        <a:pt x="527334" y="319912"/>
                      </a:cubicBezTo>
                      <a:cubicBezTo>
                        <a:pt x="426878" y="342895"/>
                        <a:pt x="331128" y="375514"/>
                        <a:pt x="240837" y="416570"/>
                      </a:cubicBezTo>
                      <a:lnTo>
                        <a:pt x="134742" y="471347"/>
                      </a:lnTo>
                      <a:lnTo>
                        <a:pt x="9675" y="379777"/>
                      </a:lnTo>
                      <a:lnTo>
                        <a:pt x="0" y="223947"/>
                      </a:lnTo>
                      <a:lnTo>
                        <a:pt x="123852" y="160004"/>
                      </a:lnTo>
                      <a:cubicBezTo>
                        <a:pt x="231195" y="111194"/>
                        <a:pt x="345029" y="72414"/>
                        <a:pt x="464458" y="45090"/>
                      </a:cubicBez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Freeform: Shape 347">
                  <a:extLst>
                    <a:ext uri="{FF2B5EF4-FFF2-40B4-BE49-F238E27FC236}">
                      <a16:creationId xmlns:a16="http://schemas.microsoft.com/office/drawing/2014/main" xmlns="" id="{831BC985-338A-487B-4FCA-54A3FAF4749A}"/>
                    </a:ext>
                  </a:extLst>
                </p:cNvPr>
                <p:cNvSpPr/>
                <p:nvPr/>
              </p:nvSpPr>
              <p:spPr>
                <a:xfrm rot="773215">
                  <a:off x="2126320" y="1697653"/>
                  <a:ext cx="959082" cy="1258505"/>
                </a:xfrm>
                <a:custGeom>
                  <a:avLst/>
                  <a:gdLst>
                    <a:gd name="connsiteX0" fmla="*/ 822859 w 959082"/>
                    <a:gd name="connsiteY0" fmla="*/ 0 h 1258505"/>
                    <a:gd name="connsiteX1" fmla="*/ 832462 w 959082"/>
                    <a:gd name="connsiteY1" fmla="*/ 154666 h 1258505"/>
                    <a:gd name="connsiteX2" fmla="*/ 959082 w 959082"/>
                    <a:gd name="connsiteY2" fmla="*/ 247374 h 1258505"/>
                    <a:gd name="connsiteX3" fmla="*/ 863517 w 959082"/>
                    <a:gd name="connsiteY3" fmla="*/ 309409 h 1258505"/>
                    <a:gd name="connsiteX4" fmla="*/ 298481 w 959082"/>
                    <a:gd name="connsiteY4" fmla="*/ 1119742 h 1258505"/>
                    <a:gd name="connsiteX5" fmla="*/ 274130 w 959082"/>
                    <a:gd name="connsiteY5" fmla="*/ 1226625 h 1258505"/>
                    <a:gd name="connsiteX6" fmla="*/ 121781 w 959082"/>
                    <a:gd name="connsiteY6" fmla="*/ 1258505 h 1258505"/>
                    <a:gd name="connsiteX7" fmla="*/ 0 w 959082"/>
                    <a:gd name="connsiteY7" fmla="*/ 1161921 h 1258505"/>
                    <a:gd name="connsiteX8" fmla="*/ 26858 w 959082"/>
                    <a:gd name="connsiteY8" fmla="*/ 1044033 h 1258505"/>
                    <a:gd name="connsiteX9" fmla="*/ 698609 w 959082"/>
                    <a:gd name="connsiteY9" fmla="*/ 80659 h 1258505"/>
                    <a:gd name="connsiteX10" fmla="*/ 822859 w 959082"/>
                    <a:gd name="connsiteY10" fmla="*/ 0 h 125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9082" h="1258505">
                      <a:moveTo>
                        <a:pt x="822859" y="0"/>
                      </a:moveTo>
                      <a:lnTo>
                        <a:pt x="832462" y="154666"/>
                      </a:lnTo>
                      <a:lnTo>
                        <a:pt x="959082" y="247374"/>
                      </a:lnTo>
                      <a:lnTo>
                        <a:pt x="863517" y="309409"/>
                      </a:lnTo>
                      <a:cubicBezTo>
                        <a:pt x="588341" y="507971"/>
                        <a:pt x="389246" y="795209"/>
                        <a:pt x="298481" y="1119742"/>
                      </a:cubicBezTo>
                      <a:lnTo>
                        <a:pt x="274130" y="1226625"/>
                      </a:lnTo>
                      <a:lnTo>
                        <a:pt x="121781" y="1258505"/>
                      </a:lnTo>
                      <a:lnTo>
                        <a:pt x="0" y="1161921"/>
                      </a:lnTo>
                      <a:lnTo>
                        <a:pt x="26858" y="1044033"/>
                      </a:lnTo>
                      <a:cubicBezTo>
                        <a:pt x="134766" y="658208"/>
                        <a:pt x="371462" y="316722"/>
                        <a:pt x="698609" y="80659"/>
                      </a:cubicBezTo>
                      <a:lnTo>
                        <a:pt x="822859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Freeform: Shape 348">
                  <a:extLst>
                    <a:ext uri="{FF2B5EF4-FFF2-40B4-BE49-F238E27FC236}">
                      <a16:creationId xmlns:a16="http://schemas.microsoft.com/office/drawing/2014/main" xmlns="" id="{77C22A51-3381-195C-26C9-5D67633152A4}"/>
                    </a:ext>
                  </a:extLst>
                </p:cNvPr>
                <p:cNvSpPr/>
                <p:nvPr/>
              </p:nvSpPr>
              <p:spPr>
                <a:xfrm rot="773215">
                  <a:off x="3314195" y="4943318"/>
                  <a:ext cx="293715" cy="309426"/>
                </a:xfrm>
                <a:custGeom>
                  <a:avLst/>
                  <a:gdLst>
                    <a:gd name="connsiteX0" fmla="*/ 8761 w 217644"/>
                    <a:gd name="connsiteY0" fmla="*/ 12803 h 295815"/>
                    <a:gd name="connsiteX1" fmla="*/ 134732 w 217644"/>
                    <a:gd name="connsiteY1" fmla="*/ 3531 h 295815"/>
                    <a:gd name="connsiteX2" fmla="*/ 154768 w 217644"/>
                    <a:gd name="connsiteY2" fmla="*/ 0 h 295815"/>
                    <a:gd name="connsiteX3" fmla="*/ 217644 w 217644"/>
                    <a:gd name="connsiteY3" fmla="*/ 274821 h 295815"/>
                    <a:gd name="connsiteX4" fmla="*/ 169185 w 217644"/>
                    <a:gd name="connsiteY4" fmla="*/ 283363 h 295815"/>
                    <a:gd name="connsiteX5" fmla="*/ 0 w 217644"/>
                    <a:gd name="connsiteY5" fmla="*/ 295815 h 295815"/>
                    <a:gd name="connsiteX6" fmla="*/ 70721 w 217644"/>
                    <a:gd name="connsiteY6" fmla="*/ 144964 h 295815"/>
                    <a:gd name="connsiteX7" fmla="*/ 8761 w 217644"/>
                    <a:gd name="connsiteY7" fmla="*/ 12803 h 295815"/>
                    <a:gd name="connsiteX0" fmla="*/ 8761 w 224938"/>
                    <a:gd name="connsiteY0" fmla="*/ 26414 h 309426"/>
                    <a:gd name="connsiteX1" fmla="*/ 134732 w 224938"/>
                    <a:gd name="connsiteY1" fmla="*/ 17142 h 309426"/>
                    <a:gd name="connsiteX2" fmla="*/ 224938 w 224938"/>
                    <a:gd name="connsiteY2" fmla="*/ 0 h 309426"/>
                    <a:gd name="connsiteX3" fmla="*/ 217644 w 224938"/>
                    <a:gd name="connsiteY3" fmla="*/ 288432 h 309426"/>
                    <a:gd name="connsiteX4" fmla="*/ 169185 w 224938"/>
                    <a:gd name="connsiteY4" fmla="*/ 296974 h 309426"/>
                    <a:gd name="connsiteX5" fmla="*/ 0 w 224938"/>
                    <a:gd name="connsiteY5" fmla="*/ 309426 h 309426"/>
                    <a:gd name="connsiteX6" fmla="*/ 70721 w 224938"/>
                    <a:gd name="connsiteY6" fmla="*/ 158575 h 309426"/>
                    <a:gd name="connsiteX7" fmla="*/ 8761 w 224938"/>
                    <a:gd name="connsiteY7" fmla="*/ 26414 h 309426"/>
                    <a:gd name="connsiteX0" fmla="*/ 8761 w 293715"/>
                    <a:gd name="connsiteY0" fmla="*/ 26414 h 309426"/>
                    <a:gd name="connsiteX1" fmla="*/ 134732 w 293715"/>
                    <a:gd name="connsiteY1" fmla="*/ 17142 h 309426"/>
                    <a:gd name="connsiteX2" fmla="*/ 224938 w 293715"/>
                    <a:gd name="connsiteY2" fmla="*/ 0 h 309426"/>
                    <a:gd name="connsiteX3" fmla="*/ 293715 w 293715"/>
                    <a:gd name="connsiteY3" fmla="*/ 268584 h 309426"/>
                    <a:gd name="connsiteX4" fmla="*/ 169185 w 293715"/>
                    <a:gd name="connsiteY4" fmla="*/ 296974 h 309426"/>
                    <a:gd name="connsiteX5" fmla="*/ 0 w 293715"/>
                    <a:gd name="connsiteY5" fmla="*/ 309426 h 309426"/>
                    <a:gd name="connsiteX6" fmla="*/ 70721 w 293715"/>
                    <a:gd name="connsiteY6" fmla="*/ 158575 h 309426"/>
                    <a:gd name="connsiteX7" fmla="*/ 8761 w 293715"/>
                    <a:gd name="connsiteY7" fmla="*/ 26414 h 30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3715" h="309426">
                      <a:moveTo>
                        <a:pt x="8761" y="26414"/>
                      </a:moveTo>
                      <a:lnTo>
                        <a:pt x="134732" y="17142"/>
                      </a:lnTo>
                      <a:lnTo>
                        <a:pt x="224938" y="0"/>
                      </a:lnTo>
                      <a:lnTo>
                        <a:pt x="293715" y="268584"/>
                      </a:lnTo>
                      <a:lnTo>
                        <a:pt x="169185" y="296974"/>
                      </a:lnTo>
                      <a:lnTo>
                        <a:pt x="0" y="309426"/>
                      </a:lnTo>
                      <a:lnTo>
                        <a:pt x="70721" y="158575"/>
                      </a:lnTo>
                      <a:lnTo>
                        <a:pt x="8761" y="26414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Freeform: Shape 349">
                  <a:extLst>
                    <a:ext uri="{FF2B5EF4-FFF2-40B4-BE49-F238E27FC236}">
                      <a16:creationId xmlns:a16="http://schemas.microsoft.com/office/drawing/2014/main" xmlns="" id="{F5EFAF87-F233-2E1F-3299-C8AF79518A19}"/>
                    </a:ext>
                  </a:extLst>
                </p:cNvPr>
                <p:cNvSpPr/>
                <p:nvPr/>
              </p:nvSpPr>
              <p:spPr>
                <a:xfrm rot="773215">
                  <a:off x="1803894" y="2840375"/>
                  <a:ext cx="613685" cy="1408525"/>
                </a:xfrm>
                <a:custGeom>
                  <a:avLst/>
                  <a:gdLst>
                    <a:gd name="connsiteX0" fmla="*/ 25641 w 613685"/>
                    <a:gd name="connsiteY0" fmla="*/ 0 h 1408525"/>
                    <a:gd name="connsiteX1" fmla="*/ 146085 w 613685"/>
                    <a:gd name="connsiteY1" fmla="*/ 95524 h 1408525"/>
                    <a:gd name="connsiteX2" fmla="*/ 301573 w 613685"/>
                    <a:gd name="connsiteY2" fmla="*/ 62987 h 1408525"/>
                    <a:gd name="connsiteX3" fmla="*/ 286331 w 613685"/>
                    <a:gd name="connsiteY3" fmla="*/ 183372 h 1408525"/>
                    <a:gd name="connsiteX4" fmla="*/ 319911 w 613685"/>
                    <a:gd name="connsiteY4" fmla="*/ 631053 h 1408525"/>
                    <a:gd name="connsiteX5" fmla="*/ 563851 w 613685"/>
                    <a:gd name="connsiteY5" fmla="*/ 1171296 h 1408525"/>
                    <a:gd name="connsiteX6" fmla="*/ 613685 w 613685"/>
                    <a:gd name="connsiteY6" fmla="*/ 1233702 h 1408525"/>
                    <a:gd name="connsiteX7" fmla="*/ 552049 w 613685"/>
                    <a:gd name="connsiteY7" fmla="*/ 1366344 h 1408525"/>
                    <a:gd name="connsiteX8" fmla="*/ 392852 w 613685"/>
                    <a:gd name="connsiteY8" fmla="*/ 1408525 h 1408525"/>
                    <a:gd name="connsiteX9" fmla="*/ 335102 w 613685"/>
                    <a:gd name="connsiteY9" fmla="*/ 1336204 h 1408525"/>
                    <a:gd name="connsiteX10" fmla="*/ 45090 w 613685"/>
                    <a:gd name="connsiteY10" fmla="*/ 693929 h 1408525"/>
                    <a:gd name="connsiteX11" fmla="*/ 5167 w 613685"/>
                    <a:gd name="connsiteY11" fmla="*/ 161697 h 1408525"/>
                    <a:gd name="connsiteX12" fmla="*/ 25641 w 613685"/>
                    <a:gd name="connsiteY12" fmla="*/ 0 h 1408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3685" h="1408525">
                      <a:moveTo>
                        <a:pt x="25641" y="0"/>
                      </a:moveTo>
                      <a:lnTo>
                        <a:pt x="146085" y="95524"/>
                      </a:lnTo>
                      <a:lnTo>
                        <a:pt x="301573" y="62987"/>
                      </a:lnTo>
                      <a:lnTo>
                        <a:pt x="286331" y="183372"/>
                      </a:lnTo>
                      <a:cubicBezTo>
                        <a:pt x="275089" y="329793"/>
                        <a:pt x="285436" y="480368"/>
                        <a:pt x="319911" y="631053"/>
                      </a:cubicBezTo>
                      <a:cubicBezTo>
                        <a:pt x="365878" y="831965"/>
                        <a:pt x="450387" y="1014052"/>
                        <a:pt x="563851" y="1171296"/>
                      </a:cubicBezTo>
                      <a:lnTo>
                        <a:pt x="613685" y="1233702"/>
                      </a:lnTo>
                      <a:lnTo>
                        <a:pt x="552049" y="1366344"/>
                      </a:lnTo>
                      <a:lnTo>
                        <a:pt x="392852" y="1408525"/>
                      </a:lnTo>
                      <a:lnTo>
                        <a:pt x="335102" y="1336204"/>
                      </a:lnTo>
                      <a:cubicBezTo>
                        <a:pt x="200208" y="1149263"/>
                        <a:pt x="99738" y="932787"/>
                        <a:pt x="45090" y="693929"/>
                      </a:cubicBezTo>
                      <a:cubicBezTo>
                        <a:pt x="4104" y="514786"/>
                        <a:pt x="-8198" y="335772"/>
                        <a:pt x="5167" y="161697"/>
                      </a:cubicBezTo>
                      <a:lnTo>
                        <a:pt x="25641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Freeform: Shape 350">
                  <a:extLst>
                    <a:ext uri="{FF2B5EF4-FFF2-40B4-BE49-F238E27FC236}">
                      <a16:creationId xmlns:a16="http://schemas.microsoft.com/office/drawing/2014/main" xmlns="" id="{8E1D1509-3506-E061-DEBF-A9E45FAE5BFC}"/>
                    </a:ext>
                  </a:extLst>
                </p:cNvPr>
                <p:cNvSpPr/>
                <p:nvPr/>
              </p:nvSpPr>
              <p:spPr>
                <a:xfrm rot="773215">
                  <a:off x="1996844" y="4281818"/>
                  <a:ext cx="1401733" cy="789292"/>
                </a:xfrm>
                <a:custGeom>
                  <a:avLst/>
                  <a:gdLst>
                    <a:gd name="connsiteX0" fmla="*/ 221676 w 1401733"/>
                    <a:gd name="connsiteY0" fmla="*/ 0 h 789292"/>
                    <a:gd name="connsiteX1" fmla="*/ 223635 w 1401733"/>
                    <a:gd name="connsiteY1" fmla="*/ 2453 h 789292"/>
                    <a:gd name="connsiteX2" fmla="*/ 1229697 w 1401733"/>
                    <a:gd name="connsiteY2" fmla="*/ 504827 h 789292"/>
                    <a:gd name="connsiteX3" fmla="*/ 1340117 w 1401733"/>
                    <a:gd name="connsiteY3" fmla="*/ 507783 h 789292"/>
                    <a:gd name="connsiteX4" fmla="*/ 1401733 w 1401733"/>
                    <a:gd name="connsiteY4" fmla="*/ 639207 h 789292"/>
                    <a:gd name="connsiteX5" fmla="*/ 1331369 w 1401733"/>
                    <a:gd name="connsiteY5" fmla="*/ 789292 h 789292"/>
                    <a:gd name="connsiteX6" fmla="*/ 1208022 w 1401733"/>
                    <a:gd name="connsiteY6" fmla="*/ 785992 h 789292"/>
                    <a:gd name="connsiteX7" fmla="*/ 11954 w 1401733"/>
                    <a:gd name="connsiteY7" fmla="*/ 188738 h 789292"/>
                    <a:gd name="connsiteX8" fmla="*/ 0 w 1401733"/>
                    <a:gd name="connsiteY8" fmla="*/ 173767 h 789292"/>
                    <a:gd name="connsiteX9" fmla="*/ 160719 w 1401733"/>
                    <a:gd name="connsiteY9" fmla="*/ 131182 h 789292"/>
                    <a:gd name="connsiteX10" fmla="*/ 221676 w 1401733"/>
                    <a:gd name="connsiteY10" fmla="*/ 0 h 789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01733" h="789292">
                      <a:moveTo>
                        <a:pt x="221676" y="0"/>
                      </a:moveTo>
                      <a:lnTo>
                        <a:pt x="223635" y="2453"/>
                      </a:lnTo>
                      <a:cubicBezTo>
                        <a:pt x="478320" y="291346"/>
                        <a:pt x="839239" y="474849"/>
                        <a:pt x="1229697" y="504827"/>
                      </a:cubicBezTo>
                      <a:lnTo>
                        <a:pt x="1340117" y="507783"/>
                      </a:lnTo>
                      <a:lnTo>
                        <a:pt x="1401733" y="639207"/>
                      </a:lnTo>
                      <a:lnTo>
                        <a:pt x="1331369" y="789292"/>
                      </a:lnTo>
                      <a:lnTo>
                        <a:pt x="1208022" y="785992"/>
                      </a:lnTo>
                      <a:cubicBezTo>
                        <a:pt x="743823" y="750351"/>
                        <a:pt x="314740" y="532191"/>
                        <a:pt x="11954" y="188738"/>
                      </a:cubicBezTo>
                      <a:lnTo>
                        <a:pt x="0" y="173767"/>
                      </a:lnTo>
                      <a:lnTo>
                        <a:pt x="160719" y="131182"/>
                      </a:lnTo>
                      <a:lnTo>
                        <a:pt x="221676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Freeform: Shape 351">
                  <a:extLst>
                    <a:ext uri="{FF2B5EF4-FFF2-40B4-BE49-F238E27FC236}">
                      <a16:creationId xmlns:a16="http://schemas.microsoft.com/office/drawing/2014/main" xmlns="" id="{0F60BA3A-9C1A-794B-7911-8CCB91A7F786}"/>
                    </a:ext>
                  </a:extLst>
                </p:cNvPr>
                <p:cNvSpPr/>
                <p:nvPr/>
              </p:nvSpPr>
              <p:spPr>
                <a:xfrm rot="19701780">
                  <a:off x="4121468" y="2523026"/>
                  <a:ext cx="4078220" cy="1416005"/>
                </a:xfrm>
                <a:custGeom>
                  <a:avLst/>
                  <a:gdLst>
                    <a:gd name="connsiteX0" fmla="*/ 1603943 w 1889404"/>
                    <a:gd name="connsiteY0" fmla="*/ 0 h 2736629"/>
                    <a:gd name="connsiteX1" fmla="*/ 1637649 w 1889404"/>
                    <a:gd name="connsiteY1" fmla="*/ 50757 h 2736629"/>
                    <a:gd name="connsiteX2" fmla="*/ 1720945 w 1889404"/>
                    <a:gd name="connsiteY2" fmla="*/ 1715329 h 2736629"/>
                    <a:gd name="connsiteX3" fmla="*/ 45147 w 1889404"/>
                    <a:gd name="connsiteY3" fmla="*/ 2735319 h 2736629"/>
                    <a:gd name="connsiteX4" fmla="*/ 1049 w 1889404"/>
                    <a:gd name="connsiteY4" fmla="*/ 2731436 h 2736629"/>
                    <a:gd name="connsiteX5" fmla="*/ 66826 w 1889404"/>
                    <a:gd name="connsiteY5" fmla="*/ 2591135 h 2736629"/>
                    <a:gd name="connsiteX6" fmla="*/ 0 w 1889404"/>
                    <a:gd name="connsiteY6" fmla="*/ 2448595 h 2736629"/>
                    <a:gd name="connsiteX7" fmla="*/ 56136 w 1889404"/>
                    <a:gd name="connsiteY7" fmla="*/ 2453538 h 2736629"/>
                    <a:gd name="connsiteX8" fmla="*/ 1465717 w 1889404"/>
                    <a:gd name="connsiteY8" fmla="*/ 1595584 h 2736629"/>
                    <a:gd name="connsiteX9" fmla="*/ 1395653 w 1889404"/>
                    <a:gd name="connsiteY9" fmla="*/ 195446 h 2736629"/>
                    <a:gd name="connsiteX10" fmla="*/ 1378489 w 1889404"/>
                    <a:gd name="connsiteY10" fmla="*/ 169597 h 2736629"/>
                    <a:gd name="connsiteX11" fmla="*/ 1449513 w 1889404"/>
                    <a:gd name="connsiteY11" fmla="*/ 33435 h 2736629"/>
                    <a:gd name="connsiteX12" fmla="*/ 1603943 w 1889404"/>
                    <a:gd name="connsiteY12" fmla="*/ 0 h 2736629"/>
                    <a:gd name="connsiteX0" fmla="*/ 1603943 w 2443577"/>
                    <a:gd name="connsiteY0" fmla="*/ 0 h 2744030"/>
                    <a:gd name="connsiteX1" fmla="*/ 1637649 w 2443577"/>
                    <a:gd name="connsiteY1" fmla="*/ 50757 h 2744030"/>
                    <a:gd name="connsiteX2" fmla="*/ 2387805 w 2443577"/>
                    <a:gd name="connsiteY2" fmla="*/ 2103802 h 2744030"/>
                    <a:gd name="connsiteX3" fmla="*/ 45147 w 2443577"/>
                    <a:gd name="connsiteY3" fmla="*/ 2735319 h 2744030"/>
                    <a:gd name="connsiteX4" fmla="*/ 1049 w 2443577"/>
                    <a:gd name="connsiteY4" fmla="*/ 2731436 h 2744030"/>
                    <a:gd name="connsiteX5" fmla="*/ 66826 w 2443577"/>
                    <a:gd name="connsiteY5" fmla="*/ 2591135 h 2744030"/>
                    <a:gd name="connsiteX6" fmla="*/ 0 w 2443577"/>
                    <a:gd name="connsiteY6" fmla="*/ 2448595 h 2744030"/>
                    <a:gd name="connsiteX7" fmla="*/ 56136 w 2443577"/>
                    <a:gd name="connsiteY7" fmla="*/ 2453538 h 2744030"/>
                    <a:gd name="connsiteX8" fmla="*/ 1465717 w 2443577"/>
                    <a:gd name="connsiteY8" fmla="*/ 1595584 h 2744030"/>
                    <a:gd name="connsiteX9" fmla="*/ 1395653 w 2443577"/>
                    <a:gd name="connsiteY9" fmla="*/ 195446 h 2744030"/>
                    <a:gd name="connsiteX10" fmla="*/ 1378489 w 2443577"/>
                    <a:gd name="connsiteY10" fmla="*/ 169597 h 2744030"/>
                    <a:gd name="connsiteX11" fmla="*/ 1449513 w 2443577"/>
                    <a:gd name="connsiteY11" fmla="*/ 33435 h 2744030"/>
                    <a:gd name="connsiteX12" fmla="*/ 1603943 w 2443577"/>
                    <a:gd name="connsiteY12" fmla="*/ 0 h 2744030"/>
                    <a:gd name="connsiteX0" fmla="*/ 4059809 w 4059809"/>
                    <a:gd name="connsiteY0" fmla="*/ 1591486 h 2710595"/>
                    <a:gd name="connsiteX1" fmla="*/ 1637649 w 4059809"/>
                    <a:gd name="connsiteY1" fmla="*/ 17322 h 2710595"/>
                    <a:gd name="connsiteX2" fmla="*/ 2387805 w 4059809"/>
                    <a:gd name="connsiteY2" fmla="*/ 2070367 h 2710595"/>
                    <a:gd name="connsiteX3" fmla="*/ 45147 w 4059809"/>
                    <a:gd name="connsiteY3" fmla="*/ 2701884 h 2710595"/>
                    <a:gd name="connsiteX4" fmla="*/ 1049 w 4059809"/>
                    <a:gd name="connsiteY4" fmla="*/ 2698001 h 2710595"/>
                    <a:gd name="connsiteX5" fmla="*/ 66826 w 4059809"/>
                    <a:gd name="connsiteY5" fmla="*/ 2557700 h 2710595"/>
                    <a:gd name="connsiteX6" fmla="*/ 0 w 4059809"/>
                    <a:gd name="connsiteY6" fmla="*/ 2415160 h 2710595"/>
                    <a:gd name="connsiteX7" fmla="*/ 56136 w 4059809"/>
                    <a:gd name="connsiteY7" fmla="*/ 2420103 h 2710595"/>
                    <a:gd name="connsiteX8" fmla="*/ 1465717 w 4059809"/>
                    <a:gd name="connsiteY8" fmla="*/ 1562149 h 2710595"/>
                    <a:gd name="connsiteX9" fmla="*/ 1395653 w 4059809"/>
                    <a:gd name="connsiteY9" fmla="*/ 162011 h 2710595"/>
                    <a:gd name="connsiteX10" fmla="*/ 1378489 w 4059809"/>
                    <a:gd name="connsiteY10" fmla="*/ 136162 h 2710595"/>
                    <a:gd name="connsiteX11" fmla="*/ 1449513 w 4059809"/>
                    <a:gd name="connsiteY11" fmla="*/ 0 h 2710595"/>
                    <a:gd name="connsiteX12" fmla="*/ 4059809 w 4059809"/>
                    <a:gd name="connsiteY12" fmla="*/ 1591486 h 2710595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455324 h 2566735"/>
                    <a:gd name="connsiteX1" fmla="*/ 3789548 w 4059809"/>
                    <a:gd name="connsiteY1" fmla="*/ 1654438 h 2566735"/>
                    <a:gd name="connsiteX2" fmla="*/ 2387805 w 4059809"/>
                    <a:gd name="connsiteY2" fmla="*/ 1934205 h 2566735"/>
                    <a:gd name="connsiteX3" fmla="*/ 45147 w 4059809"/>
                    <a:gd name="connsiteY3" fmla="*/ 2565722 h 2566735"/>
                    <a:gd name="connsiteX4" fmla="*/ 1049 w 4059809"/>
                    <a:gd name="connsiteY4" fmla="*/ 2561839 h 2566735"/>
                    <a:gd name="connsiteX5" fmla="*/ 66826 w 4059809"/>
                    <a:gd name="connsiteY5" fmla="*/ 2421538 h 2566735"/>
                    <a:gd name="connsiteX6" fmla="*/ 0 w 4059809"/>
                    <a:gd name="connsiteY6" fmla="*/ 2278998 h 2566735"/>
                    <a:gd name="connsiteX7" fmla="*/ 56136 w 4059809"/>
                    <a:gd name="connsiteY7" fmla="*/ 2283941 h 2566735"/>
                    <a:gd name="connsiteX8" fmla="*/ 1465717 w 4059809"/>
                    <a:gd name="connsiteY8" fmla="*/ 1425987 h 2566735"/>
                    <a:gd name="connsiteX9" fmla="*/ 1395653 w 4059809"/>
                    <a:gd name="connsiteY9" fmla="*/ 25849 h 2566735"/>
                    <a:gd name="connsiteX10" fmla="*/ 1378489 w 4059809"/>
                    <a:gd name="connsiteY10" fmla="*/ 0 h 2566735"/>
                    <a:gd name="connsiteX11" fmla="*/ 3902415 w 4059809"/>
                    <a:gd name="connsiteY11" fmla="*/ 1184869 h 2566735"/>
                    <a:gd name="connsiteX12" fmla="*/ 4059809 w 4059809"/>
                    <a:gd name="connsiteY12" fmla="*/ 1455324 h 2566735"/>
                    <a:gd name="connsiteX0" fmla="*/ 4059809 w 4059809"/>
                    <a:gd name="connsiteY0" fmla="*/ 1429475 h 2540886"/>
                    <a:gd name="connsiteX1" fmla="*/ 3789548 w 4059809"/>
                    <a:gd name="connsiteY1" fmla="*/ 1628589 h 2540886"/>
                    <a:gd name="connsiteX2" fmla="*/ 2387805 w 4059809"/>
                    <a:gd name="connsiteY2" fmla="*/ 1908356 h 2540886"/>
                    <a:gd name="connsiteX3" fmla="*/ 45147 w 4059809"/>
                    <a:gd name="connsiteY3" fmla="*/ 2539873 h 2540886"/>
                    <a:gd name="connsiteX4" fmla="*/ 1049 w 4059809"/>
                    <a:gd name="connsiteY4" fmla="*/ 2535990 h 2540886"/>
                    <a:gd name="connsiteX5" fmla="*/ 66826 w 4059809"/>
                    <a:gd name="connsiteY5" fmla="*/ 2395689 h 2540886"/>
                    <a:gd name="connsiteX6" fmla="*/ 0 w 4059809"/>
                    <a:gd name="connsiteY6" fmla="*/ 2253149 h 2540886"/>
                    <a:gd name="connsiteX7" fmla="*/ 56136 w 4059809"/>
                    <a:gd name="connsiteY7" fmla="*/ 2258092 h 2540886"/>
                    <a:gd name="connsiteX8" fmla="*/ 1465717 w 4059809"/>
                    <a:gd name="connsiteY8" fmla="*/ 1400138 h 2540886"/>
                    <a:gd name="connsiteX9" fmla="*/ 1395653 w 4059809"/>
                    <a:gd name="connsiteY9" fmla="*/ 0 h 2540886"/>
                    <a:gd name="connsiteX10" fmla="*/ 3847886 w 4059809"/>
                    <a:gd name="connsiteY10" fmla="*/ 1253881 h 2540886"/>
                    <a:gd name="connsiteX11" fmla="*/ 3902415 w 4059809"/>
                    <a:gd name="connsiteY11" fmla="*/ 1159020 h 2540886"/>
                    <a:gd name="connsiteX12" fmla="*/ 4059809 w 4059809"/>
                    <a:gd name="connsiteY12" fmla="*/ 1429475 h 254088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1465717 w 4059809"/>
                    <a:gd name="connsiteY8" fmla="*/ 241118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78220 w 4078220"/>
                    <a:gd name="connsiteY0" fmla="*/ 267812 h 1381866"/>
                    <a:gd name="connsiteX1" fmla="*/ 3789548 w 4078220"/>
                    <a:gd name="connsiteY1" fmla="*/ 469569 h 1381866"/>
                    <a:gd name="connsiteX2" fmla="*/ 2387805 w 4078220"/>
                    <a:gd name="connsiteY2" fmla="*/ 749336 h 1381866"/>
                    <a:gd name="connsiteX3" fmla="*/ 45147 w 4078220"/>
                    <a:gd name="connsiteY3" fmla="*/ 1380853 h 1381866"/>
                    <a:gd name="connsiteX4" fmla="*/ 1049 w 4078220"/>
                    <a:gd name="connsiteY4" fmla="*/ 1376970 h 1381866"/>
                    <a:gd name="connsiteX5" fmla="*/ 66826 w 4078220"/>
                    <a:gd name="connsiteY5" fmla="*/ 1236669 h 1381866"/>
                    <a:gd name="connsiteX6" fmla="*/ 0 w 4078220"/>
                    <a:gd name="connsiteY6" fmla="*/ 1094129 h 1381866"/>
                    <a:gd name="connsiteX7" fmla="*/ 56136 w 4078220"/>
                    <a:gd name="connsiteY7" fmla="*/ 1099072 h 1381866"/>
                    <a:gd name="connsiteX8" fmla="*/ 993091 w 4078220"/>
                    <a:gd name="connsiteY8" fmla="*/ 979196 h 1381866"/>
                    <a:gd name="connsiteX9" fmla="*/ 2836118 w 4078220"/>
                    <a:gd name="connsiteY9" fmla="*/ 265449 h 1381866"/>
                    <a:gd name="connsiteX10" fmla="*/ 3847886 w 4078220"/>
                    <a:gd name="connsiteY10" fmla="*/ 94861 h 1381866"/>
                    <a:gd name="connsiteX11" fmla="*/ 3902415 w 4078220"/>
                    <a:gd name="connsiteY11" fmla="*/ 0 h 1381866"/>
                    <a:gd name="connsiteX12" fmla="*/ 4078220 w 4078220"/>
                    <a:gd name="connsiteY12" fmla="*/ 267812 h 1381866"/>
                    <a:gd name="connsiteX0" fmla="*/ 4078220 w 4078220"/>
                    <a:gd name="connsiteY0" fmla="*/ 267812 h 1381872"/>
                    <a:gd name="connsiteX1" fmla="*/ 3784878 w 4078220"/>
                    <a:gd name="connsiteY1" fmla="*/ 449910 h 1381872"/>
                    <a:gd name="connsiteX2" fmla="*/ 2387805 w 4078220"/>
                    <a:gd name="connsiteY2" fmla="*/ 749336 h 1381872"/>
                    <a:gd name="connsiteX3" fmla="*/ 45147 w 4078220"/>
                    <a:gd name="connsiteY3" fmla="*/ 1380853 h 1381872"/>
                    <a:gd name="connsiteX4" fmla="*/ 1049 w 4078220"/>
                    <a:gd name="connsiteY4" fmla="*/ 1376970 h 1381872"/>
                    <a:gd name="connsiteX5" fmla="*/ 66826 w 4078220"/>
                    <a:gd name="connsiteY5" fmla="*/ 1236669 h 1381872"/>
                    <a:gd name="connsiteX6" fmla="*/ 0 w 4078220"/>
                    <a:gd name="connsiteY6" fmla="*/ 1094129 h 1381872"/>
                    <a:gd name="connsiteX7" fmla="*/ 56136 w 4078220"/>
                    <a:gd name="connsiteY7" fmla="*/ 1099072 h 1381872"/>
                    <a:gd name="connsiteX8" fmla="*/ 993091 w 4078220"/>
                    <a:gd name="connsiteY8" fmla="*/ 979196 h 1381872"/>
                    <a:gd name="connsiteX9" fmla="*/ 2836118 w 4078220"/>
                    <a:gd name="connsiteY9" fmla="*/ 265449 h 1381872"/>
                    <a:gd name="connsiteX10" fmla="*/ 3847886 w 4078220"/>
                    <a:gd name="connsiteY10" fmla="*/ 94861 h 1381872"/>
                    <a:gd name="connsiteX11" fmla="*/ 3902415 w 4078220"/>
                    <a:gd name="connsiteY11" fmla="*/ 0 h 1381872"/>
                    <a:gd name="connsiteX12" fmla="*/ 4078220 w 4078220"/>
                    <a:gd name="connsiteY12" fmla="*/ 267812 h 1381872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47886 w 4078220"/>
                    <a:gd name="connsiteY10" fmla="*/ 126069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67708 w 4078220"/>
                    <a:gd name="connsiteY10" fmla="*/ 107516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862172 w 4078220"/>
                    <a:gd name="connsiteY2" fmla="*/ 413998 h 1413114"/>
                    <a:gd name="connsiteX3" fmla="*/ 3798853 w 4078220"/>
                    <a:gd name="connsiteY3" fmla="*/ 380581 h 1413114"/>
                    <a:gd name="connsiteX4" fmla="*/ 2387805 w 4078220"/>
                    <a:gd name="connsiteY4" fmla="*/ 780544 h 1413114"/>
                    <a:gd name="connsiteX5" fmla="*/ 45147 w 4078220"/>
                    <a:gd name="connsiteY5" fmla="*/ 1412061 h 1413114"/>
                    <a:gd name="connsiteX6" fmla="*/ 1049 w 4078220"/>
                    <a:gd name="connsiteY6" fmla="*/ 1408178 h 1413114"/>
                    <a:gd name="connsiteX7" fmla="*/ 66826 w 4078220"/>
                    <a:gd name="connsiteY7" fmla="*/ 1267877 h 1413114"/>
                    <a:gd name="connsiteX8" fmla="*/ 0 w 4078220"/>
                    <a:gd name="connsiteY8" fmla="*/ 1125337 h 1413114"/>
                    <a:gd name="connsiteX9" fmla="*/ 56136 w 4078220"/>
                    <a:gd name="connsiteY9" fmla="*/ 1130280 h 1413114"/>
                    <a:gd name="connsiteX10" fmla="*/ 993091 w 4078220"/>
                    <a:gd name="connsiteY10" fmla="*/ 1010404 h 1413114"/>
                    <a:gd name="connsiteX11" fmla="*/ 2836118 w 4078220"/>
                    <a:gd name="connsiteY11" fmla="*/ 296657 h 1413114"/>
                    <a:gd name="connsiteX12" fmla="*/ 3867708 w 4078220"/>
                    <a:gd name="connsiteY12" fmla="*/ 107516 h 1413114"/>
                    <a:gd name="connsiteX13" fmla="*/ 3888078 w 4078220"/>
                    <a:gd name="connsiteY13" fmla="*/ 0 h 1413114"/>
                    <a:gd name="connsiteX14" fmla="*/ 4078220 w 4078220"/>
                    <a:gd name="connsiteY14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372"/>
                    <a:gd name="connsiteX1" fmla="*/ 3775519 w 4078220"/>
                    <a:gd name="connsiteY1" fmla="*/ 478149 h 1413372"/>
                    <a:gd name="connsiteX2" fmla="*/ 3792770 w 4078220"/>
                    <a:gd name="connsiteY2" fmla="*/ 376835 h 1413372"/>
                    <a:gd name="connsiteX3" fmla="*/ 2379369 w 4078220"/>
                    <a:gd name="connsiteY3" fmla="*/ 803316 h 1413372"/>
                    <a:gd name="connsiteX4" fmla="*/ 45147 w 4078220"/>
                    <a:gd name="connsiteY4" fmla="*/ 1412061 h 1413372"/>
                    <a:gd name="connsiteX5" fmla="*/ 1049 w 4078220"/>
                    <a:gd name="connsiteY5" fmla="*/ 1408178 h 1413372"/>
                    <a:gd name="connsiteX6" fmla="*/ 66826 w 4078220"/>
                    <a:gd name="connsiteY6" fmla="*/ 1267877 h 1413372"/>
                    <a:gd name="connsiteX7" fmla="*/ 0 w 4078220"/>
                    <a:gd name="connsiteY7" fmla="*/ 1125337 h 1413372"/>
                    <a:gd name="connsiteX8" fmla="*/ 56136 w 4078220"/>
                    <a:gd name="connsiteY8" fmla="*/ 1130280 h 1413372"/>
                    <a:gd name="connsiteX9" fmla="*/ 993091 w 4078220"/>
                    <a:gd name="connsiteY9" fmla="*/ 1010404 h 1413372"/>
                    <a:gd name="connsiteX10" fmla="*/ 2789921 w 4078220"/>
                    <a:gd name="connsiteY10" fmla="*/ 335322 h 1413372"/>
                    <a:gd name="connsiteX11" fmla="*/ 3867708 w 4078220"/>
                    <a:gd name="connsiteY11" fmla="*/ 107516 h 1413372"/>
                    <a:gd name="connsiteX12" fmla="*/ 3888078 w 4078220"/>
                    <a:gd name="connsiteY12" fmla="*/ 0 h 1413372"/>
                    <a:gd name="connsiteX13" fmla="*/ 4078220 w 4078220"/>
                    <a:gd name="connsiteY13" fmla="*/ 299020 h 1413372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8242 h 1416005"/>
                    <a:gd name="connsiteX1" fmla="*/ 3775519 w 4078220"/>
                    <a:gd name="connsiteY1" fmla="*/ 477371 h 1416005"/>
                    <a:gd name="connsiteX2" fmla="*/ 3792770 w 4078220"/>
                    <a:gd name="connsiteY2" fmla="*/ 376057 h 1416005"/>
                    <a:gd name="connsiteX3" fmla="*/ 2379369 w 4078220"/>
                    <a:gd name="connsiteY3" fmla="*/ 802538 h 1416005"/>
                    <a:gd name="connsiteX4" fmla="*/ 45147 w 4078220"/>
                    <a:gd name="connsiteY4" fmla="*/ 1411283 h 1416005"/>
                    <a:gd name="connsiteX5" fmla="*/ 1049 w 4078220"/>
                    <a:gd name="connsiteY5" fmla="*/ 1407400 h 1416005"/>
                    <a:gd name="connsiteX6" fmla="*/ 66826 w 4078220"/>
                    <a:gd name="connsiteY6" fmla="*/ 1267099 h 1416005"/>
                    <a:gd name="connsiteX7" fmla="*/ 0 w 4078220"/>
                    <a:gd name="connsiteY7" fmla="*/ 1124559 h 1416005"/>
                    <a:gd name="connsiteX8" fmla="*/ 56136 w 4078220"/>
                    <a:gd name="connsiteY8" fmla="*/ 1129502 h 1416005"/>
                    <a:gd name="connsiteX9" fmla="*/ 993091 w 4078220"/>
                    <a:gd name="connsiteY9" fmla="*/ 1009626 h 1416005"/>
                    <a:gd name="connsiteX10" fmla="*/ 2789921 w 4078220"/>
                    <a:gd name="connsiteY10" fmla="*/ 334544 h 1416005"/>
                    <a:gd name="connsiteX11" fmla="*/ 3867708 w 4078220"/>
                    <a:gd name="connsiteY11" fmla="*/ 106738 h 1416005"/>
                    <a:gd name="connsiteX12" fmla="*/ 3884802 w 4078220"/>
                    <a:gd name="connsiteY12" fmla="*/ 0 h 1416005"/>
                    <a:gd name="connsiteX13" fmla="*/ 4078220 w 4078220"/>
                    <a:gd name="connsiteY13" fmla="*/ 298242 h 1416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078220" h="1416005">
                      <a:moveTo>
                        <a:pt x="4078220" y="298242"/>
                      </a:moveTo>
                      <a:cubicBezTo>
                        <a:pt x="3977320" y="357952"/>
                        <a:pt x="3886556" y="423906"/>
                        <a:pt x="3775519" y="477371"/>
                      </a:cubicBezTo>
                      <a:lnTo>
                        <a:pt x="3792770" y="376057"/>
                      </a:lnTo>
                      <a:cubicBezTo>
                        <a:pt x="3449669" y="355236"/>
                        <a:pt x="2926933" y="582536"/>
                        <a:pt x="2379369" y="802538"/>
                      </a:cubicBezTo>
                      <a:cubicBezTo>
                        <a:pt x="1742854" y="1085206"/>
                        <a:pt x="748997" y="1462582"/>
                        <a:pt x="45147" y="1411283"/>
                      </a:cubicBezTo>
                      <a:lnTo>
                        <a:pt x="1049" y="1407400"/>
                      </a:lnTo>
                      <a:lnTo>
                        <a:pt x="66826" y="1267099"/>
                      </a:lnTo>
                      <a:lnTo>
                        <a:pt x="0" y="1124559"/>
                      </a:lnTo>
                      <a:lnTo>
                        <a:pt x="56136" y="1129502"/>
                      </a:lnTo>
                      <a:cubicBezTo>
                        <a:pt x="569435" y="1098838"/>
                        <a:pt x="537460" y="1142119"/>
                        <a:pt x="993091" y="1009626"/>
                      </a:cubicBezTo>
                      <a:cubicBezTo>
                        <a:pt x="1448722" y="877133"/>
                        <a:pt x="2190978" y="559571"/>
                        <a:pt x="2789921" y="334544"/>
                      </a:cubicBezTo>
                      <a:cubicBezTo>
                        <a:pt x="3055803" y="234640"/>
                        <a:pt x="3402529" y="67074"/>
                        <a:pt x="3867708" y="106738"/>
                      </a:cubicBezTo>
                      <a:lnTo>
                        <a:pt x="3884802" y="0"/>
                      </a:lnTo>
                      <a:lnTo>
                        <a:pt x="4078220" y="298242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Freeform: Shape 352">
                  <a:extLst>
                    <a:ext uri="{FF2B5EF4-FFF2-40B4-BE49-F238E27FC236}">
                      <a16:creationId xmlns:a16="http://schemas.microsoft.com/office/drawing/2014/main" xmlns="" id="{8D113C18-B377-0A07-89DB-55A2735A30F3}"/>
                    </a:ext>
                  </a:extLst>
                </p:cNvPr>
                <p:cNvSpPr/>
                <p:nvPr/>
              </p:nvSpPr>
              <p:spPr>
                <a:xfrm rot="16200000">
                  <a:off x="4427668" y="1985934"/>
                  <a:ext cx="313279" cy="287361"/>
                </a:xfrm>
                <a:custGeom>
                  <a:avLst/>
                  <a:gdLst>
                    <a:gd name="connsiteX0" fmla="*/ 283166 w 283166"/>
                    <a:gd name="connsiteY0" fmla="*/ 132069 h 260258"/>
                    <a:gd name="connsiteX1" fmla="*/ 251531 w 283166"/>
                    <a:gd name="connsiteY1" fmla="*/ 184143 h 260258"/>
                    <a:gd name="connsiteX2" fmla="*/ 193182 w 283166"/>
                    <a:gd name="connsiteY2" fmla="*/ 260258 h 260258"/>
                    <a:gd name="connsiteX3" fmla="*/ 76926 w 283166"/>
                    <a:gd name="connsiteY3" fmla="*/ 49679 h 260258"/>
                    <a:gd name="connsiteX4" fmla="*/ 0 w 283166"/>
                    <a:gd name="connsiteY4" fmla="*/ 49679 h 260258"/>
                    <a:gd name="connsiteX5" fmla="*/ 17755 w 283166"/>
                    <a:gd name="connsiteY5" fmla="*/ 26518 h 260258"/>
                    <a:gd name="connsiteX6" fmla="*/ 33866 w 283166"/>
                    <a:gd name="connsiteY6" fmla="*/ 0 h 260258"/>
                    <a:gd name="connsiteX7" fmla="*/ 187303 w 283166"/>
                    <a:gd name="connsiteY7" fmla="*/ 6463 h 260258"/>
                    <a:gd name="connsiteX8" fmla="*/ 283166 w 283166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01017 w 307257"/>
                    <a:gd name="connsiteY3" fmla="*/ 49679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13061 w 307257"/>
                    <a:gd name="connsiteY3" fmla="*/ 94851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13280 w 313280"/>
                    <a:gd name="connsiteY0" fmla="*/ 132069 h 260258"/>
                    <a:gd name="connsiteX1" fmla="*/ 281645 w 313280"/>
                    <a:gd name="connsiteY1" fmla="*/ 184143 h 260258"/>
                    <a:gd name="connsiteX2" fmla="*/ 223296 w 313280"/>
                    <a:gd name="connsiteY2" fmla="*/ 260258 h 260258"/>
                    <a:gd name="connsiteX3" fmla="*/ 119084 w 313280"/>
                    <a:gd name="connsiteY3" fmla="*/ 94851 h 260258"/>
                    <a:gd name="connsiteX4" fmla="*/ 0 w 313280"/>
                    <a:gd name="connsiteY4" fmla="*/ 109910 h 260258"/>
                    <a:gd name="connsiteX5" fmla="*/ 47869 w 313280"/>
                    <a:gd name="connsiteY5" fmla="*/ 26518 h 260258"/>
                    <a:gd name="connsiteX6" fmla="*/ 63980 w 313280"/>
                    <a:gd name="connsiteY6" fmla="*/ 0 h 260258"/>
                    <a:gd name="connsiteX7" fmla="*/ 217417 w 313280"/>
                    <a:gd name="connsiteY7" fmla="*/ 6463 h 260258"/>
                    <a:gd name="connsiteX8" fmla="*/ 313280 w 313280"/>
                    <a:gd name="connsiteY8" fmla="*/ 132069 h 260258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9084 w 313280"/>
                    <a:gd name="connsiteY3" fmla="*/ 94851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6072 w 313280"/>
                    <a:gd name="connsiteY3" fmla="*/ 10689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02521 w 313280"/>
                    <a:gd name="connsiteY3" fmla="*/ 13625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280" h="287362">
                      <a:moveTo>
                        <a:pt x="313280" y="132069"/>
                      </a:moveTo>
                      <a:lnTo>
                        <a:pt x="281645" y="184143"/>
                      </a:lnTo>
                      <a:lnTo>
                        <a:pt x="211250" y="287362"/>
                      </a:lnTo>
                      <a:lnTo>
                        <a:pt x="102521" y="136256"/>
                      </a:lnTo>
                      <a:lnTo>
                        <a:pt x="0" y="109910"/>
                      </a:lnTo>
                      <a:lnTo>
                        <a:pt x="47869" y="26518"/>
                      </a:lnTo>
                      <a:lnTo>
                        <a:pt x="63980" y="0"/>
                      </a:lnTo>
                      <a:lnTo>
                        <a:pt x="217417" y="6463"/>
                      </a:lnTo>
                      <a:lnTo>
                        <a:pt x="313280" y="132069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 dirty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8" name="Freeform: Shape 353">
                  <a:extLst>
                    <a:ext uri="{FF2B5EF4-FFF2-40B4-BE49-F238E27FC236}">
                      <a16:creationId xmlns:a16="http://schemas.microsoft.com/office/drawing/2014/main" xmlns="" id="{39378594-45C0-138D-7806-2762F9A19697}"/>
                    </a:ext>
                  </a:extLst>
                </p:cNvPr>
                <p:cNvSpPr/>
                <p:nvPr/>
              </p:nvSpPr>
              <p:spPr>
                <a:xfrm rot="16200000">
                  <a:off x="4438064" y="4776639"/>
                  <a:ext cx="336781" cy="266209"/>
                </a:xfrm>
                <a:custGeom>
                  <a:avLst/>
                  <a:gdLst>
                    <a:gd name="connsiteX0" fmla="*/ 322493 w 322493"/>
                    <a:gd name="connsiteY0" fmla="*/ 45744 h 199536"/>
                    <a:gd name="connsiteX1" fmla="*/ 232789 w 322493"/>
                    <a:gd name="connsiteY1" fmla="*/ 182592 h 199536"/>
                    <a:gd name="connsiteX2" fmla="*/ 84508 w 322493"/>
                    <a:gd name="connsiteY2" fmla="*/ 199536 h 199536"/>
                    <a:gd name="connsiteX3" fmla="*/ 52972 w 322493"/>
                    <a:gd name="connsiteY3" fmla="*/ 136573 h 199536"/>
                    <a:gd name="connsiteX4" fmla="*/ 4476 w 322493"/>
                    <a:gd name="connsiteY4" fmla="*/ 14333 h 199536"/>
                    <a:gd name="connsiteX5" fmla="*/ 0 w 322493"/>
                    <a:gd name="connsiteY5" fmla="*/ 0 h 199536"/>
                    <a:gd name="connsiteX6" fmla="*/ 301954 w 322493"/>
                    <a:gd name="connsiteY6" fmla="*/ 0 h 199536"/>
                    <a:gd name="connsiteX7" fmla="*/ 310994 w 322493"/>
                    <a:gd name="connsiteY7" fmla="*/ 22787 h 199536"/>
                    <a:gd name="connsiteX8" fmla="*/ 322493 w 322493"/>
                    <a:gd name="connsiteY8" fmla="*/ 45744 h 199536"/>
                    <a:gd name="connsiteX0" fmla="*/ 322493 w 322493"/>
                    <a:gd name="connsiteY0" fmla="*/ 112417 h 266209"/>
                    <a:gd name="connsiteX1" fmla="*/ 232789 w 322493"/>
                    <a:gd name="connsiteY1" fmla="*/ 249265 h 266209"/>
                    <a:gd name="connsiteX2" fmla="*/ 84508 w 322493"/>
                    <a:gd name="connsiteY2" fmla="*/ 266209 h 266209"/>
                    <a:gd name="connsiteX3" fmla="*/ 52972 w 322493"/>
                    <a:gd name="connsiteY3" fmla="*/ 203246 h 266209"/>
                    <a:gd name="connsiteX4" fmla="*/ 4476 w 322493"/>
                    <a:gd name="connsiteY4" fmla="*/ 81006 h 266209"/>
                    <a:gd name="connsiteX5" fmla="*/ 0 w 322493"/>
                    <a:gd name="connsiteY5" fmla="*/ 66673 h 266209"/>
                    <a:gd name="connsiteX6" fmla="*/ 270998 w 322493"/>
                    <a:gd name="connsiteY6" fmla="*/ 0 h 266209"/>
                    <a:gd name="connsiteX7" fmla="*/ 310994 w 322493"/>
                    <a:gd name="connsiteY7" fmla="*/ 89460 h 266209"/>
                    <a:gd name="connsiteX8" fmla="*/ 322493 w 322493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19048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7142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6781" h="266209">
                      <a:moveTo>
                        <a:pt x="336781" y="112417"/>
                      </a:moveTo>
                      <a:lnTo>
                        <a:pt x="247077" y="249265"/>
                      </a:lnTo>
                      <a:lnTo>
                        <a:pt x="98796" y="266209"/>
                      </a:lnTo>
                      <a:lnTo>
                        <a:pt x="67260" y="203246"/>
                      </a:lnTo>
                      <a:cubicBezTo>
                        <a:pt x="49661" y="163305"/>
                        <a:pt x="33472" y="122540"/>
                        <a:pt x="18764" y="81006"/>
                      </a:cubicBezTo>
                      <a:lnTo>
                        <a:pt x="0" y="7142"/>
                      </a:lnTo>
                      <a:lnTo>
                        <a:pt x="285286" y="0"/>
                      </a:lnTo>
                      <a:lnTo>
                        <a:pt x="325282" y="89460"/>
                      </a:lnTo>
                      <a:lnTo>
                        <a:pt x="336781" y="112417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xmlns="" id="{F07A6B98-E3D2-295A-CA06-F87598C87610}"/>
                  </a:ext>
                </a:extLst>
              </p:cNvPr>
              <p:cNvGrpSpPr/>
              <p:nvPr/>
            </p:nvGrpSpPr>
            <p:grpSpPr>
              <a:xfrm>
                <a:off x="2712081" y="856223"/>
                <a:ext cx="3959211" cy="4201536"/>
                <a:chOff x="1225084" y="1117910"/>
                <a:chExt cx="4332945" cy="4598144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xmlns="" id="{1BE77374-B7F2-03E3-08CF-B372E937439C}"/>
                    </a:ext>
                  </a:extLst>
                </p:cNvPr>
                <p:cNvGrpSpPr/>
                <p:nvPr/>
              </p:nvGrpSpPr>
              <p:grpSpPr>
                <a:xfrm>
                  <a:off x="3076869" y="1117910"/>
                  <a:ext cx="1174608" cy="1174606"/>
                  <a:chOff x="3076869" y="1117910"/>
                  <a:chExt cx="1174608" cy="1174606"/>
                </a:xfrm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xmlns="" id="{E25E3097-2C6C-E2B1-DE06-5A9C37C34D8F}"/>
                      </a:ext>
                    </a:extLst>
                  </p:cNvPr>
                  <p:cNvGrpSpPr/>
                  <p:nvPr/>
                </p:nvGrpSpPr>
                <p:grpSpPr>
                  <a:xfrm>
                    <a:off x="3076869" y="111791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xmlns="" id="{156A833B-DF06-1B50-89ED-5F4D34FB7D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xmlns="" id="{E6A06653-2A09-AE91-3522-F32D406A7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xmlns="" id="{377549B8-DC7B-8F66-C9AD-AE6B1E76C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8" name="Oval 15">
                      <a:extLst>
                        <a:ext uri="{FF2B5EF4-FFF2-40B4-BE49-F238E27FC236}">
                          <a16:creationId xmlns:a16="http://schemas.microsoft.com/office/drawing/2014/main" xmlns="" id="{580E7041-9764-C850-B903-9CC68231586D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xmlns="" id="{E4661A9F-AD82-648D-E675-8B7BA2A57AA5}"/>
                      </a:ext>
                    </a:extLst>
                  </p:cNvPr>
                  <p:cNvSpPr txBox="1"/>
                  <p:nvPr/>
                </p:nvSpPr>
                <p:spPr>
                  <a:xfrm>
                    <a:off x="3292987" y="1481788"/>
                    <a:ext cx="74237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Call for Sponsors</a:t>
                    </a:r>
                    <a:endParaRPr lang="en-IN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xmlns="" id="{BA340416-9FD7-79A2-CFE4-F7DDB7E5B5FE}"/>
                    </a:ext>
                  </a:extLst>
                </p:cNvPr>
                <p:cNvGrpSpPr/>
                <p:nvPr/>
              </p:nvGrpSpPr>
              <p:grpSpPr>
                <a:xfrm>
                  <a:off x="4383421" y="1847356"/>
                  <a:ext cx="1174608" cy="1174606"/>
                  <a:chOff x="4383421" y="1847356"/>
                  <a:chExt cx="1174608" cy="1174606"/>
                </a:xfrm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xmlns="" id="{F58E3E7F-828D-5D53-E7E2-46848D153767}"/>
                      </a:ext>
                    </a:extLst>
                  </p:cNvPr>
                  <p:cNvGrpSpPr/>
                  <p:nvPr/>
                </p:nvGrpSpPr>
                <p:grpSpPr>
                  <a:xfrm>
                    <a:off x="4383421" y="1847356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1" name="Group 100">
                      <a:extLst>
                        <a:ext uri="{FF2B5EF4-FFF2-40B4-BE49-F238E27FC236}">
                          <a16:creationId xmlns:a16="http://schemas.microsoft.com/office/drawing/2014/main" xmlns="" id="{15370965-71B4-9B97-366A-E5183DAF42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3" name="Oval 102">
                        <a:extLst>
                          <a:ext uri="{FF2B5EF4-FFF2-40B4-BE49-F238E27FC236}">
                            <a16:creationId xmlns:a16="http://schemas.microsoft.com/office/drawing/2014/main" xmlns="" id="{F59A3923-B931-27DB-B5FB-C813E5883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4" name="Oval 103">
                        <a:extLst>
                          <a:ext uri="{FF2B5EF4-FFF2-40B4-BE49-F238E27FC236}">
                            <a16:creationId xmlns:a16="http://schemas.microsoft.com/office/drawing/2014/main" xmlns="" id="{AF81E097-9A73-8664-D66E-2F59329E2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5" y="4593631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2" name="Oval 15">
                      <a:extLst>
                        <a:ext uri="{FF2B5EF4-FFF2-40B4-BE49-F238E27FC236}">
                          <a16:creationId xmlns:a16="http://schemas.microsoft.com/office/drawing/2014/main" xmlns="" id="{D4249293-4082-9F81-6531-556C2C6A6E1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xmlns="" id="{721CC57F-7F0F-0FA4-F89D-4D44BB9BA78E}"/>
                      </a:ext>
                    </a:extLst>
                  </p:cNvPr>
                  <p:cNvSpPr txBox="1"/>
                  <p:nvPr/>
                </p:nvSpPr>
                <p:spPr>
                  <a:xfrm>
                    <a:off x="4611143" y="2189541"/>
                    <a:ext cx="719163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Identify 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xmlns="" id="{6E840362-D466-A1FC-E65A-CF15D59E2EF6}"/>
                    </a:ext>
                  </a:extLst>
                </p:cNvPr>
                <p:cNvGrpSpPr/>
                <p:nvPr/>
              </p:nvGrpSpPr>
              <p:grpSpPr>
                <a:xfrm>
                  <a:off x="1716098" y="1542645"/>
                  <a:ext cx="1174608" cy="1174606"/>
                  <a:chOff x="1716098" y="1542645"/>
                  <a:chExt cx="1174608" cy="1174606"/>
                </a:xfrm>
              </p:grpSpPr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xmlns="" id="{0F1BF9AE-573B-365F-2CE4-632A8E06C898}"/>
                      </a:ext>
                    </a:extLst>
                  </p:cNvPr>
                  <p:cNvGrpSpPr/>
                  <p:nvPr/>
                </p:nvGrpSpPr>
                <p:grpSpPr>
                  <a:xfrm>
                    <a:off x="1716098" y="1542645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xmlns="" id="{4A152AC5-8D47-F241-DB19-438EC45381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7" name="Oval 96">
                        <a:extLst>
                          <a:ext uri="{FF2B5EF4-FFF2-40B4-BE49-F238E27FC236}">
                            <a16:creationId xmlns:a16="http://schemas.microsoft.com/office/drawing/2014/main" xmlns="" id="{6D548954-B9A1-15BD-D9CC-7C7C40C506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8" name="Oval 97">
                        <a:extLst>
                          <a:ext uri="{FF2B5EF4-FFF2-40B4-BE49-F238E27FC236}">
                            <a16:creationId xmlns:a16="http://schemas.microsoft.com/office/drawing/2014/main" xmlns="" id="{3C71B684-336A-2B18-1FF1-E8FFB0858C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6" name="Oval 15">
                      <a:extLst>
                        <a:ext uri="{FF2B5EF4-FFF2-40B4-BE49-F238E27FC236}">
                          <a16:creationId xmlns:a16="http://schemas.microsoft.com/office/drawing/2014/main" xmlns="" id="{51D6E920-3BC9-4027-CB59-526DB68F496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xmlns="" id="{0414D56A-3A92-8304-2EA1-1156B7AC2E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82026" y="1884829"/>
                    <a:ext cx="842757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IN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Create public call</a:t>
                    </a:r>
                  </a:p>
                </p:txBody>
              </p: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xmlns="" id="{E88DB48C-0286-DF1A-4148-506F8DD341E1}"/>
                    </a:ext>
                  </a:extLst>
                </p:cNvPr>
                <p:cNvGrpSpPr/>
                <p:nvPr/>
              </p:nvGrpSpPr>
              <p:grpSpPr>
                <a:xfrm>
                  <a:off x="1225084" y="2949413"/>
                  <a:ext cx="1174608" cy="1174606"/>
                  <a:chOff x="1225084" y="2949413"/>
                  <a:chExt cx="1174608" cy="1174606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xmlns="" id="{219079DE-542A-77FF-E21E-6F6647E911D6}"/>
                      </a:ext>
                    </a:extLst>
                  </p:cNvPr>
                  <p:cNvGrpSpPr/>
                  <p:nvPr/>
                </p:nvGrpSpPr>
                <p:grpSpPr>
                  <a:xfrm>
                    <a:off x="1225084" y="2949413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xmlns="" id="{12387D7F-E19E-7E84-A494-C3CB4A18C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xmlns="" id="{4B02E28A-936E-D3BD-40E7-A1CDAFEA21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xmlns="" id="{F7AEB976-04D7-F329-F646-0327E22A2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0" name="Oval 15">
                      <a:extLst>
                        <a:ext uri="{FF2B5EF4-FFF2-40B4-BE49-F238E27FC236}">
                          <a16:creationId xmlns:a16="http://schemas.microsoft.com/office/drawing/2014/main" xmlns="" id="{B0EB617A-CAF2-081E-86FA-31304EF58688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xmlns="" id="{7750D82E-1933-8AC6-8B99-CD0240957E42}"/>
                      </a:ext>
                    </a:extLst>
                  </p:cNvPr>
                  <p:cNvSpPr txBox="1"/>
                  <p:nvPr/>
                </p:nvSpPr>
                <p:spPr>
                  <a:xfrm>
                    <a:off x="1382283" y="3185025"/>
                    <a:ext cx="860210" cy="70338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Select best members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xmlns="" id="{C6FE7CA9-6A06-C90C-9F2F-C33F13A86797}"/>
                    </a:ext>
                  </a:extLst>
                </p:cNvPr>
                <p:cNvGrpSpPr/>
                <p:nvPr/>
              </p:nvGrpSpPr>
              <p:grpSpPr>
                <a:xfrm>
                  <a:off x="1871078" y="4260230"/>
                  <a:ext cx="1174608" cy="1174606"/>
                  <a:chOff x="1871078" y="4260230"/>
                  <a:chExt cx="1174608" cy="1174606"/>
                </a:xfrm>
              </p:grpSpPr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xmlns="" id="{4BA5C6AC-AC52-7678-2556-E8D3120E408D}"/>
                      </a:ext>
                    </a:extLst>
                  </p:cNvPr>
                  <p:cNvGrpSpPr/>
                  <p:nvPr/>
                </p:nvGrpSpPr>
                <p:grpSpPr>
                  <a:xfrm>
                    <a:off x="1871078" y="426023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3" name="Group 82">
                      <a:extLst>
                        <a:ext uri="{FF2B5EF4-FFF2-40B4-BE49-F238E27FC236}">
                          <a16:creationId xmlns:a16="http://schemas.microsoft.com/office/drawing/2014/main" xmlns="" id="{4C506EF2-953C-49C0-7D7D-E9AB503123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85" name="Oval 84">
                        <a:extLst>
                          <a:ext uri="{FF2B5EF4-FFF2-40B4-BE49-F238E27FC236}">
                            <a16:creationId xmlns:a16="http://schemas.microsoft.com/office/drawing/2014/main" xmlns="" id="{B3FBE42E-02DC-CB1A-E7A4-12FD07E8D9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" name="Oval 85">
                        <a:extLst>
                          <a:ext uri="{FF2B5EF4-FFF2-40B4-BE49-F238E27FC236}">
                            <a16:creationId xmlns:a16="http://schemas.microsoft.com/office/drawing/2014/main" xmlns="" id="{A2BD7531-5218-DD10-B03D-FF29C690CA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84" name="Oval 15">
                      <a:extLst>
                        <a:ext uri="{FF2B5EF4-FFF2-40B4-BE49-F238E27FC236}">
                          <a16:creationId xmlns:a16="http://schemas.microsoft.com/office/drawing/2014/main" xmlns="" id="{AF29E372-9C03-CBB1-8E2C-ADFA3B4DA097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xmlns="" id="{3E0CB665-22F9-F149-6FA7-D11674C87A1A}"/>
                      </a:ext>
                    </a:extLst>
                  </p:cNvPr>
                  <p:cNvSpPr txBox="1"/>
                  <p:nvPr/>
                </p:nvSpPr>
                <p:spPr>
                  <a:xfrm>
                    <a:off x="1957154" y="4602414"/>
                    <a:ext cx="1002459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Execute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xmlns="" id="{900F7A51-B349-0615-6943-11022B6394FE}"/>
                    </a:ext>
                  </a:extLst>
                </p:cNvPr>
                <p:cNvGrpSpPr/>
                <p:nvPr/>
              </p:nvGrpSpPr>
              <p:grpSpPr>
                <a:xfrm>
                  <a:off x="3309600" y="4541448"/>
                  <a:ext cx="1174608" cy="1174606"/>
                  <a:chOff x="3309600" y="4541448"/>
                  <a:chExt cx="1174608" cy="1174606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xmlns="" id="{690CCC38-063E-5C88-DA48-03FEF31C9F79}"/>
                      </a:ext>
                    </a:extLst>
                  </p:cNvPr>
                  <p:cNvGrpSpPr/>
                  <p:nvPr/>
                </p:nvGrpSpPr>
                <p:grpSpPr>
                  <a:xfrm>
                    <a:off x="3309600" y="4541448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77" name="Group 76">
                      <a:extLst>
                        <a:ext uri="{FF2B5EF4-FFF2-40B4-BE49-F238E27FC236}">
                          <a16:creationId xmlns:a16="http://schemas.microsoft.com/office/drawing/2014/main" xmlns="" id="{978F9669-95EB-89C2-5E36-4D68A92CB7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79" name="Oval 78">
                        <a:extLst>
                          <a:ext uri="{FF2B5EF4-FFF2-40B4-BE49-F238E27FC236}">
                            <a16:creationId xmlns:a16="http://schemas.microsoft.com/office/drawing/2014/main" xmlns="" id="{3AE85EDD-BCD4-8D2F-DA03-931C6DB5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xmlns="" id="{0A9EA10F-1FEB-FE51-1570-23B4DE77E8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78" name="Oval 15">
                      <a:extLst>
                        <a:ext uri="{FF2B5EF4-FFF2-40B4-BE49-F238E27FC236}">
                          <a16:creationId xmlns:a16="http://schemas.microsoft.com/office/drawing/2014/main" xmlns="" id="{FC54DD18-EE5F-C38F-CDF0-F55F55C4FE4C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xmlns="" id="{C2E7E202-409A-A0AE-04E7-9448606794A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676" y="4883635"/>
                    <a:ext cx="1002459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Deliver  Results</a:t>
                    </a:r>
                  </a:p>
                </p:txBody>
              </p:sp>
            </p:grp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CE766BD2-ABDD-1A69-0537-44AF11FB115F}"/>
                </a:ext>
              </a:extLst>
            </p:cNvPr>
            <p:cNvGrpSpPr/>
            <p:nvPr/>
          </p:nvGrpSpPr>
          <p:grpSpPr>
            <a:xfrm>
              <a:off x="3944899" y="2122644"/>
              <a:ext cx="6466244" cy="1759067"/>
              <a:chOff x="3944899" y="2122644"/>
              <a:chExt cx="6466244" cy="1759067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xmlns="" id="{DB19E459-F717-F544-C6FB-5E7FA1F18F4F}"/>
                  </a:ext>
                </a:extLst>
              </p:cNvPr>
              <p:cNvGrpSpPr/>
              <p:nvPr/>
            </p:nvGrpSpPr>
            <p:grpSpPr>
              <a:xfrm>
                <a:off x="3944899" y="2122644"/>
                <a:ext cx="1746149" cy="1746149"/>
                <a:chOff x="4010888" y="2150925"/>
                <a:chExt cx="1746149" cy="1746149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xmlns="" id="{56160548-6FF2-1249-8703-34C75104D6EB}"/>
                    </a:ext>
                  </a:extLst>
                </p:cNvPr>
                <p:cNvSpPr/>
                <p:nvPr/>
              </p:nvSpPr>
              <p:spPr>
                <a:xfrm>
                  <a:off x="4010888" y="215092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xmlns="" id="{33E7BBBE-5BD3-E8CA-063C-5415B38A73D5}"/>
                    </a:ext>
                  </a:extLst>
                </p:cNvPr>
                <p:cNvSpPr txBox="1"/>
                <p:nvPr/>
              </p:nvSpPr>
              <p:spPr>
                <a:xfrm>
                  <a:off x="4204532" y="2858451"/>
                  <a:ext cx="1358861" cy="3310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2800" b="1" kern="0" dirty="0" err="1" smtClean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Testbed</a:t>
                  </a:r>
                  <a:r>
                    <a:rPr lang="en-US" sz="2800" b="1" kern="0" dirty="0" smtClean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 21</a:t>
                  </a:r>
                  <a:endParaRPr lang="en-US" sz="2800" b="1" kern="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xmlns="" id="{A7AC23E2-8C35-2D8A-8470-AC6E09063B52}"/>
                  </a:ext>
                </a:extLst>
              </p:cNvPr>
              <p:cNvGrpSpPr/>
              <p:nvPr/>
            </p:nvGrpSpPr>
            <p:grpSpPr>
              <a:xfrm>
                <a:off x="8664994" y="2135562"/>
                <a:ext cx="1746149" cy="1746149"/>
                <a:chOff x="8702702" y="2169975"/>
                <a:chExt cx="1746149" cy="1746149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xmlns="" id="{5A37A775-20AF-4C40-110E-ED7D14629963}"/>
                    </a:ext>
                  </a:extLst>
                </p:cNvPr>
                <p:cNvSpPr/>
                <p:nvPr/>
              </p:nvSpPr>
              <p:spPr>
                <a:xfrm>
                  <a:off x="8702702" y="216997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xmlns="" id="{A5075D70-DD5F-3D3A-B1A9-23FC0E12AD3C}"/>
                    </a:ext>
                  </a:extLst>
                </p:cNvPr>
                <p:cNvSpPr txBox="1"/>
                <p:nvPr/>
              </p:nvSpPr>
              <p:spPr>
                <a:xfrm>
                  <a:off x="8788447" y="2877502"/>
                  <a:ext cx="1574658" cy="33109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2800" b="1" kern="0" dirty="0" smtClean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GeoHEIF</a:t>
                  </a:r>
                  <a:r>
                    <a:rPr lang="en-US" sz="2800" b="1" kern="0" dirty="0" smtClean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.SWG</a:t>
                  </a:r>
                  <a:endParaRPr lang="en-IN" sz="2800" b="1" kern="0" dirty="0">
                    <a:solidFill>
                      <a:srgbClr val="000000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7F570115-5153-BCB5-F8E6-3390236F49F9}"/>
                </a:ext>
              </a:extLst>
            </p:cNvPr>
            <p:cNvGrpSpPr/>
            <p:nvPr/>
          </p:nvGrpSpPr>
          <p:grpSpPr>
            <a:xfrm>
              <a:off x="6417272" y="941982"/>
              <a:ext cx="5209355" cy="4157553"/>
              <a:chOff x="6417272" y="941982"/>
              <a:chExt cx="5209355" cy="41575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xmlns="" id="{3A33D732-CAE5-DA5B-71A2-0FE92D4F3DB9}"/>
                  </a:ext>
                </a:extLst>
              </p:cNvPr>
              <p:cNvGrpSpPr/>
              <p:nvPr/>
            </p:nvGrpSpPr>
            <p:grpSpPr>
              <a:xfrm>
                <a:off x="6417272" y="1369665"/>
                <a:ext cx="4999662" cy="3511192"/>
                <a:chOff x="6417272" y="1369665"/>
                <a:chExt cx="4999662" cy="3511192"/>
              </a:xfrm>
            </p:grpSpPr>
            <p:sp>
              <p:nvSpPr>
                <p:cNvPr id="52" name="Freeform: Shape 293">
                  <a:extLst>
                    <a:ext uri="{FF2B5EF4-FFF2-40B4-BE49-F238E27FC236}">
                      <a16:creationId xmlns:a16="http://schemas.microsoft.com/office/drawing/2014/main" xmlns="" id="{7E76606A-220E-9A34-CD05-FAE3083C61B6}"/>
                    </a:ext>
                  </a:extLst>
                </p:cNvPr>
                <p:cNvSpPr/>
                <p:nvPr/>
              </p:nvSpPr>
              <p:spPr>
                <a:xfrm rot="13041973">
                  <a:off x="7737107" y="3654208"/>
                  <a:ext cx="218104" cy="293958"/>
                </a:xfrm>
                <a:custGeom>
                  <a:avLst/>
                  <a:gdLst>
                    <a:gd name="connsiteX0" fmla="*/ 156466 w 226387"/>
                    <a:gd name="connsiteY0" fmla="*/ 305121 h 305121"/>
                    <a:gd name="connsiteX1" fmla="*/ 10770 w 226387"/>
                    <a:gd name="connsiteY1" fmla="*/ 293638 h 305121"/>
                    <a:gd name="connsiteX2" fmla="*/ 0 w 226387"/>
                    <a:gd name="connsiteY2" fmla="*/ 0 h 305121"/>
                    <a:gd name="connsiteX3" fmla="*/ 145931 w 226387"/>
                    <a:gd name="connsiteY3" fmla="*/ 11210 h 305121"/>
                    <a:gd name="connsiteX4" fmla="*/ 226387 w 226387"/>
                    <a:gd name="connsiteY4" fmla="*/ 168461 h 305121"/>
                    <a:gd name="connsiteX5" fmla="*/ 156466 w 226387"/>
                    <a:gd name="connsiteY5" fmla="*/ 305121 h 305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6387" h="305121">
                      <a:moveTo>
                        <a:pt x="156466" y="305121"/>
                      </a:moveTo>
                      <a:lnTo>
                        <a:pt x="10770" y="293638"/>
                      </a:lnTo>
                      <a:lnTo>
                        <a:pt x="0" y="0"/>
                      </a:lnTo>
                      <a:lnTo>
                        <a:pt x="145931" y="11210"/>
                      </a:lnTo>
                      <a:lnTo>
                        <a:pt x="226387" y="168461"/>
                      </a:lnTo>
                      <a:lnTo>
                        <a:pt x="156466" y="305121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Freeform: Shape 294">
                  <a:extLst>
                    <a:ext uri="{FF2B5EF4-FFF2-40B4-BE49-F238E27FC236}">
                      <a16:creationId xmlns:a16="http://schemas.microsoft.com/office/drawing/2014/main" xmlns="" id="{94E38574-15AD-20FA-A96A-11630168F23F}"/>
                    </a:ext>
                  </a:extLst>
                </p:cNvPr>
                <p:cNvSpPr/>
                <p:nvPr/>
              </p:nvSpPr>
              <p:spPr>
                <a:xfrm rot="12112036">
                  <a:off x="9833438" y="1612381"/>
                  <a:ext cx="1276834" cy="591328"/>
                </a:xfrm>
                <a:custGeom>
                  <a:avLst/>
                  <a:gdLst>
                    <a:gd name="connsiteX0" fmla="*/ 1325324 w 1325324"/>
                    <a:gd name="connsiteY0" fmla="*/ 598166 h 613785"/>
                    <a:gd name="connsiteX1" fmla="*/ 1307665 w 1325324"/>
                    <a:gd name="connsiteY1" fmla="*/ 601177 h 613785"/>
                    <a:gd name="connsiteX2" fmla="*/ 137323 w 1325324"/>
                    <a:gd name="connsiteY2" fmla="*/ 331569 h 613785"/>
                    <a:gd name="connsiteX3" fmla="*/ 0 w 1325324"/>
                    <a:gd name="connsiteY3" fmla="*/ 233630 h 613785"/>
                    <a:gd name="connsiteX4" fmla="*/ 39856 w 1325324"/>
                    <a:gd name="connsiteY4" fmla="*/ 62244 h 613785"/>
                    <a:gd name="connsiteX5" fmla="*/ 188532 w 1325324"/>
                    <a:gd name="connsiteY5" fmla="*/ 0 h 613785"/>
                    <a:gd name="connsiteX6" fmla="*/ 299481 w 1325324"/>
                    <a:gd name="connsiteY6" fmla="*/ 79137 h 613785"/>
                    <a:gd name="connsiteX7" fmla="*/ 1272227 w 1325324"/>
                    <a:gd name="connsiteY7" fmla="*/ 303258 h 613785"/>
                    <a:gd name="connsiteX8" fmla="*/ 1289585 w 1325324"/>
                    <a:gd name="connsiteY8" fmla="*/ 300298 h 613785"/>
                    <a:gd name="connsiteX9" fmla="*/ 1230122 w 1325324"/>
                    <a:gd name="connsiteY9" fmla="*/ 444591 h 613785"/>
                    <a:gd name="connsiteX10" fmla="*/ 1325324 w 1325324"/>
                    <a:gd name="connsiteY10" fmla="*/ 598166 h 613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25324" h="613785">
                      <a:moveTo>
                        <a:pt x="1325324" y="598166"/>
                      </a:moveTo>
                      <a:lnTo>
                        <a:pt x="1307665" y="601177"/>
                      </a:lnTo>
                      <a:cubicBezTo>
                        <a:pt x="881318" y="651893"/>
                        <a:pt x="472291" y="547125"/>
                        <a:pt x="137323" y="331569"/>
                      </a:cubicBezTo>
                      <a:lnTo>
                        <a:pt x="0" y="233630"/>
                      </a:lnTo>
                      <a:lnTo>
                        <a:pt x="39856" y="62244"/>
                      </a:lnTo>
                      <a:lnTo>
                        <a:pt x="188532" y="0"/>
                      </a:lnTo>
                      <a:lnTo>
                        <a:pt x="299481" y="79137"/>
                      </a:lnTo>
                      <a:cubicBezTo>
                        <a:pt x="577895" y="258320"/>
                        <a:pt x="917864" y="345411"/>
                        <a:pt x="1272227" y="303258"/>
                      </a:cubicBezTo>
                      <a:lnTo>
                        <a:pt x="1289585" y="300298"/>
                      </a:lnTo>
                      <a:lnTo>
                        <a:pt x="1230122" y="444591"/>
                      </a:lnTo>
                      <a:lnTo>
                        <a:pt x="1325324" y="59816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Freeform: Shape 295">
                  <a:extLst>
                    <a:ext uri="{FF2B5EF4-FFF2-40B4-BE49-F238E27FC236}">
                      <a16:creationId xmlns:a16="http://schemas.microsoft.com/office/drawing/2014/main" xmlns="" id="{CEFFA5FB-CCB9-E6A9-CFB5-BE950C99A6EA}"/>
                    </a:ext>
                  </a:extLst>
                </p:cNvPr>
                <p:cNvSpPr/>
                <p:nvPr/>
              </p:nvSpPr>
              <p:spPr>
                <a:xfrm rot="12112036">
                  <a:off x="10623973" y="2287070"/>
                  <a:ext cx="792961" cy="1281358"/>
                </a:xfrm>
                <a:custGeom>
                  <a:avLst/>
                  <a:gdLst>
                    <a:gd name="connsiteX0" fmla="*/ 634523 w 823075"/>
                    <a:gd name="connsiteY0" fmla="*/ 1330020 h 1330020"/>
                    <a:gd name="connsiteX1" fmla="*/ 541224 w 823075"/>
                    <a:gd name="connsiteY1" fmla="*/ 1249019 h 1330020"/>
                    <a:gd name="connsiteX2" fmla="*/ 4718 w 823075"/>
                    <a:gd name="connsiteY2" fmla="*/ 174016 h 1330020"/>
                    <a:gd name="connsiteX3" fmla="*/ 0 w 823075"/>
                    <a:gd name="connsiteY3" fmla="*/ 104702 h 1330020"/>
                    <a:gd name="connsiteX4" fmla="*/ 146507 w 823075"/>
                    <a:gd name="connsiteY4" fmla="*/ 0 h 1330020"/>
                    <a:gd name="connsiteX5" fmla="*/ 296650 w 823075"/>
                    <a:gd name="connsiteY5" fmla="*/ 50647 h 1330020"/>
                    <a:gd name="connsiteX6" fmla="*/ 302637 w 823075"/>
                    <a:gd name="connsiteY6" fmla="*/ 138577 h 1330020"/>
                    <a:gd name="connsiteX7" fmla="*/ 748570 w 823075"/>
                    <a:gd name="connsiteY7" fmla="*/ 1032168 h 1330020"/>
                    <a:gd name="connsiteX8" fmla="*/ 823075 w 823075"/>
                    <a:gd name="connsiteY8" fmla="*/ 1096859 h 1330020"/>
                    <a:gd name="connsiteX9" fmla="*/ 674256 w 823075"/>
                    <a:gd name="connsiteY9" fmla="*/ 1159163 h 1330020"/>
                    <a:gd name="connsiteX10" fmla="*/ 634523 w 823075"/>
                    <a:gd name="connsiteY10" fmla="*/ 1330020 h 133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3075" h="1330020">
                      <a:moveTo>
                        <a:pt x="634523" y="1330020"/>
                      </a:moveTo>
                      <a:lnTo>
                        <a:pt x="541224" y="1249019"/>
                      </a:lnTo>
                      <a:cubicBezTo>
                        <a:pt x="253207" y="973804"/>
                        <a:pt x="55459" y="600570"/>
                        <a:pt x="4718" y="174016"/>
                      </a:cubicBezTo>
                      <a:lnTo>
                        <a:pt x="0" y="104702"/>
                      </a:lnTo>
                      <a:lnTo>
                        <a:pt x="146507" y="0"/>
                      </a:lnTo>
                      <a:lnTo>
                        <a:pt x="296650" y="50647"/>
                      </a:lnTo>
                      <a:lnTo>
                        <a:pt x="302637" y="138577"/>
                      </a:lnTo>
                      <a:cubicBezTo>
                        <a:pt x="344815" y="493147"/>
                        <a:pt x="509179" y="803396"/>
                        <a:pt x="748570" y="1032168"/>
                      </a:cubicBezTo>
                      <a:lnTo>
                        <a:pt x="823075" y="1096859"/>
                      </a:lnTo>
                      <a:lnTo>
                        <a:pt x="674256" y="1159163"/>
                      </a:lnTo>
                      <a:lnTo>
                        <a:pt x="634523" y="133002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Freeform: Shape 296">
                  <a:extLst>
                    <a:ext uri="{FF2B5EF4-FFF2-40B4-BE49-F238E27FC236}">
                      <a16:creationId xmlns:a16="http://schemas.microsoft.com/office/drawing/2014/main" xmlns="" id="{67CEFE61-3D30-291E-A83A-B2B8CA40235D}"/>
                    </a:ext>
                  </a:extLst>
                </p:cNvPr>
                <p:cNvSpPr/>
                <p:nvPr/>
              </p:nvSpPr>
              <p:spPr>
                <a:xfrm rot="12112036">
                  <a:off x="10276028" y="3450706"/>
                  <a:ext cx="687232" cy="1276251"/>
                </a:xfrm>
                <a:custGeom>
                  <a:avLst/>
                  <a:gdLst>
                    <a:gd name="connsiteX0" fmla="*/ 301374 w 713331"/>
                    <a:gd name="connsiteY0" fmla="*/ 1274644 h 1324719"/>
                    <a:gd name="connsiteX1" fmla="*/ 147263 w 713331"/>
                    <a:gd name="connsiteY1" fmla="*/ 1222658 h 1324719"/>
                    <a:gd name="connsiteX2" fmla="*/ 4453 w 713331"/>
                    <a:gd name="connsiteY2" fmla="*/ 1324719 h 1324719"/>
                    <a:gd name="connsiteX3" fmla="*/ 265 w 713331"/>
                    <a:gd name="connsiteY3" fmla="*/ 1263201 h 1324719"/>
                    <a:gd name="connsiteX4" fmla="*/ 492696 w 713331"/>
                    <a:gd name="connsiteY4" fmla="*/ 6160 h 1324719"/>
                    <a:gd name="connsiteX5" fmla="*/ 499168 w 713331"/>
                    <a:gd name="connsiteY5" fmla="*/ 0 h 1324719"/>
                    <a:gd name="connsiteX6" fmla="*/ 667137 w 713331"/>
                    <a:gd name="connsiteY6" fmla="*/ 57618 h 1324719"/>
                    <a:gd name="connsiteX7" fmla="*/ 713331 w 713331"/>
                    <a:gd name="connsiteY7" fmla="*/ 209905 h 1324719"/>
                    <a:gd name="connsiteX8" fmla="*/ 709546 w 713331"/>
                    <a:gd name="connsiteY8" fmla="*/ 213508 h 1324719"/>
                    <a:gd name="connsiteX9" fmla="*/ 300268 w 713331"/>
                    <a:gd name="connsiteY9" fmla="*/ 1258406 h 1324719"/>
                    <a:gd name="connsiteX10" fmla="*/ 301374 w 713331"/>
                    <a:gd name="connsiteY10" fmla="*/ 1274644 h 1324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3331" h="1324719">
                      <a:moveTo>
                        <a:pt x="301374" y="1274644"/>
                      </a:moveTo>
                      <a:lnTo>
                        <a:pt x="147263" y="1222658"/>
                      </a:lnTo>
                      <a:lnTo>
                        <a:pt x="4453" y="1324719"/>
                      </a:lnTo>
                      <a:lnTo>
                        <a:pt x="265" y="1263201"/>
                      </a:lnTo>
                      <a:cubicBezTo>
                        <a:pt x="-8020" y="782698"/>
                        <a:pt x="178350" y="335443"/>
                        <a:pt x="492696" y="6160"/>
                      </a:cubicBezTo>
                      <a:lnTo>
                        <a:pt x="499168" y="0"/>
                      </a:lnTo>
                      <a:lnTo>
                        <a:pt x="667137" y="57618"/>
                      </a:lnTo>
                      <a:lnTo>
                        <a:pt x="713331" y="209905"/>
                      </a:lnTo>
                      <a:lnTo>
                        <a:pt x="709546" y="213508"/>
                      </a:lnTo>
                      <a:cubicBezTo>
                        <a:pt x="448278" y="487217"/>
                        <a:pt x="293378" y="858992"/>
                        <a:pt x="300268" y="1258406"/>
                      </a:cubicBezTo>
                      <a:lnTo>
                        <a:pt x="301374" y="1274644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Freeform: Shape 297">
                  <a:extLst>
                    <a:ext uri="{FF2B5EF4-FFF2-40B4-BE49-F238E27FC236}">
                      <a16:creationId xmlns:a16="http://schemas.microsoft.com/office/drawing/2014/main" xmlns="" id="{324947CC-C895-0C96-F20D-92C45D2BDDFA}"/>
                    </a:ext>
                  </a:extLst>
                </p:cNvPr>
                <p:cNvSpPr/>
                <p:nvPr/>
              </p:nvSpPr>
              <p:spPr>
                <a:xfrm rot="12112036">
                  <a:off x="8880526" y="4187868"/>
                  <a:ext cx="1324338" cy="692989"/>
                </a:xfrm>
                <a:custGeom>
                  <a:avLst/>
                  <a:gdLst>
                    <a:gd name="connsiteX0" fmla="*/ 1300087 w 1374632"/>
                    <a:gd name="connsiteY0" fmla="*/ 302696 h 719306"/>
                    <a:gd name="connsiteX1" fmla="*/ 1218900 w 1374632"/>
                    <a:gd name="connsiteY1" fmla="*/ 300005 h 719306"/>
                    <a:gd name="connsiteX2" fmla="*/ 1068049 w 1374632"/>
                    <a:gd name="connsiteY2" fmla="*/ 310266 h 719306"/>
                    <a:gd name="connsiteX3" fmla="*/ 277879 w 1374632"/>
                    <a:gd name="connsiteY3" fmla="*/ 658422 h 719306"/>
                    <a:gd name="connsiteX4" fmla="*/ 213920 w 1374632"/>
                    <a:gd name="connsiteY4" fmla="*/ 719306 h 719306"/>
                    <a:gd name="connsiteX5" fmla="*/ 167620 w 1374632"/>
                    <a:gd name="connsiteY5" fmla="*/ 566672 h 719306"/>
                    <a:gd name="connsiteX6" fmla="*/ 0 w 1374632"/>
                    <a:gd name="connsiteY6" fmla="*/ 509174 h 719306"/>
                    <a:gd name="connsiteX7" fmla="*/ 81923 w 1374632"/>
                    <a:gd name="connsiteY7" fmla="*/ 431198 h 719306"/>
                    <a:gd name="connsiteX8" fmla="*/ 1032611 w 1374632"/>
                    <a:gd name="connsiteY8" fmla="*/ 12346 h 719306"/>
                    <a:gd name="connsiteX9" fmla="*/ 1214105 w 1374632"/>
                    <a:gd name="connsiteY9" fmla="*/ 0 h 719306"/>
                    <a:gd name="connsiteX10" fmla="*/ 1295691 w 1374632"/>
                    <a:gd name="connsiteY10" fmla="*/ 2704 h 719306"/>
                    <a:gd name="connsiteX11" fmla="*/ 1374632 w 1374632"/>
                    <a:gd name="connsiteY11" fmla="*/ 156996 h 719306"/>
                    <a:gd name="connsiteX12" fmla="*/ 1300087 w 1374632"/>
                    <a:gd name="connsiteY12" fmla="*/ 302696 h 719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74632" h="719306">
                      <a:moveTo>
                        <a:pt x="1300087" y="302696"/>
                      </a:moveTo>
                      <a:lnTo>
                        <a:pt x="1218900" y="300005"/>
                      </a:lnTo>
                      <a:cubicBezTo>
                        <a:pt x="1169002" y="300860"/>
                        <a:pt x="1118672" y="304244"/>
                        <a:pt x="1068049" y="310266"/>
                      </a:cubicBezTo>
                      <a:cubicBezTo>
                        <a:pt x="764309" y="346397"/>
                        <a:pt x="493125" y="472353"/>
                        <a:pt x="277879" y="658422"/>
                      </a:cubicBezTo>
                      <a:lnTo>
                        <a:pt x="213920" y="719306"/>
                      </a:lnTo>
                      <a:lnTo>
                        <a:pt x="167620" y="566672"/>
                      </a:lnTo>
                      <a:lnTo>
                        <a:pt x="0" y="509174"/>
                      </a:lnTo>
                      <a:lnTo>
                        <a:pt x="81923" y="431198"/>
                      </a:lnTo>
                      <a:cubicBezTo>
                        <a:pt x="340897" y="207349"/>
                        <a:pt x="667170" y="55817"/>
                        <a:pt x="1032611" y="12346"/>
                      </a:cubicBezTo>
                      <a:cubicBezTo>
                        <a:pt x="1093517" y="5101"/>
                        <a:pt x="1154071" y="1029"/>
                        <a:pt x="1214105" y="0"/>
                      </a:cubicBezTo>
                      <a:lnTo>
                        <a:pt x="1295691" y="2704"/>
                      </a:lnTo>
                      <a:lnTo>
                        <a:pt x="1374632" y="156996"/>
                      </a:lnTo>
                      <a:lnTo>
                        <a:pt x="1300087" y="30269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Freeform: Shape 298">
                  <a:extLst>
                    <a:ext uri="{FF2B5EF4-FFF2-40B4-BE49-F238E27FC236}">
                      <a16:creationId xmlns:a16="http://schemas.microsoft.com/office/drawing/2014/main" xmlns="" id="{E1229B72-1066-080C-7343-D69DB255B869}"/>
                    </a:ext>
                  </a:extLst>
                </p:cNvPr>
                <p:cNvSpPr/>
                <p:nvPr/>
              </p:nvSpPr>
              <p:spPr>
                <a:xfrm rot="16200000">
                  <a:off x="8588916" y="4272712"/>
                  <a:ext cx="369170" cy="317380"/>
                </a:xfrm>
                <a:custGeom>
                  <a:avLst/>
                  <a:gdLst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05883 w 383190"/>
                    <a:gd name="connsiteY9" fmla="*/ 150339 h 329433"/>
                    <a:gd name="connsiteX10" fmla="*/ 383190 w 383190"/>
                    <a:gd name="connsiteY10" fmla="*/ 150339 h 329433"/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32985 w 383190"/>
                    <a:gd name="connsiteY9" fmla="*/ 123240 h 329433"/>
                    <a:gd name="connsiteX10" fmla="*/ 383190 w 383190"/>
                    <a:gd name="connsiteY10" fmla="*/ 150339 h 329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190" h="329433">
                      <a:moveTo>
                        <a:pt x="383190" y="150339"/>
                      </a:moveTo>
                      <a:lnTo>
                        <a:pt x="349500" y="200029"/>
                      </a:lnTo>
                      <a:cubicBezTo>
                        <a:pt x="327224" y="236154"/>
                        <a:pt x="306404" y="273432"/>
                        <a:pt x="287143" y="311805"/>
                      </a:cubicBezTo>
                      <a:lnTo>
                        <a:pt x="279380" y="329433"/>
                      </a:lnTo>
                      <a:lnTo>
                        <a:pt x="170760" y="204641"/>
                      </a:lnTo>
                      <a:lnTo>
                        <a:pt x="0" y="220269"/>
                      </a:lnTo>
                      <a:lnTo>
                        <a:pt x="19080" y="176937"/>
                      </a:lnTo>
                      <a:cubicBezTo>
                        <a:pt x="42253" y="130769"/>
                        <a:pt x="67301" y="85918"/>
                        <a:pt x="94101" y="42454"/>
                      </a:cubicBezTo>
                      <a:lnTo>
                        <a:pt x="122884" y="0"/>
                      </a:lnTo>
                      <a:lnTo>
                        <a:pt x="232985" y="123240"/>
                      </a:lnTo>
                      <a:lnTo>
                        <a:pt x="383190" y="150339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Freeform: Shape 299">
                  <a:extLst>
                    <a:ext uri="{FF2B5EF4-FFF2-40B4-BE49-F238E27FC236}">
                      <a16:creationId xmlns:a16="http://schemas.microsoft.com/office/drawing/2014/main" xmlns="" id="{4C9E6767-B2C3-00A3-7C32-264D674CD43C}"/>
                    </a:ext>
                  </a:extLst>
                </p:cNvPr>
                <p:cNvSpPr/>
                <p:nvPr/>
              </p:nvSpPr>
              <p:spPr>
                <a:xfrm rot="16200000">
                  <a:off x="9714514" y="1423966"/>
                  <a:ext cx="308921" cy="200319"/>
                </a:xfrm>
                <a:custGeom>
                  <a:avLst/>
                  <a:gdLst>
                    <a:gd name="connsiteX0" fmla="*/ 320653 w 320653"/>
                    <a:gd name="connsiteY0" fmla="*/ 0 h 207926"/>
                    <a:gd name="connsiteX1" fmla="*/ 313591 w 320653"/>
                    <a:gd name="connsiteY1" fmla="*/ 62942 h 207926"/>
                    <a:gd name="connsiteX2" fmla="*/ 288828 w 320653"/>
                    <a:gd name="connsiteY2" fmla="*/ 177559 h 207926"/>
                    <a:gd name="connsiteX3" fmla="*/ 115329 w 320653"/>
                    <a:gd name="connsiteY3" fmla="*/ 207926 h 207926"/>
                    <a:gd name="connsiteX4" fmla="*/ 0 w 320653"/>
                    <a:gd name="connsiteY4" fmla="*/ 95522 h 207926"/>
                    <a:gd name="connsiteX5" fmla="*/ 17421 w 320653"/>
                    <a:gd name="connsiteY5" fmla="*/ 14889 h 207926"/>
                    <a:gd name="connsiteX6" fmla="*/ 19138 w 320653"/>
                    <a:gd name="connsiteY6" fmla="*/ 0 h 207926"/>
                    <a:gd name="connsiteX7" fmla="*/ 320653 w 320653"/>
                    <a:gd name="connsiteY7" fmla="*/ 0 h 207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20653" h="207926">
                      <a:moveTo>
                        <a:pt x="320653" y="0"/>
                      </a:moveTo>
                      <a:lnTo>
                        <a:pt x="313591" y="62942"/>
                      </a:lnTo>
                      <a:lnTo>
                        <a:pt x="288828" y="177559"/>
                      </a:lnTo>
                      <a:lnTo>
                        <a:pt x="115329" y="207926"/>
                      </a:lnTo>
                      <a:lnTo>
                        <a:pt x="0" y="95522"/>
                      </a:lnTo>
                      <a:lnTo>
                        <a:pt x="17421" y="14889"/>
                      </a:lnTo>
                      <a:lnTo>
                        <a:pt x="19138" y="0"/>
                      </a:lnTo>
                      <a:lnTo>
                        <a:pt x="320653" y="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Freeform: Shape 144">
                  <a:extLst>
                    <a:ext uri="{FF2B5EF4-FFF2-40B4-BE49-F238E27FC236}">
                      <a16:creationId xmlns:a16="http://schemas.microsoft.com/office/drawing/2014/main" xmlns="" id="{F8A80512-C5C3-1878-91A7-4F15AFB6F863}"/>
                    </a:ext>
                  </a:extLst>
                </p:cNvPr>
                <p:cNvSpPr/>
                <p:nvPr/>
              </p:nvSpPr>
              <p:spPr>
                <a:xfrm rot="18467649">
                  <a:off x="6501344" y="2410975"/>
                  <a:ext cx="483125" cy="651270"/>
                </a:xfrm>
                <a:custGeom>
                  <a:avLst/>
                  <a:gdLst>
                    <a:gd name="connsiteX0" fmla="*/ 279303 w 483125"/>
                    <a:gd name="connsiteY0" fmla="*/ 0 h 651270"/>
                    <a:gd name="connsiteX1" fmla="*/ 483125 w 483125"/>
                    <a:gd name="connsiteY1" fmla="*/ 289021 h 651270"/>
                    <a:gd name="connsiteX2" fmla="*/ 367518 w 483125"/>
                    <a:gd name="connsiteY2" fmla="*/ 272224 h 651270"/>
                    <a:gd name="connsiteX3" fmla="*/ 322895 w 483125"/>
                    <a:gd name="connsiteY3" fmla="*/ 650170 h 651270"/>
                    <a:gd name="connsiteX4" fmla="*/ 48133 w 483125"/>
                    <a:gd name="connsiteY4" fmla="*/ 651270 h 651270"/>
                    <a:gd name="connsiteX5" fmla="*/ 107080 w 483125"/>
                    <a:gd name="connsiteY5" fmla="*/ 228397 h 651270"/>
                    <a:gd name="connsiteX6" fmla="*/ 0 w 483125"/>
                    <a:gd name="connsiteY6" fmla="*/ 208862 h 651270"/>
                    <a:gd name="connsiteX7" fmla="*/ 279303 w 483125"/>
                    <a:gd name="connsiteY7" fmla="*/ 0 h 651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3125" h="651270">
                      <a:moveTo>
                        <a:pt x="279303" y="0"/>
                      </a:moveTo>
                      <a:lnTo>
                        <a:pt x="483125" y="289021"/>
                      </a:lnTo>
                      <a:cubicBezTo>
                        <a:pt x="441038" y="281338"/>
                        <a:pt x="409603" y="279907"/>
                        <a:pt x="367518" y="272224"/>
                      </a:cubicBezTo>
                      <a:lnTo>
                        <a:pt x="322895" y="650170"/>
                      </a:lnTo>
                      <a:lnTo>
                        <a:pt x="48133" y="651270"/>
                      </a:lnTo>
                      <a:lnTo>
                        <a:pt x="107080" y="228397"/>
                      </a:lnTo>
                      <a:cubicBezTo>
                        <a:pt x="71386" y="221885"/>
                        <a:pt x="35693" y="215373"/>
                        <a:pt x="0" y="208862"/>
                      </a:cubicBezTo>
                      <a:lnTo>
                        <a:pt x="279303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Freeform: Shape 139">
                  <a:extLst>
                    <a:ext uri="{FF2B5EF4-FFF2-40B4-BE49-F238E27FC236}">
                      <a16:creationId xmlns:a16="http://schemas.microsoft.com/office/drawing/2014/main" xmlns="" id="{A4B32271-3918-84FC-4DF5-AEAE8E646AEC}"/>
                    </a:ext>
                  </a:extLst>
                </p:cNvPr>
                <p:cNvSpPr/>
                <p:nvPr/>
              </p:nvSpPr>
              <p:spPr>
                <a:xfrm rot="18467649">
                  <a:off x="7344573" y="3128289"/>
                  <a:ext cx="334662" cy="740540"/>
                </a:xfrm>
                <a:custGeom>
                  <a:avLst/>
                  <a:gdLst>
                    <a:gd name="connsiteX0" fmla="*/ 334662 w 334662"/>
                    <a:gd name="connsiteY0" fmla="*/ 0 h 740540"/>
                    <a:gd name="connsiteX1" fmla="*/ 333732 w 334662"/>
                    <a:gd name="connsiteY1" fmla="*/ 7871 h 740540"/>
                    <a:gd name="connsiteX2" fmla="*/ 334540 w 334662"/>
                    <a:gd name="connsiteY2" fmla="*/ 7882 h 740540"/>
                    <a:gd name="connsiteX3" fmla="*/ 282906 w 334662"/>
                    <a:gd name="connsiteY3" fmla="*/ 732012 h 740540"/>
                    <a:gd name="connsiteX4" fmla="*/ 147183 w 334662"/>
                    <a:gd name="connsiteY4" fmla="*/ 663846 h 740540"/>
                    <a:gd name="connsiteX5" fmla="*/ 0 w 334662"/>
                    <a:gd name="connsiteY5" fmla="*/ 740540 h 740540"/>
                    <a:gd name="connsiteX6" fmla="*/ 50708 w 334662"/>
                    <a:gd name="connsiteY6" fmla="*/ 8921 h 740540"/>
                    <a:gd name="connsiteX7" fmla="*/ 51016 w 334662"/>
                    <a:gd name="connsiteY7" fmla="*/ 4472 h 740540"/>
                    <a:gd name="connsiteX8" fmla="*/ 51328 w 334662"/>
                    <a:gd name="connsiteY8" fmla="*/ 4476 h 740540"/>
                    <a:gd name="connsiteX9" fmla="*/ 51952 w 334662"/>
                    <a:gd name="connsiteY9" fmla="*/ 0 h 740540"/>
                    <a:gd name="connsiteX10" fmla="*/ 334662 w 334662"/>
                    <a:gd name="connsiteY10" fmla="*/ 0 h 740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34662" h="740540">
                      <a:moveTo>
                        <a:pt x="334662" y="0"/>
                      </a:moveTo>
                      <a:lnTo>
                        <a:pt x="333732" y="7871"/>
                      </a:lnTo>
                      <a:cubicBezTo>
                        <a:pt x="334002" y="7875"/>
                        <a:pt x="334270" y="7878"/>
                        <a:pt x="334540" y="7882"/>
                      </a:cubicBezTo>
                      <a:lnTo>
                        <a:pt x="282906" y="732012"/>
                      </a:lnTo>
                      <a:lnTo>
                        <a:pt x="147183" y="663846"/>
                      </a:lnTo>
                      <a:lnTo>
                        <a:pt x="0" y="740540"/>
                      </a:lnTo>
                      <a:lnTo>
                        <a:pt x="50708" y="8921"/>
                      </a:lnTo>
                      <a:lnTo>
                        <a:pt x="51016" y="4472"/>
                      </a:lnTo>
                      <a:cubicBezTo>
                        <a:pt x="51120" y="4474"/>
                        <a:pt x="51224" y="4474"/>
                        <a:pt x="51328" y="4476"/>
                      </a:cubicBezTo>
                      <a:lnTo>
                        <a:pt x="51952" y="0"/>
                      </a:lnTo>
                      <a:lnTo>
                        <a:pt x="334662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400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xmlns="" id="{16B3D794-0315-7CC2-49AA-4D1C5180E022}"/>
                  </a:ext>
                </a:extLst>
              </p:cNvPr>
              <p:cNvGrpSpPr/>
              <p:nvPr/>
            </p:nvGrpSpPr>
            <p:grpSpPr>
              <a:xfrm>
                <a:off x="7764440" y="941982"/>
                <a:ext cx="3862187" cy="4157553"/>
                <a:chOff x="7764440" y="941982"/>
                <a:chExt cx="3862187" cy="4157553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xmlns="" id="{CB992413-B66C-422D-31D4-DCA93E197098}"/>
                    </a:ext>
                  </a:extLst>
                </p:cNvPr>
                <p:cNvGrpSpPr/>
                <p:nvPr/>
              </p:nvGrpSpPr>
              <p:grpSpPr>
                <a:xfrm>
                  <a:off x="8768571" y="941982"/>
                  <a:ext cx="1073294" cy="1073291"/>
                  <a:chOff x="7853283" y="1211764"/>
                  <a:chExt cx="1174608" cy="1174606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xmlns="" id="{D5143B66-A372-1688-1D0D-B1C44B32F3C0}"/>
                      </a:ext>
                    </a:extLst>
                  </p:cNvPr>
                  <p:cNvGrpSpPr/>
                  <p:nvPr/>
                </p:nvGrpSpPr>
                <p:grpSpPr>
                  <a:xfrm>
                    <a:off x="7853283" y="1211764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xmlns="" id="{F5BEDC11-9C77-19A7-61A7-C06583A1D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xmlns="" id="{909730AA-5355-93DE-BEFC-AC2914B0A0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xmlns="" id="{E7D1C929-5D16-8439-6A05-8D7204B5F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1" name="Oval 15">
                        <a:extLst>
                          <a:ext uri="{FF2B5EF4-FFF2-40B4-BE49-F238E27FC236}">
                            <a16:creationId xmlns:a16="http://schemas.microsoft.com/office/drawing/2014/main" xmlns="" id="{32CA7FB0-F0C6-B46E-D8A9-1C8762A66BFC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xmlns="" id="{AC8E4D64-3F28-FA69-6210-FB4252A0DC20}"/>
                      </a:ext>
                    </a:extLst>
                  </p:cNvPr>
                  <p:cNvSpPr txBox="1"/>
                  <p:nvPr/>
                </p:nvSpPr>
                <p:spPr>
                  <a:xfrm>
                    <a:off x="7993874" y="1553952"/>
                    <a:ext cx="893425" cy="490236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 discussion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xmlns="" id="{BA6C6140-A32A-6F7F-82C5-42FF446F8EB4}"/>
                    </a:ext>
                  </a:extLst>
                </p:cNvPr>
                <p:cNvGrpSpPr/>
                <p:nvPr/>
              </p:nvGrpSpPr>
              <p:grpSpPr>
                <a:xfrm>
                  <a:off x="10030578" y="1291834"/>
                  <a:ext cx="1073294" cy="1073291"/>
                  <a:chOff x="9234418" y="1594641"/>
                  <a:chExt cx="1174608" cy="1174606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xmlns="" id="{AE43686B-3EF1-BE1E-6DB1-38A3043382FE}"/>
                      </a:ext>
                    </a:extLst>
                  </p:cNvPr>
                  <p:cNvGrpSpPr/>
                  <p:nvPr/>
                </p:nvGrpSpPr>
                <p:grpSpPr>
                  <a:xfrm>
                    <a:off x="9234418" y="1594641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xmlns="" id="{088F41C7-ED99-898C-52DD-733D0CA98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xmlns="" id="{55255D52-0225-1D7F-1124-DC050166AD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xmlns="" id="{D190B357-5D7A-39BB-E854-F68E13D5EA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" name="Oval 15">
                        <a:extLst>
                          <a:ext uri="{FF2B5EF4-FFF2-40B4-BE49-F238E27FC236}">
                            <a16:creationId xmlns:a16="http://schemas.microsoft.com/office/drawing/2014/main" xmlns="" id="{31BA415F-012C-024A-43E1-C63C95328B5B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xmlns="" id="{906F610F-586D-0F22-09AF-D1330F84A994}"/>
                      </a:ext>
                    </a:extLst>
                  </p:cNvPr>
                  <p:cNvSpPr txBox="1"/>
                  <p:nvPr/>
                </p:nvSpPr>
                <p:spPr>
                  <a:xfrm>
                    <a:off x="9375009" y="1936823"/>
                    <a:ext cx="893425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de-DE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SWG </a:t>
                    </a:r>
                    <a:r>
                      <a:rPr lang="de-DE" sz="2000" b="1" kern="0" dirty="0" err="1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formation</a:t>
                    </a:r>
                    <a:endParaRPr lang="en-US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xmlns="" id="{A8B26DF4-4356-A4DC-A5F7-EAE27A2EF3D9}"/>
                    </a:ext>
                  </a:extLst>
                </p:cNvPr>
                <p:cNvGrpSpPr/>
                <p:nvPr/>
              </p:nvGrpSpPr>
              <p:grpSpPr>
                <a:xfrm>
                  <a:off x="10553333" y="2430180"/>
                  <a:ext cx="1073294" cy="1073291"/>
                  <a:chOff x="9806519" y="2840442"/>
                  <a:chExt cx="1174608" cy="1174606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xmlns="" id="{20183DD6-469B-5C33-07A8-5DF53187B650}"/>
                      </a:ext>
                    </a:extLst>
                  </p:cNvPr>
                  <p:cNvGrpSpPr/>
                  <p:nvPr/>
                </p:nvGrpSpPr>
                <p:grpSpPr>
                  <a:xfrm>
                    <a:off x="9806519" y="2840442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xmlns="" id="{FAC62098-4A8D-D390-4FC1-6ED86ED2D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xmlns="" id="{FD823CC2-58D3-4F2C-338A-3390E8ABED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8" name="Oval 37">
                        <a:extLst>
                          <a:ext uri="{FF2B5EF4-FFF2-40B4-BE49-F238E27FC236}">
                            <a16:creationId xmlns:a16="http://schemas.microsoft.com/office/drawing/2014/main" xmlns="" id="{BF794DAF-360D-5444-817F-D96B98A229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3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" name="Oval 15">
                        <a:extLst>
                          <a:ext uri="{FF2B5EF4-FFF2-40B4-BE49-F238E27FC236}">
                            <a16:creationId xmlns:a16="http://schemas.microsoft.com/office/drawing/2014/main" xmlns="" id="{E02F1255-22FA-30CD-5EE6-0CF4867850D4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xmlns="" id="{2585BD95-AC2F-558C-DBB6-A8F909243F96}"/>
                      </a:ext>
                    </a:extLst>
                  </p:cNvPr>
                  <p:cNvSpPr txBox="1"/>
                  <p:nvPr/>
                </p:nvSpPr>
                <p:spPr>
                  <a:xfrm>
                    <a:off x="9899350" y="3090053"/>
                    <a:ext cx="1034017" cy="48570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Standards development</a:t>
                    </a: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xmlns="" id="{9E792E70-BFE1-E115-E4FC-82D74AD8F1D9}"/>
                    </a:ext>
                  </a:extLst>
                </p:cNvPr>
                <p:cNvGrpSpPr/>
                <p:nvPr/>
              </p:nvGrpSpPr>
              <p:grpSpPr>
                <a:xfrm>
                  <a:off x="10166495" y="3608814"/>
                  <a:ext cx="1073294" cy="1073291"/>
                  <a:chOff x="9383165" y="4130335"/>
                  <a:chExt cx="1174608" cy="1174606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xmlns="" id="{2CFB30AA-6498-4429-CD67-9D94CC011C03}"/>
                      </a:ext>
                    </a:extLst>
                  </p:cNvPr>
                  <p:cNvGrpSpPr/>
                  <p:nvPr/>
                </p:nvGrpSpPr>
                <p:grpSpPr>
                  <a:xfrm>
                    <a:off x="9383165" y="41303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xmlns="" id="{1421CE46-CD82-B801-77A2-625511B53F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xmlns="" id="{BE58504E-E29A-429D-E6DA-CAF55052CA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2" name="Oval 31">
                        <a:extLst>
                          <a:ext uri="{FF2B5EF4-FFF2-40B4-BE49-F238E27FC236}">
                            <a16:creationId xmlns:a16="http://schemas.microsoft.com/office/drawing/2014/main" xmlns="" id="{C598B201-5F23-3093-2B69-2472013CE5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3" name="Oval 15">
                        <a:extLst>
                          <a:ext uri="{FF2B5EF4-FFF2-40B4-BE49-F238E27FC236}">
                            <a16:creationId xmlns:a16="http://schemas.microsoft.com/office/drawing/2014/main" xmlns="" id="{F1557F0C-BD20-74CA-B7F6-DF3337543DD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xmlns="" id="{94BEB433-8101-01AE-D2D4-65A4C189BB06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756" y="4509816"/>
                    <a:ext cx="95672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DWG/SWG Presentation</a:t>
                    </a:r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xmlns="" id="{FB373A96-C861-5EC3-5E49-C9497BAAB978}"/>
                    </a:ext>
                  </a:extLst>
                </p:cNvPr>
                <p:cNvGrpSpPr/>
                <p:nvPr/>
              </p:nvGrpSpPr>
              <p:grpSpPr>
                <a:xfrm>
                  <a:off x="8990370" y="4026244"/>
                  <a:ext cx="1073294" cy="1073291"/>
                  <a:chOff x="8096019" y="4587168"/>
                  <a:chExt cx="1174608" cy="1174606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xmlns="" id="{D7FD6F8E-BEC7-015D-6590-4303D99297ED}"/>
                      </a:ext>
                    </a:extLst>
                  </p:cNvPr>
                  <p:cNvGrpSpPr/>
                  <p:nvPr/>
                </p:nvGrpSpPr>
                <p:grpSpPr>
                  <a:xfrm>
                    <a:off x="8096019" y="4587168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xmlns="" id="{EF2CBE84-5505-DB85-246C-D7FD2B07AD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xmlns="" id="{305D13C8-F527-CE5E-CA1F-B129195711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xmlns="" id="{97C65B94-6CA3-DBAF-2624-19D7D8EF6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7" name="Oval 15">
                        <a:extLst>
                          <a:ext uri="{FF2B5EF4-FFF2-40B4-BE49-F238E27FC236}">
                            <a16:creationId xmlns:a16="http://schemas.microsoft.com/office/drawing/2014/main" xmlns="" id="{694702F2-0372-7CE2-9211-5FEB146ABC3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xmlns="" id="{4D2D51A6-F941-4762-0AE8-D08F2F356B6B}"/>
                      </a:ext>
                    </a:extLst>
                  </p:cNvPr>
                  <p:cNvSpPr txBox="1"/>
                  <p:nvPr/>
                </p:nvSpPr>
                <p:spPr>
                  <a:xfrm>
                    <a:off x="8202180" y="4970474"/>
                    <a:ext cx="962283" cy="40799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16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Formulation of enhancements</a:t>
                    </a: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xmlns="" id="{3B67404C-F526-5C59-F956-FC0A0932DE93}"/>
                    </a:ext>
                  </a:extLst>
                </p:cNvPr>
                <p:cNvGrpSpPr/>
                <p:nvPr/>
              </p:nvGrpSpPr>
              <p:grpSpPr>
                <a:xfrm>
                  <a:off x="7764440" y="3585605"/>
                  <a:ext cx="1073294" cy="1073291"/>
                  <a:chOff x="6754366" y="4104935"/>
                  <a:chExt cx="1174608" cy="1174606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xmlns="" id="{4C5BDBF0-DDC6-4AE9-1626-F30EC2CD209C}"/>
                      </a:ext>
                    </a:extLst>
                  </p:cNvPr>
                  <p:cNvGrpSpPr/>
                  <p:nvPr/>
                </p:nvGrpSpPr>
                <p:grpSpPr>
                  <a:xfrm>
                    <a:off x="6754366" y="41049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xmlns="" id="{E6E9A1E7-FE3D-F4BB-B024-04AB917120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4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xmlns="" id="{85B6003D-5B06-6A69-9480-466FB32681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xmlns="" id="{DA056084-F09A-0EB2-2E0C-EDA701EA5C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4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1" name="Oval 15">
                        <a:extLst>
                          <a:ext uri="{FF2B5EF4-FFF2-40B4-BE49-F238E27FC236}">
                            <a16:creationId xmlns:a16="http://schemas.microsoft.com/office/drawing/2014/main" xmlns="" id="{50A2C149-72EC-03D4-C690-2A12CA7C0469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4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xmlns="" id="{205AAA4B-A36B-8480-9E71-41A375E2AE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60527" y="4447120"/>
                    <a:ext cx="962283" cy="49023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Interest gathering</a:t>
                    </a:r>
                  </a:p>
                </p:txBody>
              </p:sp>
            </p:grpSp>
          </p:grp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111B45AA-175D-D202-DA81-3F45005F9137}"/>
              </a:ext>
            </a:extLst>
          </p:cNvPr>
          <p:cNvSpPr txBox="1"/>
          <p:nvPr/>
        </p:nvSpPr>
        <p:spPr>
          <a:xfrm>
            <a:off x="11811000" y="9445744"/>
            <a:ext cx="552083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DWG = Domain Working Group</a:t>
            </a:r>
          </a:p>
          <a:p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SWG = Standards Working Group</a:t>
            </a:r>
          </a:p>
        </p:txBody>
      </p:sp>
      <p:sp>
        <p:nvSpPr>
          <p:cNvPr id="120" name="119 Flecha derecha"/>
          <p:cNvSpPr/>
          <p:nvPr/>
        </p:nvSpPr>
        <p:spPr>
          <a:xfrm rot="1815237">
            <a:off x="5378440" y="8175432"/>
            <a:ext cx="430901" cy="347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120 CuadroTexto"/>
          <p:cNvSpPr txBox="1"/>
          <p:nvPr/>
        </p:nvSpPr>
        <p:spPr>
          <a:xfrm>
            <a:off x="4648200" y="8496300"/>
            <a:ext cx="5734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b="1" dirty="0" smtClean="0"/>
              <a:t>D203 Baseline OGC Testbed-21 Specification for </a:t>
            </a:r>
            <a:r>
              <a:rPr lang="en-US" b="1" dirty="0" smtClean="0"/>
              <a:t>GIMI </a:t>
            </a:r>
            <a:endParaRPr lang="en-US" b="1" dirty="0" smtClean="0"/>
          </a:p>
          <a:p>
            <a:pPr lvl="1"/>
            <a:r>
              <a:rPr lang="en-US" b="1" dirty="0" smtClean="0"/>
              <a:t>D214 </a:t>
            </a:r>
            <a:r>
              <a:rPr lang="en-US" b="1" dirty="0" smtClean="0"/>
              <a:t>Cloud-based GIMI/IDO </a:t>
            </a:r>
            <a:r>
              <a:rPr lang="en-US" b="1" dirty="0" smtClean="0"/>
              <a:t>player/viewer</a:t>
            </a:r>
            <a:endParaRPr lang="en-US" b="1" dirty="0" smtClean="0"/>
          </a:p>
          <a:p>
            <a:pPr lvl="1"/>
            <a:r>
              <a:rPr lang="en-US" b="1" dirty="0" smtClean="0"/>
              <a:t>D206 </a:t>
            </a:r>
            <a:r>
              <a:rPr lang="en-US" b="1" dirty="0" smtClean="0"/>
              <a:t>Advancement of the GIMI Standard </a:t>
            </a:r>
            <a:r>
              <a:rPr lang="en-US" b="1" dirty="0" smtClean="0"/>
              <a:t>Report</a:t>
            </a:r>
            <a:endParaRPr lang="en-US" b="1" dirty="0" smtClean="0"/>
          </a:p>
          <a:p>
            <a:endParaRPr lang="en-US" b="1" dirty="0"/>
          </a:p>
        </p:txBody>
      </p:sp>
      <p:sp>
        <p:nvSpPr>
          <p:cNvPr id="122" name="121 Flecha derecha"/>
          <p:cNvSpPr/>
          <p:nvPr/>
        </p:nvSpPr>
        <p:spPr>
          <a:xfrm>
            <a:off x="15544800" y="4914900"/>
            <a:ext cx="381000" cy="609600"/>
          </a:xfrm>
          <a:prstGeom prst="rightArrow">
            <a:avLst/>
          </a:prstGeom>
          <a:solidFill>
            <a:srgbClr val="0090D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122 CuadroTexto"/>
          <p:cNvSpPr txBox="1"/>
          <p:nvPr/>
        </p:nvSpPr>
        <p:spPr>
          <a:xfrm>
            <a:off x="16078200" y="4762500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 smtClean="0"/>
              <a:t>GeoHEIF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standard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3874381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27CCA88-BD6A-AE7C-40E5-04AD1B4B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D4ACC504-3C61-B7CF-89C2-C8B6E73A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ptos"/>
              </a:rPr>
              <a:t>Scope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DB277D6-12A1-0670-D6BB-E318C40128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In scope:</a:t>
            </a:r>
            <a:endParaRPr lang="en-US"/>
          </a:p>
          <a:p>
            <a:r>
              <a:rPr lang="en-US" smtClean="0"/>
              <a:t>How to georeference HEIF/GIMI images</a:t>
            </a:r>
            <a:endParaRPr lang="en-US"/>
          </a:p>
          <a:p>
            <a:r>
              <a:rPr lang="en-US" smtClean="0"/>
              <a:t>How to organize HEIF/GIMI internal images in a data cube</a:t>
            </a:r>
          </a:p>
          <a:p>
            <a:r>
              <a:rPr lang="en-US" smtClean="0"/>
              <a:t>Add meaning of dimensions and values</a:t>
            </a:r>
            <a:endParaRPr lang="en-US"/>
          </a:p>
          <a:p>
            <a:r>
              <a:rPr lang="en-US" smtClean="0"/>
              <a:t>Add metadata</a:t>
            </a:r>
          </a:p>
          <a:p>
            <a:r>
              <a:rPr lang="en-US" smtClean="0"/>
              <a:t>Add annotations (very relevant for AI)</a:t>
            </a:r>
            <a:endParaRPr lang="en-US"/>
          </a:p>
          <a:p>
            <a:r>
              <a:rPr lang="en-US" smtClean="0"/>
              <a:t>Image sequences ?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Out of scope</a:t>
            </a:r>
          </a:p>
          <a:p>
            <a:r>
              <a:rPr lang="en-US" smtClean="0"/>
              <a:t>Video</a:t>
            </a:r>
          </a:p>
          <a:p>
            <a:r>
              <a:rPr lang="en-US" smtClean="0"/>
              <a:t>OGC APIs for GeoHEIF</a:t>
            </a:r>
            <a:endParaRPr lang="en-US"/>
          </a:p>
        </p:txBody>
      </p:sp>
      <p:sp>
        <p:nvSpPr>
          <p:cNvPr id="5" name="4 CuadroTexto"/>
          <p:cNvSpPr txBox="1"/>
          <p:nvPr/>
        </p:nvSpPr>
        <p:spPr>
          <a:xfrm>
            <a:off x="1676400" y="8877300"/>
            <a:ext cx="146065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 err="1" smtClean="0"/>
              <a:t>Available</a:t>
            </a:r>
            <a:r>
              <a:rPr lang="es-ES" sz="3200" dirty="0" smtClean="0"/>
              <a:t> at: https://github.com/opengeospatial/geotiff/tree/master/GeoHEIF_charter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1626960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4D1361F3-E0BC-3826-E876-D32CE506BD8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 smtClean="0"/>
              <a:t>Considers two work items</a:t>
            </a:r>
          </a:p>
          <a:p>
            <a:pPr lvl="1"/>
            <a:r>
              <a:rPr lang="en-US" dirty="0" smtClean="0"/>
              <a:t>A general way to specify the </a:t>
            </a:r>
            <a:r>
              <a:rPr lang="en-US" dirty="0" err="1" smtClean="0"/>
              <a:t>georeference</a:t>
            </a:r>
            <a:r>
              <a:rPr lang="en-US" dirty="0" smtClean="0"/>
              <a:t> information, </a:t>
            </a:r>
            <a:r>
              <a:rPr lang="en-US" dirty="0" err="1" smtClean="0"/>
              <a:t>datacube</a:t>
            </a:r>
            <a:r>
              <a:rPr lang="en-US" dirty="0" smtClean="0"/>
              <a:t> and other metadata</a:t>
            </a:r>
          </a:p>
          <a:p>
            <a:pPr lvl="1"/>
            <a:r>
              <a:rPr lang="en-US" dirty="0" smtClean="0"/>
              <a:t>A way to embed or accompany the HEIF/GIMI file (or both)</a:t>
            </a:r>
          </a:p>
          <a:p>
            <a:r>
              <a:rPr lang="en-US" dirty="0" smtClean="0"/>
              <a:t>Collaboration with other SWGs with a similar problem: </a:t>
            </a:r>
            <a:r>
              <a:rPr lang="en-US" dirty="0" err="1" smtClean="0"/>
              <a:t>GeoTIFF</a:t>
            </a:r>
            <a:r>
              <a:rPr lang="en-US" dirty="0" smtClean="0"/>
              <a:t>, GMLJP2…</a:t>
            </a:r>
          </a:p>
          <a:p>
            <a:r>
              <a:rPr lang="en-US" dirty="0" smtClean="0"/>
              <a:t>Work under the </a:t>
            </a:r>
            <a:r>
              <a:rPr lang="en-US" dirty="0" err="1" smtClean="0"/>
              <a:t>MetaCat</a:t>
            </a:r>
            <a:r>
              <a:rPr lang="en-US" dirty="0" smtClean="0"/>
              <a:t> DWG</a:t>
            </a:r>
          </a:p>
          <a:p>
            <a:r>
              <a:rPr lang="en-US" dirty="0" smtClean="0"/>
              <a:t>Other collaborations: OGC API Coverages, Coverages DWG, </a:t>
            </a:r>
            <a:r>
              <a:rPr lang="en-US" dirty="0" err="1" smtClean="0"/>
              <a:t>GeoDataCube</a:t>
            </a:r>
            <a:r>
              <a:rPr lang="en-US" dirty="0" smtClean="0"/>
              <a:t> SWG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had a document </a:t>
            </a:r>
            <a:r>
              <a:rPr lang="en-US" dirty="0" err="1" smtClean="0"/>
              <a:t>Testbed</a:t>
            </a:r>
            <a:r>
              <a:rPr lang="en-US" dirty="0" smtClean="0"/>
              <a:t> 20 (</a:t>
            </a:r>
            <a:r>
              <a:rPr lang="en-US" sz="1800" dirty="0" smtClean="0"/>
              <a:t>OGC 24-038: GEOINT Imagery Media for ISR (GIMI) Specification Report</a:t>
            </a:r>
            <a:r>
              <a:rPr lang="en-US" dirty="0" smtClean="0"/>
              <a:t>) using the standards template that was close to the solution needed here BUT:</a:t>
            </a:r>
          </a:p>
          <a:p>
            <a:r>
              <a:rPr lang="en-US" dirty="0" err="1" smtClean="0"/>
              <a:t>Testbed</a:t>
            </a:r>
            <a:r>
              <a:rPr lang="en-US" dirty="0" smtClean="0"/>
              <a:t> 21 proposes a completely different approach that we should also consider</a:t>
            </a:r>
          </a:p>
          <a:p>
            <a:r>
              <a:rPr lang="en-US" dirty="0" smtClean="0"/>
              <a:t>Back to the drawing board.  </a:t>
            </a:r>
            <a:r>
              <a:rPr lang="en-US" sz="3600" dirty="0" smtClean="0">
                <a:sym typeface="Wingdings" pitchFamily="2" charset="2"/>
              </a:rPr>
              <a:t>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4F03C7FE-A343-D404-B7C1-1411A49F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the charter says?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1977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0896600" cy="6853503"/>
          </a:xfrm>
        </p:spPr>
        <p:txBody>
          <a:bodyPr/>
          <a:lstStyle/>
          <a:p>
            <a:r>
              <a:rPr lang="en-US" dirty="0" smtClean="0"/>
              <a:t>Some people supports this proposal and are committed to the Charter and projected meeting schedule.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Do you want to be added to the charter as supporters?</a:t>
            </a:r>
          </a:p>
          <a:p>
            <a:endParaRPr lang="en-US" dirty="0" smtClean="0"/>
          </a:p>
          <a:p>
            <a:r>
              <a:rPr lang="en-US" dirty="0" smtClean="0"/>
              <a:t>The charter members have voting rights beginning the day the SWG is officially formed.</a:t>
            </a:r>
          </a:p>
          <a:p>
            <a:endParaRPr lang="en-US" dirty="0" smtClean="0"/>
          </a:p>
          <a:p>
            <a:r>
              <a:rPr lang="en-US" dirty="0" smtClean="0"/>
              <a:t>You can email us or respond to the Agora topic:</a:t>
            </a:r>
          </a:p>
          <a:p>
            <a:pPr lvl="1"/>
            <a:r>
              <a:rPr lang="en-US" dirty="0" smtClean="0"/>
              <a:t>https://agora.ogc.org/c/overivew-technical-committee/geoheif-ad-hoc-meeting-to-vote-the-charter</a:t>
            </a:r>
          </a:p>
          <a:p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Call for Supporters of this Charter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82400" y="2247900"/>
            <a:ext cx="62484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>
          <a:xfrm>
            <a:off x="990600" y="5067300"/>
            <a:ext cx="16573356" cy="91605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dirty="0" smtClean="0"/>
              <a:t>Starting activities in </a:t>
            </a:r>
            <a:br>
              <a:rPr lang="en-US" sz="6000" dirty="0" smtClean="0"/>
            </a:br>
            <a:r>
              <a:rPr lang="en-US" sz="6000" dirty="0" smtClean="0"/>
              <a:t>the OGC MM in </a:t>
            </a:r>
            <a:r>
              <a:rPr lang="en-US" sz="6000" dirty="0" err="1" smtClean="0"/>
              <a:t>Phyladelphia</a:t>
            </a:r>
            <a:endParaRPr lang="en-US" sz="6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xmlns="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xmlns="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customXml/itemProps3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1959</TotalTime>
  <Words>1729</Words>
  <Application>Microsoft Office PowerPoint</Application>
  <PresentationFormat>Personalizado</PresentationFormat>
  <Paragraphs>314</Paragraphs>
  <Slides>30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41" baseType="lpstr">
      <vt:lpstr>Arial</vt:lpstr>
      <vt:lpstr>Aptos</vt:lpstr>
      <vt:lpstr>Noto Sans Medium</vt:lpstr>
      <vt:lpstr>Calibri</vt:lpstr>
      <vt:lpstr>Lato</vt:lpstr>
      <vt:lpstr>Arial Nova Cond</vt:lpstr>
      <vt:lpstr>Mont Book</vt:lpstr>
      <vt:lpstr>Wingdings</vt:lpstr>
      <vt:lpstr>Aptos SemiBold</vt:lpstr>
      <vt:lpstr>Aptos Display</vt:lpstr>
      <vt:lpstr>Office Theme</vt:lpstr>
      <vt:lpstr>Joan Maso (OGC) 27 January 2026</vt:lpstr>
      <vt:lpstr>HEIF-GIMI is one of the activities in Testbed-21</vt:lpstr>
      <vt:lpstr>Introduction</vt:lpstr>
      <vt:lpstr>Why we are doing this</vt:lpstr>
      <vt:lpstr>Overview:ISOBMFF+HEIF+GIMI</vt:lpstr>
      <vt:lpstr>NGIIS tools &amp; Capabilities (in Development)</vt:lpstr>
      <vt:lpstr>Basic Structure in “boxes” and what happens in static images</vt:lpstr>
      <vt:lpstr>Starting by the Metabox (but the actual content is in the MediaDataBox)</vt:lpstr>
      <vt:lpstr>Single image example</vt:lpstr>
      <vt:lpstr>Grid image example</vt:lpstr>
      <vt:lpstr>Tili section with pyramid.</vt:lpstr>
      <vt:lpstr>Pyramid combining HEIF stategies</vt:lpstr>
      <vt:lpstr>Javascript library designed for Seek Optimized HEIF in browsers </vt:lpstr>
      <vt:lpstr>Overview:ISOBMFF+HEIF+GIMI</vt:lpstr>
      <vt:lpstr>GIMI Files – High Level Overview</vt:lpstr>
      <vt:lpstr>GIMI Supports the Containment of GEOINT Imagery &amp; Ontology Structured Metadata</vt:lpstr>
      <vt:lpstr>Metadata content in GIMI files</vt:lpstr>
      <vt:lpstr>Structure of the contributions of GIMI to HEIF</vt:lpstr>
      <vt:lpstr>GIMI-Essential Metadata</vt:lpstr>
      <vt:lpstr>Imagery Domain Ontology</vt:lpstr>
      <vt:lpstr>The Common Core Ontologies</vt:lpstr>
      <vt:lpstr>Imagery Domain Ontologies as Building Blocks</vt:lpstr>
      <vt:lpstr>Javascript library designed for Seek Optimized HEIF in browsers </vt:lpstr>
      <vt:lpstr>GeoHEIF SWG</vt:lpstr>
      <vt:lpstr>Innovation</vt:lpstr>
      <vt:lpstr>Scope</vt:lpstr>
      <vt:lpstr>What the charter says?</vt:lpstr>
      <vt:lpstr>Call for Supporters of this Charter</vt:lpstr>
      <vt:lpstr>Starting activities in  the OGC MM in Phyladelphia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Joan Maso (OGC) 27 January 2026</dc:title>
  <dc:creator>Scott Simmons</dc:creator>
  <cp:lastModifiedBy>Joan Maso</cp:lastModifiedBy>
  <cp:revision>307</cp:revision>
  <dcterms:created xsi:type="dcterms:W3CDTF">2025-04-29T18:14:43Z</dcterms:created>
  <dcterms:modified xsi:type="dcterms:W3CDTF">2026-01-27T21:59:03Z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